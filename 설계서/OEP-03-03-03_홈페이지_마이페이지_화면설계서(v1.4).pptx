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4" r:id="rId2"/>
    <p:sldMasterId id="2147483660" r:id="rId3"/>
  </p:sldMasterIdLst>
  <p:notesMasterIdLst>
    <p:notesMasterId r:id="rId83"/>
  </p:notesMasterIdLst>
  <p:handoutMasterIdLst>
    <p:handoutMasterId r:id="rId84"/>
  </p:handoutMasterIdLst>
  <p:sldIdLst>
    <p:sldId id="1572" r:id="rId4"/>
    <p:sldId id="330" r:id="rId5"/>
    <p:sldId id="2441" r:id="rId6"/>
    <p:sldId id="1732" r:id="rId7"/>
    <p:sldId id="2299" r:id="rId8"/>
    <p:sldId id="2416" r:id="rId9"/>
    <p:sldId id="2417" r:id="rId10"/>
    <p:sldId id="2418" r:id="rId11"/>
    <p:sldId id="2301" r:id="rId12"/>
    <p:sldId id="2342" r:id="rId13"/>
    <p:sldId id="2343" r:id="rId14"/>
    <p:sldId id="2359" r:id="rId15"/>
    <p:sldId id="2344" r:id="rId16"/>
    <p:sldId id="2360" r:id="rId17"/>
    <p:sldId id="2361" r:id="rId18"/>
    <p:sldId id="2345" r:id="rId19"/>
    <p:sldId id="2404" r:id="rId20"/>
    <p:sldId id="2350" r:id="rId21"/>
    <p:sldId id="2405" r:id="rId22"/>
    <p:sldId id="2351" r:id="rId23"/>
    <p:sldId id="2406" r:id="rId24"/>
    <p:sldId id="2352" r:id="rId25"/>
    <p:sldId id="2353" r:id="rId26"/>
    <p:sldId id="2420" r:id="rId27"/>
    <p:sldId id="2354" r:id="rId28"/>
    <p:sldId id="2421" r:id="rId29"/>
    <p:sldId id="2355" r:id="rId30"/>
    <p:sldId id="2357" r:id="rId31"/>
    <p:sldId id="2356" r:id="rId32"/>
    <p:sldId id="2375" r:id="rId33"/>
    <p:sldId id="2346" r:id="rId34"/>
    <p:sldId id="2422" r:id="rId35"/>
    <p:sldId id="2364" r:id="rId36"/>
    <p:sldId id="2408" r:id="rId37"/>
    <p:sldId id="2365" r:id="rId38"/>
    <p:sldId id="2423" r:id="rId39"/>
    <p:sldId id="2366" r:id="rId40"/>
    <p:sldId id="2424" r:id="rId41"/>
    <p:sldId id="2367" r:id="rId42"/>
    <p:sldId id="2425" r:id="rId43"/>
    <p:sldId id="2368" r:id="rId44"/>
    <p:sldId id="2426" r:id="rId45"/>
    <p:sldId id="2369" r:id="rId46"/>
    <p:sldId id="2370" r:id="rId47"/>
    <p:sldId id="2372" r:id="rId48"/>
    <p:sldId id="2373" r:id="rId49"/>
    <p:sldId id="2374" r:id="rId50"/>
    <p:sldId id="2378" r:id="rId51"/>
    <p:sldId id="2347" r:id="rId52"/>
    <p:sldId id="2430" r:id="rId53"/>
    <p:sldId id="2379" r:id="rId54"/>
    <p:sldId id="2380" r:id="rId55"/>
    <p:sldId id="2431" r:id="rId56"/>
    <p:sldId id="2381" r:id="rId57"/>
    <p:sldId id="2382" r:id="rId58"/>
    <p:sldId id="2383" r:id="rId59"/>
    <p:sldId id="2384" r:id="rId60"/>
    <p:sldId id="2387" r:id="rId61"/>
    <p:sldId id="2388" r:id="rId62"/>
    <p:sldId id="2385" r:id="rId63"/>
    <p:sldId id="2348" r:id="rId64"/>
    <p:sldId id="2435" r:id="rId65"/>
    <p:sldId id="2390" r:id="rId66"/>
    <p:sldId id="2414" r:id="rId67"/>
    <p:sldId id="2391" r:id="rId68"/>
    <p:sldId id="2436" r:id="rId69"/>
    <p:sldId id="2392" r:id="rId70"/>
    <p:sldId id="2394" r:id="rId71"/>
    <p:sldId id="2386" r:id="rId72"/>
    <p:sldId id="2349" r:id="rId73"/>
    <p:sldId id="2437" r:id="rId74"/>
    <p:sldId id="2395" r:id="rId75"/>
    <p:sldId id="2396" r:id="rId76"/>
    <p:sldId id="2397" r:id="rId77"/>
    <p:sldId id="2402" r:id="rId78"/>
    <p:sldId id="2399" r:id="rId79"/>
    <p:sldId id="2438" r:id="rId80"/>
    <p:sldId id="2400" r:id="rId81"/>
    <p:sldId id="2440" r:id="rId82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A1D1D967-CEA6-43EC-90EE-3D759C0B7E54}">
          <p14:sldIdLst>
            <p14:sldId id="1572"/>
            <p14:sldId id="330"/>
            <p14:sldId id="2441"/>
            <p14:sldId id="1732"/>
            <p14:sldId id="2299"/>
            <p14:sldId id="2416"/>
            <p14:sldId id="2417"/>
            <p14:sldId id="2418"/>
            <p14:sldId id="2301"/>
            <p14:sldId id="2342"/>
            <p14:sldId id="2343"/>
            <p14:sldId id="2359"/>
            <p14:sldId id="2344"/>
          </p14:sldIdLst>
        </p14:section>
        <p14:section name="마이페이지&gt;나의신청" id="{83077717-C79B-434A-A3B5-8022C701CEA1}">
          <p14:sldIdLst>
            <p14:sldId id="2360"/>
          </p14:sldIdLst>
        </p14:section>
        <p14:section name="나의신청&gt;고등학생장학금" id="{F812385A-F4FE-42BA-AB93-1248E38CCD37}">
          <p14:sldIdLst>
            <p14:sldId id="2361"/>
            <p14:sldId id="2345"/>
            <p14:sldId id="2404"/>
            <p14:sldId id="2350"/>
            <p14:sldId id="2405"/>
            <p14:sldId id="2351"/>
            <p14:sldId id="2406"/>
            <p14:sldId id="2352"/>
            <p14:sldId id="2353"/>
            <p14:sldId id="2420"/>
            <p14:sldId id="2354"/>
            <p14:sldId id="2421"/>
            <p14:sldId id="2355"/>
            <p14:sldId id="2357"/>
            <p14:sldId id="2356"/>
          </p14:sldIdLst>
        </p14:section>
        <p14:section name="나의신청&gt;대학생장학금" id="{7BC73875-42AA-4D2D-93BA-5F6E4FA24A92}">
          <p14:sldIdLst>
            <p14:sldId id="2375"/>
            <p14:sldId id="2346"/>
            <p14:sldId id="2422"/>
            <p14:sldId id="2364"/>
            <p14:sldId id="2408"/>
            <p14:sldId id="2365"/>
            <p14:sldId id="2423"/>
            <p14:sldId id="2366"/>
            <p14:sldId id="2424"/>
            <p14:sldId id="2367"/>
            <p14:sldId id="2425"/>
            <p14:sldId id="2368"/>
            <p14:sldId id="2426"/>
            <p14:sldId id="2369"/>
            <p14:sldId id="2370"/>
            <p14:sldId id="2372"/>
            <p14:sldId id="2373"/>
            <p14:sldId id="2374"/>
          </p14:sldIdLst>
        </p14:section>
        <p14:section name="나의신청&gt;특기생장학금" id="{1234C128-544A-46B3-B722-F43AE9E3508A}">
          <p14:sldIdLst>
            <p14:sldId id="2378"/>
            <p14:sldId id="2347"/>
            <p14:sldId id="2430"/>
            <p14:sldId id="2379"/>
            <p14:sldId id="2380"/>
            <p14:sldId id="2431"/>
            <p14:sldId id="2381"/>
            <p14:sldId id="2382"/>
            <p14:sldId id="2383"/>
            <p14:sldId id="2384"/>
            <p14:sldId id="2387"/>
            <p14:sldId id="2388"/>
          </p14:sldIdLst>
        </p14:section>
        <p14:section name="나의신청&gt;행복기숙사입사비" id="{FE88877D-014A-4AF9-9A0E-235E978900B0}">
          <p14:sldIdLst>
            <p14:sldId id="2385"/>
            <p14:sldId id="2348"/>
            <p14:sldId id="2435"/>
            <p14:sldId id="2390"/>
            <p14:sldId id="2414"/>
            <p14:sldId id="2391"/>
            <p14:sldId id="2436"/>
            <p14:sldId id="2392"/>
            <p14:sldId id="2394"/>
          </p14:sldIdLst>
        </p14:section>
        <p14:section name="나의신청&gt;평생교육장려금" id="{95B18131-AEA7-439C-A89C-85725AE09DC5}">
          <p14:sldIdLst>
            <p14:sldId id="2386"/>
            <p14:sldId id="2349"/>
            <p14:sldId id="2437"/>
            <p14:sldId id="2395"/>
            <p14:sldId id="2396"/>
            <p14:sldId id="2397"/>
            <p14:sldId id="2402"/>
            <p14:sldId id="2399"/>
            <p14:sldId id="2438"/>
            <p14:sldId id="2400"/>
            <p14:sldId id="244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867" userDrawn="1">
          <p15:clr>
            <a:srgbClr val="A4A3A4"/>
          </p15:clr>
        </p15:guide>
        <p15:guide id="7" pos="104">
          <p15:clr>
            <a:srgbClr val="A4A3A4"/>
          </p15:clr>
        </p15:guide>
        <p15:guide id="15" pos="4345" userDrawn="1">
          <p15:clr>
            <a:srgbClr val="A4A3A4"/>
          </p15:clr>
        </p15:guide>
        <p15:guide id="16" orient="horz" pos="1412" userDrawn="1">
          <p15:clr>
            <a:srgbClr val="A4A3A4"/>
          </p15:clr>
        </p15:guide>
        <p15:guide id="19" pos="172" userDrawn="1">
          <p15:clr>
            <a:srgbClr val="A4A3A4"/>
          </p15:clr>
        </p15:guide>
        <p15:guide id="20" pos="4277" userDrawn="1">
          <p15:clr>
            <a:srgbClr val="A4A3A4"/>
          </p15:clr>
        </p15:guide>
        <p15:guide id="21" orient="horz" pos="1026" userDrawn="1">
          <p15:clr>
            <a:srgbClr val="A4A3A4"/>
          </p15:clr>
        </p15:guide>
        <p15:guide id="22" orient="horz" pos="408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6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99FF"/>
    <a:srgbClr val="66FF66"/>
    <a:srgbClr val="00FF00"/>
    <a:srgbClr val="0033CC"/>
    <a:srgbClr val="99CCFF"/>
    <a:srgbClr val="CCECFF"/>
    <a:srgbClr val="77D717"/>
    <a:srgbClr val="FF4F4F"/>
    <a:srgbClr val="0000CC"/>
    <a:srgbClr val="FFEFE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CF1AB2-1976-4502-BF36-3FF5EA218861}" styleName="보통 스타일 4 - 강조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8576" autoAdjust="0"/>
    <p:restoredTop sz="83420" autoAdjust="0"/>
  </p:normalViewPr>
  <p:slideViewPr>
    <p:cSldViewPr>
      <p:cViewPr varScale="1">
        <p:scale>
          <a:sx n="120" d="100"/>
          <a:sy n="120" d="100"/>
        </p:scale>
        <p:origin x="1380" y="108"/>
      </p:cViewPr>
      <p:guideLst>
        <p:guide orient="horz" pos="867"/>
        <p:guide pos="104"/>
        <p:guide pos="4345"/>
        <p:guide orient="horz" pos="1412"/>
        <p:guide pos="172"/>
        <p:guide pos="4277"/>
        <p:guide orient="horz" pos="1026"/>
        <p:guide orient="horz" pos="4088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notesViewPr>
    <p:cSldViewPr showGuides="1">
      <p:cViewPr varScale="1">
        <p:scale>
          <a:sx n="87" d="100"/>
          <a:sy n="87" d="100"/>
        </p:scale>
        <p:origin x="-3756" y="-78"/>
      </p:cViewPr>
      <p:guideLst>
        <p:guide orient="horz" pos="3126"/>
        <p:guide pos="2141"/>
      </p:guideLst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handoutMaster" Target="handoutMasters/handoutMaster1.xml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5" Type="http://schemas.openxmlformats.org/officeDocument/2006/relationships/slide" Target="slides/slide2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slide" Target="slides/slide74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80" Type="http://schemas.openxmlformats.org/officeDocument/2006/relationships/slide" Target="slides/slide77.xml"/><Relationship Id="rId85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83" Type="http://schemas.openxmlformats.org/officeDocument/2006/relationships/notesMaster" Target="notesMasters/notesMaster1.xml"/><Relationship Id="rId88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theme" Target="theme/theme1.xml"/><Relationship Id="rId61" Type="http://schemas.openxmlformats.org/officeDocument/2006/relationships/slide" Target="slides/slide58.xml"/><Relationship Id="rId82" Type="http://schemas.openxmlformats.org/officeDocument/2006/relationships/slide" Target="slides/slide79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945984" cy="496574"/>
          </a:xfrm>
          <a:prstGeom prst="rect">
            <a:avLst/>
          </a:prstGeom>
        </p:spPr>
        <p:txBody>
          <a:bodyPr vert="horz" lIns="93103" tIns="46552" rIns="93103" bIns="46552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50070" y="0"/>
            <a:ext cx="2945984" cy="496574"/>
          </a:xfrm>
          <a:prstGeom prst="rect">
            <a:avLst/>
          </a:prstGeom>
        </p:spPr>
        <p:txBody>
          <a:bodyPr vert="horz" lIns="93103" tIns="46552" rIns="93103" bIns="46552" rtlCol="0"/>
          <a:lstStyle>
            <a:lvl1pPr algn="r">
              <a:defRPr sz="1200"/>
            </a:lvl1pPr>
          </a:lstStyle>
          <a:p>
            <a:fld id="{C8666A89-3649-4A26-B076-8BB61794613B}" type="datetimeFigureOut">
              <a:rPr lang="ko-KR" altLang="en-US" smtClean="0"/>
              <a:t>2025-11-05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1" y="9428452"/>
            <a:ext cx="2945984" cy="496574"/>
          </a:xfrm>
          <a:prstGeom prst="rect">
            <a:avLst/>
          </a:prstGeom>
        </p:spPr>
        <p:txBody>
          <a:bodyPr vert="horz" lIns="93103" tIns="46552" rIns="93103" bIns="46552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50070" y="9428452"/>
            <a:ext cx="2945984" cy="496574"/>
          </a:xfrm>
          <a:prstGeom prst="rect">
            <a:avLst/>
          </a:prstGeom>
        </p:spPr>
        <p:txBody>
          <a:bodyPr vert="horz" lIns="93103" tIns="46552" rIns="93103" bIns="46552" rtlCol="0" anchor="b"/>
          <a:lstStyle>
            <a:lvl1pPr algn="r">
              <a:defRPr sz="1200"/>
            </a:lvl1pPr>
          </a:lstStyle>
          <a:p>
            <a:fld id="{598925E5-C1E6-4986-9C33-22AD8CBAFA9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6803949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E5B9C9D-B269-4765-BAF2-65AF33F6B00F}" type="datetimeFigureOut">
              <a:rPr lang="ko-KR" altLang="en-US" smtClean="0"/>
              <a:t>2025-11-05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1200" y="744538"/>
            <a:ext cx="537527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450" y="4714875"/>
            <a:ext cx="5438775" cy="446722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163"/>
            <a:ext cx="2946400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49688" y="9428163"/>
            <a:ext cx="2946400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E46C2E9-C377-4C23-9E6D-618FB56A7D9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08634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504B90-27FD-422C-8CC6-2AADAD122D08}" type="slidenum">
              <a:rPr lang="ko-KR" altLang="en-US" smtClean="0">
                <a:solidFill>
                  <a:prstClr val="black"/>
                </a:solidFill>
              </a:rPr>
              <a:pPr/>
              <a:t>1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93254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36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95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DC0A5A12-DAA7-4BD5-9F8E-1FC5DDE13A02}" type="datetimeFigureOut">
              <a:rPr lang="ko-KR" altLang="en-US" smtClean="0"/>
              <a:pPr/>
              <a:t>2025-11-05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384550" y="6356361"/>
            <a:ext cx="3136900" cy="36512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7099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33C5AA6D-4F05-4FE9-A936-59D8F48292D4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389390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95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DC0A5A12-DAA7-4BD5-9F8E-1FC5DDE13A02}" type="datetimeFigureOut">
              <a:rPr lang="ko-KR" altLang="en-US" smtClean="0"/>
              <a:pPr/>
              <a:t>2025-11-05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384550" y="6356361"/>
            <a:ext cx="3136900" cy="36512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7099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33C5AA6D-4F05-4FE9-A936-59D8F48292D4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960698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" y="284"/>
            <a:ext cx="9905181" cy="6857433"/>
          </a:xfrm>
          <a:prstGeom prst="rect">
            <a:avLst/>
          </a:prstGeom>
        </p:spPr>
      </p:pic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95300" y="6429397"/>
            <a:ext cx="2311400" cy="292079"/>
          </a:xfrm>
          <a:prstGeom prst="rect">
            <a:avLst/>
          </a:prstGeom>
        </p:spPr>
        <p:txBody>
          <a:bodyPr/>
          <a:lstStyle/>
          <a:p>
            <a:fld id="{ED3D6733-6F27-4404-AB51-585418F146E5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2025-11-05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384550" y="6429397"/>
            <a:ext cx="3136900" cy="292079"/>
          </a:xfrm>
          <a:prstGeom prst="rect">
            <a:avLst/>
          </a:prstGeo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7099300" y="6429397"/>
            <a:ext cx="2311400" cy="292079"/>
          </a:xfrm>
          <a:prstGeom prst="rect">
            <a:avLst/>
          </a:prstGeom>
        </p:spPr>
        <p:txBody>
          <a:bodyPr/>
          <a:lstStyle/>
          <a:p>
            <a:fld id="{EE6BC638-39B7-4287-91A7-2A3DDA573295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6858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" y="287"/>
            <a:ext cx="9905181" cy="6857433"/>
          </a:xfrm>
          <a:prstGeom prst="rect">
            <a:avLst/>
          </a:prstGeom>
        </p:spPr>
      </p:pic>
      <p:sp>
        <p:nvSpPr>
          <p:cNvPr id="3" name="부제목 2"/>
          <p:cNvSpPr>
            <a:spLocks noGrp="1"/>
          </p:cNvSpPr>
          <p:nvPr>
            <p:ph type="subTitle" idx="1" hasCustomPrompt="1"/>
          </p:nvPr>
        </p:nvSpPr>
        <p:spPr>
          <a:xfrm>
            <a:off x="543756" y="1916839"/>
            <a:ext cx="4290477" cy="450573"/>
          </a:xfr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>
            <a:lvl1pPr mar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hlink"/>
              </a:buClr>
              <a:buFont typeface="굴림체" pitchFamily="49" charset="-127"/>
              <a:buNone/>
              <a:defRPr lang="ko-KR" altLang="en-US" sz="1800" kern="1200" baseline="0" dirty="0">
                <a:solidFill>
                  <a:srgbClr val="D4D1CE"/>
                </a:solidFill>
                <a:effectLst/>
                <a:latin typeface="Noto Sans" panose="020B0502040504020204" pitchFamily="34" charset="0"/>
                <a:ea typeface="맑은 고딕" panose="020B0503020000020004" pitchFamily="50" charset="-127"/>
                <a:cs typeface="+mj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dirty="0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3D6733-6F27-4404-AB51-585418F146E5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2025-11-05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6BC638-39B7-4287-91A7-2A3DDA573295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제목 1"/>
          <p:cNvSpPr>
            <a:spLocks noGrp="1"/>
          </p:cNvSpPr>
          <p:nvPr>
            <p:ph type="ctrTitle" hasCustomPrompt="1"/>
          </p:nvPr>
        </p:nvSpPr>
        <p:spPr>
          <a:xfrm>
            <a:off x="543756" y="550335"/>
            <a:ext cx="4290477" cy="1412579"/>
          </a:xfr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>
            <a:lvl1pPr mar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hlink"/>
              </a:buClr>
              <a:buFont typeface="굴림체" pitchFamily="49" charset="-127"/>
              <a:buNone/>
              <a:defRPr lang="ko-KR" altLang="en-US" sz="4300" kern="1200" baseline="0" dirty="0">
                <a:solidFill>
                  <a:srgbClr val="D4D1CE"/>
                </a:solidFill>
                <a:effectLst/>
                <a:latin typeface="Noto Sans" panose="020B0502040504020204" pitchFamily="34" charset="0"/>
                <a:ea typeface="맑은 고딕" panose="020B0503020000020004" pitchFamily="50" charset="-127"/>
                <a:cs typeface="+mj-cs"/>
              </a:defRPr>
            </a:lvl1pPr>
          </a:lstStyle>
          <a:p>
            <a:r>
              <a:rPr lang="ko-KR" altLang="en-US" dirty="0"/>
              <a:t>제목을</a:t>
            </a:r>
            <a:r>
              <a:rPr lang="en-US" altLang="ko-KR" dirty="0"/>
              <a:t> </a:t>
            </a:r>
            <a:r>
              <a:rPr lang="ko-KR" altLang="en-US" dirty="0"/>
              <a:t>입력하시오</a:t>
            </a:r>
          </a:p>
        </p:txBody>
      </p:sp>
    </p:spTree>
    <p:extLst>
      <p:ext uri="{BB962C8B-B14F-4D97-AF65-F5344CB8AC3E}">
        <p14:creationId xmlns:p14="http://schemas.microsoft.com/office/powerpoint/2010/main" val="27328810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" y="287"/>
            <a:ext cx="9905181" cy="6857433"/>
          </a:xfrm>
          <a:prstGeom prst="rect">
            <a:avLst/>
          </a:prstGeom>
        </p:spPr>
      </p:pic>
      <p:sp>
        <p:nvSpPr>
          <p:cNvPr id="8" name="모서리가 둥근 직사각형 7"/>
          <p:cNvSpPr/>
          <p:nvPr userDrawn="1"/>
        </p:nvSpPr>
        <p:spPr>
          <a:xfrm>
            <a:off x="134144" y="577180"/>
            <a:ext cx="9655394" cy="5940000"/>
          </a:xfrm>
          <a:prstGeom prst="roundRect">
            <a:avLst>
              <a:gd name="adj" fmla="val 902"/>
            </a:avLst>
          </a:prstGeom>
          <a:gradFill>
            <a:gsLst>
              <a:gs pos="0">
                <a:srgbClr val="FFFFFF">
                  <a:alpha val="85000"/>
                </a:srgbClr>
              </a:gs>
              <a:gs pos="29000">
                <a:schemeClr val="bg1"/>
              </a:gs>
            </a:gsLst>
            <a:lin ang="5400000" scaled="0"/>
          </a:gradFill>
          <a:ln w="12700">
            <a:gradFill>
              <a:gsLst>
                <a:gs pos="100000">
                  <a:srgbClr val="005EA4">
                    <a:alpha val="70000"/>
                  </a:srgbClr>
                </a:gs>
                <a:gs pos="2000">
                  <a:schemeClr val="tx2">
                    <a:lumMod val="20000"/>
                    <a:lumOff val="80000"/>
                  </a:schemeClr>
                </a:gs>
                <a:gs pos="62000">
                  <a:srgbClr val="E1E8F5">
                    <a:alpha val="0"/>
                  </a:srgbClr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pic>
        <p:nvPicPr>
          <p:cNvPr id="10" name="Picture 3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87689" y="6577092"/>
            <a:ext cx="901852" cy="20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TextBox 10"/>
          <p:cNvSpPr txBox="1"/>
          <p:nvPr userDrawn="1"/>
        </p:nvSpPr>
        <p:spPr>
          <a:xfrm>
            <a:off x="134144" y="6597932"/>
            <a:ext cx="286328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solidFill>
                  <a:prstClr val="black"/>
                </a:solidFill>
                <a:latin typeface="나눔고딕" pitchFamily="50" charset="-127"/>
                <a:ea typeface="나눔고딕" pitchFamily="50" charset="-127"/>
              </a:rPr>
              <a:t>Copyright ⓒ 2022 WIZWIG CO., LTD., All rights reserved</a:t>
            </a:r>
          </a:p>
        </p:txBody>
      </p:sp>
    </p:spTree>
    <p:extLst>
      <p:ext uri="{BB962C8B-B14F-4D97-AF65-F5344CB8AC3E}">
        <p14:creationId xmlns:p14="http://schemas.microsoft.com/office/powerpoint/2010/main" val="13947698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36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95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DC0A5A12-DAA7-4BD5-9F8E-1FC5DDE13A02}" type="datetimeFigureOut">
              <a:rPr lang="ko-KR" altLang="en-US" smtClean="0">
                <a:solidFill>
                  <a:prstClr val="black"/>
                </a:solidFill>
              </a:rPr>
              <a:pPr/>
              <a:t>2025-11-05</a:t>
            </a:fld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384550" y="6356361"/>
            <a:ext cx="3136900" cy="365125"/>
          </a:xfrm>
          <a:prstGeom prst="rect">
            <a:avLst/>
          </a:prstGeom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7099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33C5AA6D-4F05-4FE9-A936-59D8F48292D4}" type="slidenum">
              <a:rPr lang="ko-KR" altLang="en-US" smtClean="0">
                <a:solidFill>
                  <a:prstClr val="black"/>
                </a:solidFill>
              </a:rPr>
              <a:pPr/>
              <a:t>‹#›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20756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95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DC0A5A12-DAA7-4BD5-9F8E-1FC5DDE13A02}" type="datetimeFigureOut">
              <a:rPr lang="ko-KR" altLang="en-US" smtClean="0">
                <a:solidFill>
                  <a:prstClr val="black"/>
                </a:solidFill>
              </a:rPr>
              <a:pPr/>
              <a:t>2025-11-05</a:t>
            </a:fld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384550" y="6356361"/>
            <a:ext cx="3136900" cy="365125"/>
          </a:xfrm>
          <a:prstGeom prst="rect">
            <a:avLst/>
          </a:prstGeom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7099300" y="6356361"/>
            <a:ext cx="2311400" cy="365125"/>
          </a:xfrm>
          <a:prstGeom prst="rect">
            <a:avLst/>
          </a:prstGeom>
        </p:spPr>
        <p:txBody>
          <a:bodyPr/>
          <a:lstStyle/>
          <a:p>
            <a:fld id="{33C5AA6D-4F05-4FE9-A936-59D8F48292D4}" type="slidenum">
              <a:rPr lang="ko-KR" altLang="en-US" smtClean="0">
                <a:solidFill>
                  <a:prstClr val="black"/>
                </a:solidFill>
              </a:rPr>
              <a:pPr/>
              <a:t>‹#›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14165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직선 연결선 32"/>
          <p:cNvCxnSpPr/>
          <p:nvPr/>
        </p:nvCxnSpPr>
        <p:spPr>
          <a:xfrm>
            <a:off x="165100" y="6563894"/>
            <a:ext cx="9575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Box 119"/>
          <p:cNvSpPr txBox="1">
            <a:spLocks noChangeArrowheads="1"/>
          </p:cNvSpPr>
          <p:nvPr/>
        </p:nvSpPr>
        <p:spPr bwMode="auto">
          <a:xfrm>
            <a:off x="4776509" y="6581661"/>
            <a:ext cx="35298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96004F94-3BE7-4D60-B404-1745300C98A2}" type="slidenum">
              <a:rPr lang="ko-KR" altLang="en-US" sz="1000" b="1">
                <a:latin typeface="맑은 고딕" pitchFamily="50" charset="-127"/>
                <a:ea typeface="맑은 고딕" pitchFamily="50" charset="-127"/>
              </a:rPr>
              <a:pPr/>
              <a:t>‹#›</a:t>
            </a:fld>
            <a:endParaRPr lang="en-US" altLang="ko-KR" sz="1000" b="1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2" name="Picture 2" descr="D:\WIZWIG\01 로고\2018년 New 디자인\wizwig_log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7282" y="6617695"/>
            <a:ext cx="624252" cy="1608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/>
          <p:cNvSpPr txBox="1"/>
          <p:nvPr/>
        </p:nvSpPr>
        <p:spPr>
          <a:xfrm>
            <a:off x="49826" y="6581012"/>
            <a:ext cx="260359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 dirty="0">
                <a:latin typeface="맑은 고딕" pitchFamily="50" charset="-127"/>
                <a:ea typeface="맑은 고딕" pitchFamily="50" charset="-127"/>
              </a:rPr>
              <a:t>Copyright ⓒ 2025 WIZWIG CO., LTD. All rights reserved</a:t>
            </a: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68315" y="497938"/>
            <a:ext cx="9751252" cy="1588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 userDrawn="1"/>
        </p:nvCxnSpPr>
        <p:spPr>
          <a:xfrm>
            <a:off x="68315" y="539950"/>
            <a:ext cx="9751252" cy="1588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표 1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64121469"/>
              </p:ext>
            </p:extLst>
          </p:nvPr>
        </p:nvGraphicFramePr>
        <p:xfrm>
          <a:off x="164472" y="590019"/>
          <a:ext cx="9577063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3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89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823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156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704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704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059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42876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화면설계서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단위시스템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lang="en-US" altLang="ko-KR" sz="800" dirty="0"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lang="ko-KR" altLang="en-US" sz="800" dirty="0"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맑은 고딕" pitchFamily="50" charset="-127"/>
                          <a:ea typeface="맑은 고딕" pitchFamily="50" charset="-127"/>
                        </a:rPr>
                        <a:t>설계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문서번호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itchFamily="50" charset="-127"/>
                          <a:ea typeface="+mn-ea"/>
                        </a:rPr>
                        <a:t>OEP-03-03-03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383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맑은 고딕" pitchFamily="50" charset="-127"/>
                          <a:ea typeface="맑은 고딕" pitchFamily="50" charset="-127"/>
                        </a:rPr>
                        <a:t>최성열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작성일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itchFamily="50" charset="-127"/>
                          <a:ea typeface="맑은 고딕" pitchFamily="50" charset="-127"/>
                        </a:rPr>
                        <a:t>2025.10.14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문서버젼</a:t>
                      </a:r>
                      <a:endParaRPr lang="ko-KR" altLang="en-US" sz="800" b="1" dirty="0"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itchFamily="50" charset="-127"/>
                          <a:ea typeface="맑은 고딕" pitchFamily="50" charset="-127"/>
                        </a:rPr>
                        <a:t>1.0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 userDrawn="1"/>
        </p:nvSpPr>
        <p:spPr>
          <a:xfrm>
            <a:off x="8095943" y="188650"/>
            <a:ext cx="169790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b="1" dirty="0">
                <a:latin typeface="나눔고딕" pitchFamily="50" charset="-127"/>
                <a:ea typeface="나눔고딕" pitchFamily="50" charset="-127"/>
              </a:rPr>
              <a:t>오산교육재단 홈페이지 개편</a:t>
            </a:r>
            <a:endParaRPr lang="ko-KR" altLang="en-US" sz="1000" b="1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FEA842D7-2E7B-E0E0-E4B6-842AA36B60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468" y="166184"/>
            <a:ext cx="1184930" cy="3021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381679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75" r:id="rId3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00" y="19026"/>
            <a:ext cx="8915400" cy="7969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062021"/>
            <a:ext cx="8915400" cy="52864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429403"/>
            <a:ext cx="2311400" cy="29207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D3D6733-6F27-4404-AB51-585418F146E5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2025-11-05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429403"/>
            <a:ext cx="3136900" cy="29207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429403"/>
            <a:ext cx="2311400" cy="29207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E6BC638-39B7-4287-91A7-2A3DDA573295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67749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6" r:id="rId2"/>
  </p:sldLayoutIdLst>
  <p:txStyles>
    <p:titleStyle>
      <a:lvl1pPr algn="l" defTabSz="914400" rtl="0" eaLnBrk="1" latinLnBrk="1" hangingPunct="1">
        <a:spcBef>
          <a:spcPct val="0"/>
        </a:spcBef>
        <a:buNone/>
        <a:defRPr lang="ko-KR" altLang="en-US" sz="3500" kern="1200">
          <a:solidFill>
            <a:sysClr val="windowText" lastClr="000000"/>
          </a:solidFill>
          <a:latin typeface="맑은 고딕" panose="020B0503020000020004" pitchFamily="50" charset="-127"/>
          <a:ea typeface="맑은 고딕" panose="020B0503020000020004" pitchFamily="50" charset="-127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lang="ko-KR" altLang="en-US" sz="2500" kern="1200" smtClean="0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lang="ko-KR" altLang="en-US" sz="1800" kern="1200" smtClean="0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lang="ko-KR" altLang="en-US" sz="1800" kern="1200" smtClean="0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lang="ko-KR" altLang="en-US" sz="1800" kern="1200" smtClean="0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lang="ko-KR" altLang="en-US" sz="1800" kern="1200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직선 연결선 32"/>
          <p:cNvCxnSpPr/>
          <p:nvPr/>
        </p:nvCxnSpPr>
        <p:spPr>
          <a:xfrm>
            <a:off x="68315" y="6563894"/>
            <a:ext cx="9751252" cy="1588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49826" y="6581012"/>
            <a:ext cx="260359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 dirty="0">
                <a:solidFill>
                  <a:prstClr val="black"/>
                </a:solidFill>
              </a:rPr>
              <a:t>Copyright ⓒ 2025 WIZWIG CO., LTD. All rights reserved</a:t>
            </a:r>
          </a:p>
        </p:txBody>
      </p:sp>
      <p:graphicFrame>
        <p:nvGraphicFramePr>
          <p:cNvPr id="36" name="표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4267840"/>
              </p:ext>
            </p:extLst>
          </p:nvPr>
        </p:nvGraphicFramePr>
        <p:xfrm>
          <a:off x="164472" y="1080490"/>
          <a:ext cx="9577063" cy="542847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8007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8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17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08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00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화면 </a:t>
                      </a: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Layout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99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Comment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99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146">
                <a:tc rowSpan="8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오산교육재단 홈페이지 개편</a:t>
                      </a: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14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  <a:t>Code</a:t>
                      </a:r>
                      <a:endParaRPr lang="ko-KR" altLang="en-US" sz="8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화면 명</a:t>
                      </a: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15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014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맑은 고딕" pitchFamily="50" charset="-127"/>
                          <a:ea typeface="맑은 고딕" pitchFamily="50" charset="-127"/>
                        </a:rPr>
                        <a:t>경로</a:t>
                      </a:r>
                      <a:endParaRPr lang="ko-KR" altLang="en-US" sz="8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014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처리기능설명</a:t>
                      </a: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7805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66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>
                          <a:latin typeface="맑은 고딕" pitchFamily="50" charset="-127"/>
                          <a:ea typeface="맑은 고딕" pitchFamily="50" charset="-127"/>
                        </a:rPr>
                        <a:t>요구사항</a:t>
                      </a:r>
                      <a:endParaRPr lang="ko-KR" altLang="en-US" sz="7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785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>
                          <a:latin typeface="맑은 고딕" pitchFamily="50" charset="-127"/>
                          <a:ea typeface="맑은 고딕" pitchFamily="50" charset="-127"/>
                        </a:rPr>
                        <a:t>요구사항 </a:t>
                      </a:r>
                      <a:r>
                        <a:rPr lang="en-US" altLang="ko-KR" sz="700" b="1"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lang="ko-KR" altLang="en-US" sz="7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8" name="Text Box 119"/>
          <p:cNvSpPr txBox="1">
            <a:spLocks noChangeArrowheads="1"/>
          </p:cNvSpPr>
          <p:nvPr/>
        </p:nvSpPr>
        <p:spPr bwMode="auto">
          <a:xfrm>
            <a:off x="4767190" y="6581661"/>
            <a:ext cx="35298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96004F94-3BE7-4D60-B404-1745300C98A2}" type="slidenum">
              <a:rPr lang="ko-KR" altLang="en-US" sz="1000" b="1">
                <a:solidFill>
                  <a:prstClr val="black"/>
                </a:solidFill>
              </a:rPr>
              <a:pPr/>
              <a:t>‹#›</a:t>
            </a:fld>
            <a:endParaRPr lang="en-US" altLang="ko-KR" sz="1000" b="1" dirty="0">
              <a:solidFill>
                <a:prstClr val="black"/>
              </a:solidFill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A61AE751-A852-33F2-4DAF-3E0F8737F56B}"/>
              </a:ext>
            </a:extLst>
          </p:cNvPr>
          <p:cNvCxnSpPr/>
          <p:nvPr userDrawn="1"/>
        </p:nvCxnSpPr>
        <p:spPr>
          <a:xfrm>
            <a:off x="68315" y="497938"/>
            <a:ext cx="9751252" cy="1588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B8DED98-358A-E3B5-3F20-E1EAEC1C520C}"/>
              </a:ext>
            </a:extLst>
          </p:cNvPr>
          <p:cNvCxnSpPr/>
          <p:nvPr userDrawn="1"/>
        </p:nvCxnSpPr>
        <p:spPr>
          <a:xfrm>
            <a:off x="68315" y="539950"/>
            <a:ext cx="9751252" cy="1588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EE82D3-13CC-132D-9803-18AC5049888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312789061"/>
              </p:ext>
            </p:extLst>
          </p:nvPr>
        </p:nvGraphicFramePr>
        <p:xfrm>
          <a:off x="164472" y="590019"/>
          <a:ext cx="9577063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3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89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823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156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704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704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059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42876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화면설계서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단위시스템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lang="en-US" altLang="ko-KR" sz="800" dirty="0"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r>
                        <a:rPr lang="ko-KR" altLang="en-US" sz="800" dirty="0"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맑은 고딕" pitchFamily="50" charset="-127"/>
                          <a:ea typeface="맑은 고딕" pitchFamily="50" charset="-127"/>
                        </a:rPr>
                        <a:t>설계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문서번호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itchFamily="50" charset="-127"/>
                          <a:ea typeface="+mn-ea"/>
                        </a:rPr>
                        <a:t>OEP-03-03-03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383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작성자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latin typeface="맑은 고딕" pitchFamily="50" charset="-127"/>
                          <a:ea typeface="맑은 고딕" pitchFamily="50" charset="-127"/>
                        </a:rPr>
                        <a:t>최성열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작성일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itchFamily="50" charset="-127"/>
                          <a:ea typeface="맑은 고딕" pitchFamily="50" charset="-127"/>
                        </a:rPr>
                        <a:t>2025.10.14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문서버젼</a:t>
                      </a:r>
                      <a:endParaRPr lang="ko-KR" altLang="en-US" sz="800" b="1" dirty="0"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itchFamily="50" charset="-127"/>
                          <a:ea typeface="맑은 고딕" pitchFamily="50" charset="-127"/>
                        </a:rPr>
                        <a:t>1.0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7DBCC956-CA40-3813-98CB-0C9F2DF63B24}"/>
              </a:ext>
            </a:extLst>
          </p:cNvPr>
          <p:cNvSpPr txBox="1"/>
          <p:nvPr userDrawn="1"/>
        </p:nvSpPr>
        <p:spPr>
          <a:xfrm>
            <a:off x="8095943" y="188650"/>
            <a:ext cx="169790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b="1" dirty="0">
                <a:latin typeface="나눔고딕" pitchFamily="50" charset="-127"/>
                <a:ea typeface="나눔고딕" pitchFamily="50" charset="-127"/>
              </a:rPr>
              <a:t>오산교육재단 홈페이지 개편</a:t>
            </a:r>
            <a:endParaRPr lang="ko-KR" altLang="en-US" sz="1000" b="1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1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7FFB4A56-D1BF-D07E-8280-5AF35E9143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468" y="166184"/>
            <a:ext cx="1184930" cy="3021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96400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9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.bin"/><Relationship Id="rId3" Type="http://schemas.openxmlformats.org/officeDocument/2006/relationships/image" Target="../media/image9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Relationship Id="rId9" Type="http://schemas.openxmlformats.org/officeDocument/2006/relationships/image" Target="../media/image13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7.png"/><Relationship Id="rId5" Type="http://schemas.openxmlformats.org/officeDocument/2006/relationships/image" Target="../media/image11.emf"/><Relationship Id="rId4" Type="http://schemas.openxmlformats.org/officeDocument/2006/relationships/oleObject" Target="../embeddings/oleObject2.bin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4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4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4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4.png"/><Relationship Id="rId4" Type="http://schemas.openxmlformats.org/officeDocument/2006/relationships/image" Target="../media/image10.emf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.bin"/><Relationship Id="rId3" Type="http://schemas.openxmlformats.org/officeDocument/2006/relationships/image" Target="../media/image9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Relationship Id="rId9" Type="http://schemas.openxmlformats.org/officeDocument/2006/relationships/image" Target="../media/image13.emf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.bin"/><Relationship Id="rId3" Type="http://schemas.openxmlformats.org/officeDocument/2006/relationships/image" Target="../media/image9.png"/><Relationship Id="rId7" Type="http://schemas.openxmlformats.org/officeDocument/2006/relationships/image" Target="../media/image11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.bin"/><Relationship Id="rId9" Type="http://schemas.openxmlformats.org/officeDocument/2006/relationships/image" Target="../media/image13.emf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9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0.emf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image" Target="../media/image9.png"/><Relationship Id="rId7" Type="http://schemas.openxmlformats.org/officeDocument/2006/relationships/image" Target="../media/image10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13.emf"/><Relationship Id="rId4" Type="http://schemas.openxmlformats.org/officeDocument/2006/relationships/oleObject" Target="../embeddings/oleObject3.bin"/><Relationship Id="rId9" Type="http://schemas.openxmlformats.org/officeDocument/2006/relationships/image" Target="../media/image11.e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5.png"/><Relationship Id="rId4" Type="http://schemas.openxmlformats.org/officeDocument/2006/relationships/image" Target="../media/image13.e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6.png"/><Relationship Id="rId4" Type="http://schemas.openxmlformats.org/officeDocument/2006/relationships/image" Target="../media/image13.em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7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6"/>
          <p:cNvSpPr>
            <a:spLocks noGrp="1"/>
          </p:cNvSpPr>
          <p:nvPr>
            <p:ph type="ctrTitle"/>
          </p:nvPr>
        </p:nvSpPr>
        <p:spPr>
          <a:xfrm>
            <a:off x="116465" y="833221"/>
            <a:ext cx="5412601" cy="540060"/>
          </a:xfrm>
        </p:spPr>
        <p:txBody>
          <a:bodyPr/>
          <a:lstStyle/>
          <a:p>
            <a:r>
              <a:rPr lang="ko-KR" altLang="en-US" sz="3200" b="1" dirty="0">
                <a:latin typeface="나눔고딕" pitchFamily="50" charset="-127"/>
                <a:ea typeface="나눔고딕" pitchFamily="50" charset="-127"/>
              </a:rPr>
              <a:t>오산교육재단</a:t>
            </a:r>
            <a:br>
              <a:rPr lang="en-US" altLang="ko-KR" sz="3200" b="1" dirty="0">
                <a:latin typeface="나눔고딕" pitchFamily="50" charset="-127"/>
                <a:ea typeface="나눔고딕" pitchFamily="50" charset="-127"/>
              </a:rPr>
            </a:br>
            <a:r>
              <a:rPr lang="ko-KR" altLang="en-US" sz="3200" b="1" dirty="0">
                <a:latin typeface="나눔고딕" pitchFamily="50" charset="-127"/>
                <a:ea typeface="나눔고딕" pitchFamily="50" charset="-127"/>
              </a:rPr>
              <a:t>홈페이지 개편</a:t>
            </a:r>
            <a:endParaRPr lang="ko-KR" altLang="en-US" sz="3000" b="1" dirty="0">
              <a:solidFill>
                <a:schemeClr val="bg1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28464" y="2024844"/>
            <a:ext cx="2364750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3400" b="1">
                <a:solidFill>
                  <a:schemeClr val="bg1"/>
                </a:solidFill>
              </a:rPr>
              <a:t>화면설계서</a:t>
            </a:r>
          </a:p>
        </p:txBody>
      </p:sp>
      <p:pic>
        <p:nvPicPr>
          <p:cNvPr id="10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9381" y="6077898"/>
            <a:ext cx="1290559" cy="2949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TextBox 10"/>
          <p:cNvSpPr txBox="1"/>
          <p:nvPr/>
        </p:nvSpPr>
        <p:spPr>
          <a:xfrm>
            <a:off x="6770236" y="6453336"/>
            <a:ext cx="298511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Copyright ⓒ 2025 WIZWIG CO., LTD., All rights reserved</a:t>
            </a:r>
          </a:p>
        </p:txBody>
      </p:sp>
      <p:sp>
        <p:nvSpPr>
          <p:cNvPr id="8" name="직사각형 7"/>
          <p:cNvSpPr/>
          <p:nvPr/>
        </p:nvSpPr>
        <p:spPr>
          <a:xfrm>
            <a:off x="128464" y="2744924"/>
            <a:ext cx="146706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000" b="1" dirty="0">
                <a:solidFill>
                  <a:schemeClr val="bg1"/>
                </a:solidFill>
              </a:rPr>
              <a:t>[</a:t>
            </a:r>
            <a:r>
              <a:rPr lang="ko-KR" altLang="en-US" sz="2000" b="1" dirty="0">
                <a:solidFill>
                  <a:schemeClr val="bg1"/>
                </a:solidFill>
              </a:rPr>
              <a:t>홈페이지</a:t>
            </a:r>
            <a:r>
              <a:rPr lang="en-US" altLang="ko-KR" sz="2000" b="1" dirty="0">
                <a:solidFill>
                  <a:schemeClr val="bg1"/>
                </a:solidFill>
              </a:rPr>
              <a:t>]</a:t>
            </a:r>
          </a:p>
          <a:p>
            <a:r>
              <a:rPr lang="ko-KR" altLang="en-US" sz="2000" b="1" dirty="0">
                <a:solidFill>
                  <a:schemeClr val="bg1"/>
                </a:solidFill>
              </a:rPr>
              <a:t>마이페이지</a:t>
            </a: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5D2B0827-74F0-A0F7-9599-1B004FECC3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6517" y="342531"/>
            <a:ext cx="1303423" cy="3323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88706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02335799"/>
              </p:ext>
            </p:extLst>
          </p:nvPr>
        </p:nvGraphicFramePr>
        <p:xfrm>
          <a:off x="165106" y="1183340"/>
          <a:ext cx="9575801" cy="5026507"/>
        </p:xfrm>
        <a:graphic>
          <a:graphicData uri="http://schemas.openxmlformats.org/drawingml/2006/table">
            <a:tbl>
              <a:tblPr/>
              <a:tblGrid>
                <a:gridCol w="13057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3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94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3221">
                <a:tc gridSpan="4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문서이력표</a:t>
                      </a: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8862">
                <a:tc gridSpan="4">
                  <a:txBody>
                    <a:bodyPr/>
                    <a:lstStyle/>
                    <a:p>
                      <a:pPr marL="0" marR="0" lvl="0" indent="0" algn="l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오산교육재단 홈페이지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마이페이지 화면설계서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8862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문서버젼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개정일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개정내용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작성자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941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1.0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2025.10.14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latin typeface="나눔고딕" pitchFamily="50" charset="-127"/>
                          <a:ea typeface="나눔고딕" pitchFamily="50" charset="-127"/>
                        </a:rPr>
                        <a:t>최초 작성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latin typeface="나눔고딕" pitchFamily="50" charset="-127"/>
                          <a:ea typeface="나눔고딕" pitchFamily="50" charset="-127"/>
                        </a:rPr>
                        <a:t>최성열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941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1.1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2025.10.23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마이페이지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나의신청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평생교육장려금 신청정보 내 서약서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마이페이지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나의신청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평생교육장려금 수강정보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평생교육장려금 청구정보 로 네이밍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마이페이지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나의신청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평생교육장려금 신청정보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평생교육장려금 수강등록신고 로 네이밍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마이페이지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나의신청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평생교육장려금 수강등록신고에 첨부파일 첨부 기능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마이페이지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나의신청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고등학생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대학생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특기생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장학금 신청정보 내 제출서류 항목에 설정 정보 추가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최성열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941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1.2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2025.10.23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화면설계서 코멘트 작업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최성열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941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1.3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2025.10.29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모든 신청정보 내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최종전입일자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항목을 주소란 위로 위치 이동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고등학생 장학금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대학생장학금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특기생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장학금 신청정보 중 추천서 항목에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[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양식받기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]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기능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건강보험료납입증명서 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모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보험료납입확인서로 명칭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보험료납입확인서에서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납부액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납부액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모 합산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으로 명칭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첨부파일 항목에 성적 입력란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지방세 세목별 과세증명서 본인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모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지방세 세목별 과세증명서로 명칭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지방세 세목별 과세증명서에서 재산세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재산세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모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학생 합산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으로 명칭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수상실적확인서에서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대회명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&gt;&gt;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대회규모로 명칭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수상실적확인서에서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대회명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앞에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드롭박스로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선택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국제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국내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신청정보 중 자격증사본에서 자격내용 앞에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드롭박스로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선택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/50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 목록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행복기숙사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신청자정보에서 신청 기숙사 항목 및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드롭박스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행복기숙사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신청자정보 중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최종전입일자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내 공고일 기준 오산시 거주 확인 후 신청 텍스트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신청자 계좌정보 타이틀 옆에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사립행복기숙사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신청자만 계좌정보 기재 텍스트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신청정보에서 가족관계증명서 서류 제출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신청정보 중 재학증명서에 문구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신청정보 중 지원금 신청 서류 항목 삭제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신청정보에서 서약서 항목 추가 및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[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양식받기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]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최성열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748213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24BEB7-FE31-29AA-611D-581405933A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0C79ADB7-2817-ADF6-DA2B-48E4CFB4B51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84820586"/>
              </p:ext>
            </p:extLst>
          </p:nvPr>
        </p:nvGraphicFramePr>
        <p:xfrm>
          <a:off x="165106" y="1183340"/>
          <a:ext cx="9575801" cy="2810225"/>
        </p:xfrm>
        <a:graphic>
          <a:graphicData uri="http://schemas.openxmlformats.org/drawingml/2006/table">
            <a:tbl>
              <a:tblPr/>
              <a:tblGrid>
                <a:gridCol w="9354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41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96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94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3221">
                <a:tc gridSpan="4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문서이력표</a:t>
                      </a: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8862">
                <a:tc gridSpan="4">
                  <a:txBody>
                    <a:bodyPr/>
                    <a:lstStyle/>
                    <a:p>
                      <a:pPr marL="0" marR="0" lvl="0" indent="0" algn="l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오산교육재단 홈페이지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&gt;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마이페이지 화면설계서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53177" marR="53177" marT="42541" marB="42541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8862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문서버젼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개정일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개정내용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작성자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941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1.3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2025.10.29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신청정보 중 기타 및 추가서류 항목에 텍스트 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고등학생 장학금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대학생장학금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특기생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장학금 신청정보 중 첨부파일 항목에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[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양식받기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]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추가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고등학생 장학금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대학생장학금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특기생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장학금 수강정보 기능 삭제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모든 프로그램 상태를 선택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신청완료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심사중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선발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탈락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대기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신청취소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팽생교육장려금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청구정보 내 청구정보 폼을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1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차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~ 4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차까지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4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개로 구성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팽생교육장려금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청구정보 내 통장사본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주민등록초본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첨부파일을 별도 폼으로 분리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팽생교육장려금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청구정보 내 교육기관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상태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프로그램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교육비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교육비 영수증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수료증을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1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차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~4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차까지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4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개 구성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최성열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941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1.4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2025.11.03</a:t>
                      </a:r>
                      <a:endParaRPr lang="ko-KR" altLang="en-US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특기생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장학금에서 개인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단체 전형별 제출서류 중 자격증사본 삭제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특기생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장학금에서 기능 전형별 제출서류 중 수상실적확인서 삭제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행복기숙사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latin typeface="나눔고딕" pitchFamily="50" charset="-127"/>
                          <a:ea typeface="나눔고딕" pitchFamily="50" charset="-127"/>
                        </a:rPr>
                        <a:t>입사비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 신청정보 중 계좌정보는 선택 사항으로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marL="92075" marR="0" lvl="0" indent="-920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평생교육장려금 수강정보신고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청구정보애서 청구정보 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2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차</a:t>
                      </a:r>
                      <a:r>
                        <a:rPr lang="en-US" altLang="ko-KR" sz="1000" dirty="0">
                          <a:latin typeface="나눔고딕" pitchFamily="50" charset="-127"/>
                          <a:ea typeface="나눔고딕" pitchFamily="50" charset="-127"/>
                        </a:rPr>
                        <a:t>~4</a:t>
                      </a: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차는 선택 항목으로 변경</a:t>
                      </a:r>
                      <a:endParaRPr lang="en-US" altLang="ko-KR" sz="100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itchFamily="50" charset="-127"/>
                          <a:ea typeface="나눔고딕" pitchFamily="50" charset="-127"/>
                        </a:rPr>
                        <a:t>최성열</a:t>
                      </a:r>
                    </a:p>
                  </a:txBody>
                  <a:tcPr marL="99060" marR="9906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69104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326370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8648957"/>
              </p:ext>
            </p:extLst>
          </p:nvPr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/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 홈페이지</a:t>
            </a:r>
          </a:p>
        </p:txBody>
      </p:sp>
      <p:sp>
        <p:nvSpPr>
          <p:cNvPr id="76" name="모서리가 둥근 직사각형 75"/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메인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로그인</a:t>
            </a:r>
          </a:p>
        </p:txBody>
      </p:sp>
      <p:sp>
        <p:nvSpPr>
          <p:cNvPr id="82" name="모서리가 둥근 직사각형 81"/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회원가입</a:t>
            </a:r>
          </a:p>
        </p:txBody>
      </p:sp>
      <p:sp>
        <p:nvSpPr>
          <p:cNvPr id="83" name="모서리가 둥근 직사각형 82"/>
          <p:cNvSpPr/>
          <p:nvPr/>
        </p:nvSpPr>
        <p:spPr>
          <a:xfrm>
            <a:off x="304478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ID/PW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찾기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088904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재단소개</a:t>
            </a:r>
          </a:p>
        </p:txBody>
      </p:sp>
      <p:sp>
        <p:nvSpPr>
          <p:cNvPr id="85" name="모서리가 둥근 직사각형 84"/>
          <p:cNvSpPr/>
          <p:nvPr/>
        </p:nvSpPr>
        <p:spPr>
          <a:xfrm>
            <a:off x="600927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열린경영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887566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마이페이지</a:t>
            </a:r>
          </a:p>
        </p:txBody>
      </p:sp>
      <p:cxnSp>
        <p:nvCxnSpPr>
          <p:cNvPr id="104" name="꺾인 연결선 103"/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/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/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/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81931" y="1144762"/>
            <a:ext cx="343487" cy="155377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/>
          <p:cNvCxnSpPr>
            <a:stCxn id="84" idx="0"/>
            <a:endCxn id="75" idx="2"/>
          </p:cNvCxnSpPr>
          <p:nvPr/>
        </p:nvCxnSpPr>
        <p:spPr>
          <a:xfrm rot="5400000" flipH="1" flipV="1">
            <a:off x="4603989" y="1666820"/>
            <a:ext cx="343487" cy="509657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/>
          <p:cNvCxnSpPr>
            <a:stCxn id="85" idx="0"/>
            <a:endCxn id="75" idx="2"/>
          </p:cNvCxnSpPr>
          <p:nvPr/>
        </p:nvCxnSpPr>
        <p:spPr>
          <a:xfrm rot="16200000" flipV="1">
            <a:off x="5564177" y="1216289"/>
            <a:ext cx="343487" cy="1410717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/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6528104" y="252362"/>
            <a:ext cx="343487" cy="333857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644307EB-4AEF-9DF9-A665-63EC3A4CFC16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97368" y="-216902"/>
            <a:ext cx="343487" cy="427709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FF428B43-48C0-330F-58DF-A58897517C69}"/>
              </a:ext>
            </a:extLst>
          </p:cNvPr>
          <p:cNvSpPr/>
          <p:nvPr/>
        </p:nvSpPr>
        <p:spPr>
          <a:xfrm>
            <a:off x="793713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프로그램신청</a:t>
            </a:r>
          </a:p>
        </p:txBody>
      </p:sp>
      <p:sp>
        <p:nvSpPr>
          <p:cNvPr id="3" name="모서리가 둥근 직사각형 83">
            <a:extLst>
              <a:ext uri="{FF2B5EF4-FFF2-40B4-BE49-F238E27FC236}">
                <a16:creationId xmlns:a16="http://schemas.microsoft.com/office/drawing/2014/main" id="{B6628934-0CC3-8B75-8F1A-251C2087CDC7}"/>
              </a:ext>
            </a:extLst>
          </p:cNvPr>
          <p:cNvSpPr/>
          <p:nvPr/>
        </p:nvSpPr>
        <p:spPr>
          <a:xfrm>
            <a:off x="4624329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재단안내</a:t>
            </a:r>
          </a:p>
        </p:txBody>
      </p:sp>
      <p:cxnSp>
        <p:nvCxnSpPr>
          <p:cNvPr id="4" name="꺾인 연결선 111">
            <a:extLst>
              <a:ext uri="{FF2B5EF4-FFF2-40B4-BE49-F238E27FC236}">
                <a16:creationId xmlns:a16="http://schemas.microsoft.com/office/drawing/2014/main" id="{49A95291-24B8-81D0-2B5C-A4201A8D5064}"/>
              </a:ext>
            </a:extLst>
          </p:cNvPr>
          <p:cNvCxnSpPr>
            <a:cxnSpLocks/>
            <a:stCxn id="3" idx="1"/>
            <a:endCxn id="84" idx="2"/>
          </p:cNvCxnSpPr>
          <p:nvPr/>
        </p:nvCxnSpPr>
        <p:spPr>
          <a:xfrm rot="10800000">
            <a:off x="4520905" y="2282743"/>
            <a:ext cx="10342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모서리가 둥근 직사각형 83">
            <a:extLst>
              <a:ext uri="{FF2B5EF4-FFF2-40B4-BE49-F238E27FC236}">
                <a16:creationId xmlns:a16="http://schemas.microsoft.com/office/drawing/2014/main" id="{542BC5F9-0DEA-6F6A-05DA-7CC81AC03EA5}"/>
              </a:ext>
            </a:extLst>
          </p:cNvPr>
          <p:cNvSpPr/>
          <p:nvPr/>
        </p:nvSpPr>
        <p:spPr>
          <a:xfrm>
            <a:off x="4624329" y="3383751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조직안내</a:t>
            </a:r>
          </a:p>
        </p:txBody>
      </p: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D7CDACE6-F8F4-78E6-FE6E-80FE46ECB8C7}"/>
              </a:ext>
            </a:extLst>
          </p:cNvPr>
          <p:cNvSpPr/>
          <p:nvPr/>
        </p:nvSpPr>
        <p:spPr>
          <a:xfrm>
            <a:off x="4624329" y="421471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사업소개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E0DFAD42-1C52-DC6A-734F-22B90376EDD5}"/>
              </a:ext>
            </a:extLst>
          </p:cNvPr>
          <p:cNvSpPr/>
          <p:nvPr/>
        </p:nvSpPr>
        <p:spPr>
          <a:xfrm>
            <a:off x="4624329" y="487354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찾아오시는길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E9485B48-F211-25A4-0EC7-9E6F19A48105}"/>
              </a:ext>
            </a:extLst>
          </p:cNvPr>
          <p:cNvSpPr/>
          <p:nvPr/>
        </p:nvSpPr>
        <p:spPr>
          <a:xfrm>
            <a:off x="4624329" y="552350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약관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9BAB1E5B-B43B-1151-5345-B7B8B01608B9}"/>
              </a:ext>
            </a:extLst>
          </p:cNvPr>
          <p:cNvSpPr/>
          <p:nvPr/>
        </p:nvSpPr>
        <p:spPr>
          <a:xfrm>
            <a:off x="3580212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아이디 찾기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8B98DE72-7318-9BF4-88B0-552DE03FA791}"/>
              </a:ext>
            </a:extLst>
          </p:cNvPr>
          <p:cNvCxnSpPr>
            <a:cxnSpLocks/>
            <a:stCxn id="22" idx="1"/>
            <a:endCxn id="83" idx="2"/>
          </p:cNvCxnSpPr>
          <p:nvPr/>
        </p:nvCxnSpPr>
        <p:spPr>
          <a:xfrm rot="10800000">
            <a:off x="3476788" y="2282743"/>
            <a:ext cx="103424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F21E7618-094F-0680-56DE-93F241DE3734}"/>
              </a:ext>
            </a:extLst>
          </p:cNvPr>
          <p:cNvSpPr/>
          <p:nvPr/>
        </p:nvSpPr>
        <p:spPr>
          <a:xfrm>
            <a:off x="3580212" y="254970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비밀번호 찾기</a:t>
            </a:r>
          </a:p>
        </p:txBody>
      </p:sp>
      <p:sp>
        <p:nvSpPr>
          <p:cNvPr id="30" name="모서리가 둥근 직사각형 83">
            <a:extLst>
              <a:ext uri="{FF2B5EF4-FFF2-40B4-BE49-F238E27FC236}">
                <a16:creationId xmlns:a16="http://schemas.microsoft.com/office/drawing/2014/main" id="{69F46221-6C97-4B2E-708F-CC9E97DD3547}"/>
              </a:ext>
            </a:extLst>
          </p:cNvPr>
          <p:cNvSpPr/>
          <p:nvPr/>
        </p:nvSpPr>
        <p:spPr>
          <a:xfrm>
            <a:off x="2511676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이용약관동의</a:t>
            </a:r>
          </a:p>
        </p:txBody>
      </p:sp>
      <p:cxnSp>
        <p:nvCxnSpPr>
          <p:cNvPr id="31" name="꺾인 연결선 111">
            <a:extLst>
              <a:ext uri="{FF2B5EF4-FFF2-40B4-BE49-F238E27FC236}">
                <a16:creationId xmlns:a16="http://schemas.microsoft.com/office/drawing/2014/main" id="{0AD55E6D-B5A9-5C8D-5E00-3CB784F7CA74}"/>
              </a:ext>
            </a:extLst>
          </p:cNvPr>
          <p:cNvCxnSpPr>
            <a:cxnSpLocks/>
            <a:stCxn id="30" idx="1"/>
            <a:endCxn id="82" idx="2"/>
          </p:cNvCxnSpPr>
          <p:nvPr/>
        </p:nvCxnSpPr>
        <p:spPr>
          <a:xfrm rot="10800000">
            <a:off x="2408252" y="2282743"/>
            <a:ext cx="103424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83">
            <a:extLst>
              <a:ext uri="{FF2B5EF4-FFF2-40B4-BE49-F238E27FC236}">
                <a16:creationId xmlns:a16="http://schemas.microsoft.com/office/drawing/2014/main" id="{4EFD5377-C79E-BF81-3A68-CFD38A4C88FE}"/>
              </a:ext>
            </a:extLst>
          </p:cNvPr>
          <p:cNvSpPr/>
          <p:nvPr/>
        </p:nvSpPr>
        <p:spPr>
          <a:xfrm>
            <a:off x="2511676" y="254970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만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14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 미만</a:t>
            </a:r>
          </a:p>
        </p:txBody>
      </p: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5A3B1B57-2331-7D22-5E6B-A8A8A647A70D}"/>
              </a:ext>
            </a:extLst>
          </p:cNvPr>
          <p:cNvSpPr/>
          <p:nvPr/>
        </p:nvSpPr>
        <p:spPr>
          <a:xfrm>
            <a:off x="2511676" y="275174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만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14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 이상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8388D7C8-00F5-81BB-0B86-4807235E4F0F}"/>
              </a:ext>
            </a:extLst>
          </p:cNvPr>
          <p:cNvSpPr/>
          <p:nvPr/>
        </p:nvSpPr>
        <p:spPr>
          <a:xfrm>
            <a:off x="2511676" y="295378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회원정보 작성</a:t>
            </a:r>
          </a:p>
        </p:txBody>
      </p:sp>
      <p:sp>
        <p:nvSpPr>
          <p:cNvPr id="35" name="모서리가 둥근 직사각형 83">
            <a:extLst>
              <a:ext uri="{FF2B5EF4-FFF2-40B4-BE49-F238E27FC236}">
                <a16:creationId xmlns:a16="http://schemas.microsoft.com/office/drawing/2014/main" id="{BBEF9BFD-D023-5D5E-96F3-B30E868F1588}"/>
              </a:ext>
            </a:extLst>
          </p:cNvPr>
          <p:cNvSpPr/>
          <p:nvPr/>
        </p:nvSpPr>
        <p:spPr>
          <a:xfrm>
            <a:off x="2511676" y="315582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가입신청 완료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모서리가 둥근 직사각형 83">
            <a:extLst>
              <a:ext uri="{FF2B5EF4-FFF2-40B4-BE49-F238E27FC236}">
                <a16:creationId xmlns:a16="http://schemas.microsoft.com/office/drawing/2014/main" id="{2AF7E80B-C64D-D588-A623-80F881C2630D}"/>
              </a:ext>
            </a:extLst>
          </p:cNvPr>
          <p:cNvSpPr/>
          <p:nvPr/>
        </p:nvSpPr>
        <p:spPr>
          <a:xfrm>
            <a:off x="5162602" y="257469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이상장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인사말</a:t>
            </a:r>
          </a:p>
        </p:txBody>
      </p:sp>
      <p:cxnSp>
        <p:nvCxnSpPr>
          <p:cNvPr id="38" name="꺾인 연결선 111">
            <a:extLst>
              <a:ext uri="{FF2B5EF4-FFF2-40B4-BE49-F238E27FC236}">
                <a16:creationId xmlns:a16="http://schemas.microsoft.com/office/drawing/2014/main" id="{DBC2A0F1-56AB-CBE0-6102-B053D63E53F2}"/>
              </a:ext>
            </a:extLst>
          </p:cNvPr>
          <p:cNvCxnSpPr>
            <a:cxnSpLocks/>
            <a:stCxn id="37" idx="1"/>
            <a:endCxn id="3" idx="2"/>
          </p:cNvCxnSpPr>
          <p:nvPr/>
        </p:nvCxnSpPr>
        <p:spPr>
          <a:xfrm rot="10800000">
            <a:off x="5049508" y="2516589"/>
            <a:ext cx="113095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C72AAB59-5BB5-D485-2800-852879DA7D16}"/>
              </a:ext>
            </a:extLst>
          </p:cNvPr>
          <p:cNvSpPr/>
          <p:nvPr/>
        </p:nvSpPr>
        <p:spPr>
          <a:xfrm>
            <a:off x="5162602" y="276586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연혁 및 소개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모서리가 둥근 직사각형 83">
            <a:extLst>
              <a:ext uri="{FF2B5EF4-FFF2-40B4-BE49-F238E27FC236}">
                <a16:creationId xmlns:a16="http://schemas.microsoft.com/office/drawing/2014/main" id="{49AC9C30-79F1-138D-161C-D6B7D3C0DEB9}"/>
              </a:ext>
            </a:extLst>
          </p:cNvPr>
          <p:cNvSpPr/>
          <p:nvPr/>
        </p:nvSpPr>
        <p:spPr>
          <a:xfrm>
            <a:off x="5162602" y="296436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비전및핵심가치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모서리가 둥근 직사각형 83">
            <a:extLst>
              <a:ext uri="{FF2B5EF4-FFF2-40B4-BE49-F238E27FC236}">
                <a16:creationId xmlns:a16="http://schemas.microsoft.com/office/drawing/2014/main" id="{254FDB1A-DBB2-3E62-F405-0B7F7B0E79F9}"/>
              </a:ext>
            </a:extLst>
          </p:cNvPr>
          <p:cNvSpPr/>
          <p:nvPr/>
        </p:nvSpPr>
        <p:spPr>
          <a:xfrm>
            <a:off x="5162602" y="316377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설립취지</a:t>
            </a:r>
          </a:p>
        </p:txBody>
      </p:sp>
      <p:cxnSp>
        <p:nvCxnSpPr>
          <p:cNvPr id="44" name="꺾인 연결선 111">
            <a:extLst>
              <a:ext uri="{FF2B5EF4-FFF2-40B4-BE49-F238E27FC236}">
                <a16:creationId xmlns:a16="http://schemas.microsoft.com/office/drawing/2014/main" id="{E8598AB6-25DE-35BB-D3BF-368255A026E9}"/>
              </a:ext>
            </a:extLst>
          </p:cNvPr>
          <p:cNvCxnSpPr>
            <a:cxnSpLocks/>
            <a:stCxn id="9" idx="1"/>
            <a:endCxn id="84" idx="2"/>
          </p:cNvCxnSpPr>
          <p:nvPr/>
        </p:nvCxnSpPr>
        <p:spPr>
          <a:xfrm rot="10800000">
            <a:off x="4520905" y="2282744"/>
            <a:ext cx="103425" cy="11870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모서리가 둥근 직사각형 83">
            <a:extLst>
              <a:ext uri="{FF2B5EF4-FFF2-40B4-BE49-F238E27FC236}">
                <a16:creationId xmlns:a16="http://schemas.microsoft.com/office/drawing/2014/main" id="{F347DBDD-05DC-F45E-4EB8-E10DA3E3B6A3}"/>
              </a:ext>
            </a:extLst>
          </p:cNvPr>
          <p:cNvSpPr/>
          <p:nvPr/>
        </p:nvSpPr>
        <p:spPr>
          <a:xfrm>
            <a:off x="5162602" y="360830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조직도</a:t>
            </a:r>
          </a:p>
        </p:txBody>
      </p:sp>
      <p:cxnSp>
        <p:nvCxnSpPr>
          <p:cNvPr id="48" name="꺾인 연결선 111">
            <a:extLst>
              <a:ext uri="{FF2B5EF4-FFF2-40B4-BE49-F238E27FC236}">
                <a16:creationId xmlns:a16="http://schemas.microsoft.com/office/drawing/2014/main" id="{C75EBD39-12CB-2691-4735-62CA7AE1D6FC}"/>
              </a:ext>
            </a:extLst>
          </p:cNvPr>
          <p:cNvCxnSpPr>
            <a:cxnSpLocks/>
            <a:stCxn id="47" idx="1"/>
            <a:endCxn id="9" idx="2"/>
          </p:cNvCxnSpPr>
          <p:nvPr/>
        </p:nvCxnSpPr>
        <p:spPr>
          <a:xfrm rot="10800000">
            <a:off x="5049508" y="3555890"/>
            <a:ext cx="113095" cy="138483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모서리가 둥근 직사각형 83">
            <a:extLst>
              <a:ext uri="{FF2B5EF4-FFF2-40B4-BE49-F238E27FC236}">
                <a16:creationId xmlns:a16="http://schemas.microsoft.com/office/drawing/2014/main" id="{6BFA6220-A9E3-C632-2A99-B15148E9B1D3}"/>
              </a:ext>
            </a:extLst>
          </p:cNvPr>
          <p:cNvSpPr/>
          <p:nvPr/>
        </p:nvSpPr>
        <p:spPr>
          <a:xfrm>
            <a:off x="5162602" y="380742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담당업무</a:t>
            </a:r>
          </a:p>
        </p:txBody>
      </p:sp>
      <p:sp>
        <p:nvSpPr>
          <p:cNvPr id="51" name="모서리가 둥근 직사각형 83">
            <a:extLst>
              <a:ext uri="{FF2B5EF4-FFF2-40B4-BE49-F238E27FC236}">
                <a16:creationId xmlns:a16="http://schemas.microsoft.com/office/drawing/2014/main" id="{F32A935E-9A99-1265-31F6-6303826976EF}"/>
              </a:ext>
            </a:extLst>
          </p:cNvPr>
          <p:cNvSpPr/>
          <p:nvPr/>
        </p:nvSpPr>
        <p:spPr>
          <a:xfrm>
            <a:off x="5162602" y="3999507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임원현황</a:t>
            </a:r>
          </a:p>
        </p:txBody>
      </p:sp>
      <p:cxnSp>
        <p:nvCxnSpPr>
          <p:cNvPr id="52" name="꺾인 연결선 111">
            <a:extLst>
              <a:ext uri="{FF2B5EF4-FFF2-40B4-BE49-F238E27FC236}">
                <a16:creationId xmlns:a16="http://schemas.microsoft.com/office/drawing/2014/main" id="{525B40D7-4721-70B3-F911-4D2F26F5EFB6}"/>
              </a:ext>
            </a:extLst>
          </p:cNvPr>
          <p:cNvCxnSpPr>
            <a:cxnSpLocks/>
            <a:stCxn id="32" idx="1"/>
            <a:endCxn id="82" idx="2"/>
          </p:cNvCxnSpPr>
          <p:nvPr/>
        </p:nvCxnSpPr>
        <p:spPr>
          <a:xfrm rot="10800000">
            <a:off x="2408252" y="2282743"/>
            <a:ext cx="103424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꺾인 연결선 111">
            <a:extLst>
              <a:ext uri="{FF2B5EF4-FFF2-40B4-BE49-F238E27FC236}">
                <a16:creationId xmlns:a16="http://schemas.microsoft.com/office/drawing/2014/main" id="{1EE1A782-A743-B6B7-71CC-4D5F11844199}"/>
              </a:ext>
            </a:extLst>
          </p:cNvPr>
          <p:cNvCxnSpPr>
            <a:cxnSpLocks/>
            <a:stCxn id="33" idx="1"/>
            <a:endCxn id="82" idx="2"/>
          </p:cNvCxnSpPr>
          <p:nvPr/>
        </p:nvCxnSpPr>
        <p:spPr>
          <a:xfrm rot="10800000">
            <a:off x="2408252" y="2282744"/>
            <a:ext cx="103424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꺾인 연결선 111">
            <a:extLst>
              <a:ext uri="{FF2B5EF4-FFF2-40B4-BE49-F238E27FC236}">
                <a16:creationId xmlns:a16="http://schemas.microsoft.com/office/drawing/2014/main" id="{94E241BD-E809-67AA-1726-C7DC5CD84B77}"/>
              </a:ext>
            </a:extLst>
          </p:cNvPr>
          <p:cNvCxnSpPr>
            <a:cxnSpLocks/>
            <a:stCxn id="34" idx="1"/>
            <a:endCxn id="82" idx="2"/>
          </p:cNvCxnSpPr>
          <p:nvPr/>
        </p:nvCxnSpPr>
        <p:spPr>
          <a:xfrm rot="10800000">
            <a:off x="2408252" y="2282743"/>
            <a:ext cx="103424" cy="757110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꺾인 연결선 111">
            <a:extLst>
              <a:ext uri="{FF2B5EF4-FFF2-40B4-BE49-F238E27FC236}">
                <a16:creationId xmlns:a16="http://schemas.microsoft.com/office/drawing/2014/main" id="{95350DA6-F948-FE41-F974-8A9CE6B93DDB}"/>
              </a:ext>
            </a:extLst>
          </p:cNvPr>
          <p:cNvCxnSpPr>
            <a:cxnSpLocks/>
            <a:stCxn id="35" idx="1"/>
            <a:endCxn id="82" idx="2"/>
          </p:cNvCxnSpPr>
          <p:nvPr/>
        </p:nvCxnSpPr>
        <p:spPr>
          <a:xfrm rot="10800000">
            <a:off x="2408252" y="2282744"/>
            <a:ext cx="103424" cy="959151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꺾인 연결선 111">
            <a:extLst>
              <a:ext uri="{FF2B5EF4-FFF2-40B4-BE49-F238E27FC236}">
                <a16:creationId xmlns:a16="http://schemas.microsoft.com/office/drawing/2014/main" id="{D565B3F3-68DE-294B-C4F6-B1D975437F25}"/>
              </a:ext>
            </a:extLst>
          </p:cNvPr>
          <p:cNvCxnSpPr>
            <a:cxnSpLocks/>
            <a:stCxn id="24" idx="1"/>
            <a:endCxn id="83" idx="2"/>
          </p:cNvCxnSpPr>
          <p:nvPr/>
        </p:nvCxnSpPr>
        <p:spPr>
          <a:xfrm rot="10800000">
            <a:off x="3476788" y="2282743"/>
            <a:ext cx="103424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꺾인 연결선 111">
            <a:extLst>
              <a:ext uri="{FF2B5EF4-FFF2-40B4-BE49-F238E27FC236}">
                <a16:creationId xmlns:a16="http://schemas.microsoft.com/office/drawing/2014/main" id="{00EE7086-BFFA-F6B2-F436-BB7C4449478B}"/>
              </a:ext>
            </a:extLst>
          </p:cNvPr>
          <p:cNvCxnSpPr>
            <a:cxnSpLocks/>
            <a:stCxn id="11" idx="1"/>
            <a:endCxn id="84" idx="2"/>
          </p:cNvCxnSpPr>
          <p:nvPr/>
        </p:nvCxnSpPr>
        <p:spPr>
          <a:xfrm rot="10800000">
            <a:off x="4520905" y="2282743"/>
            <a:ext cx="103425" cy="2018042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꺾인 연결선 111">
            <a:extLst>
              <a:ext uri="{FF2B5EF4-FFF2-40B4-BE49-F238E27FC236}">
                <a16:creationId xmlns:a16="http://schemas.microsoft.com/office/drawing/2014/main" id="{5677EEC1-01F7-36DC-5811-CCBEF0301880}"/>
              </a:ext>
            </a:extLst>
          </p:cNvPr>
          <p:cNvCxnSpPr>
            <a:cxnSpLocks/>
            <a:stCxn id="12" idx="1"/>
            <a:endCxn id="84" idx="2"/>
          </p:cNvCxnSpPr>
          <p:nvPr/>
        </p:nvCxnSpPr>
        <p:spPr>
          <a:xfrm rot="10800000">
            <a:off x="4520905" y="2282744"/>
            <a:ext cx="103425" cy="26768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꺾인 연결선 111">
            <a:extLst>
              <a:ext uri="{FF2B5EF4-FFF2-40B4-BE49-F238E27FC236}">
                <a16:creationId xmlns:a16="http://schemas.microsoft.com/office/drawing/2014/main" id="{A5E72A2E-6DA7-A541-9121-1820F604FB80}"/>
              </a:ext>
            </a:extLst>
          </p:cNvPr>
          <p:cNvCxnSpPr>
            <a:cxnSpLocks/>
            <a:stCxn id="13" idx="1"/>
            <a:endCxn id="84" idx="2"/>
          </p:cNvCxnSpPr>
          <p:nvPr/>
        </p:nvCxnSpPr>
        <p:spPr>
          <a:xfrm rot="10800000">
            <a:off x="4520905" y="2282743"/>
            <a:ext cx="103425" cy="3326832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모서리가 둥근 직사각형 83">
            <a:extLst>
              <a:ext uri="{FF2B5EF4-FFF2-40B4-BE49-F238E27FC236}">
                <a16:creationId xmlns:a16="http://schemas.microsoft.com/office/drawing/2014/main" id="{50120EF7-868B-E4DC-9AD2-63B63D123538}"/>
              </a:ext>
            </a:extLst>
          </p:cNvPr>
          <p:cNvSpPr/>
          <p:nvPr/>
        </p:nvSpPr>
        <p:spPr>
          <a:xfrm>
            <a:off x="5162602" y="4438789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장학사업</a:t>
            </a:r>
          </a:p>
        </p:txBody>
      </p:sp>
      <p:cxnSp>
        <p:nvCxnSpPr>
          <p:cNvPr id="80" name="꺾인 연결선 111">
            <a:extLst>
              <a:ext uri="{FF2B5EF4-FFF2-40B4-BE49-F238E27FC236}">
                <a16:creationId xmlns:a16="http://schemas.microsoft.com/office/drawing/2014/main" id="{7B5EB351-D93A-D328-296A-3654D1D64778}"/>
              </a:ext>
            </a:extLst>
          </p:cNvPr>
          <p:cNvCxnSpPr>
            <a:cxnSpLocks/>
            <a:stCxn id="79" idx="1"/>
            <a:endCxn id="11" idx="2"/>
          </p:cNvCxnSpPr>
          <p:nvPr/>
        </p:nvCxnSpPr>
        <p:spPr>
          <a:xfrm rot="10800000">
            <a:off x="5049508" y="4386854"/>
            <a:ext cx="113095" cy="13800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모서리가 둥근 직사각형 83">
            <a:extLst>
              <a:ext uri="{FF2B5EF4-FFF2-40B4-BE49-F238E27FC236}">
                <a16:creationId xmlns:a16="http://schemas.microsoft.com/office/drawing/2014/main" id="{6C1EEFFE-832B-ABDC-66D7-D3952754F8C0}"/>
              </a:ext>
            </a:extLst>
          </p:cNvPr>
          <p:cNvSpPr/>
          <p:nvPr/>
        </p:nvSpPr>
        <p:spPr>
          <a:xfrm>
            <a:off x="5162602" y="463791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교육사업</a:t>
            </a:r>
          </a:p>
        </p:txBody>
      </p:sp>
      <p:sp>
        <p:nvSpPr>
          <p:cNvPr id="91" name="모서리가 둥근 직사각형 83">
            <a:extLst>
              <a:ext uri="{FF2B5EF4-FFF2-40B4-BE49-F238E27FC236}">
                <a16:creationId xmlns:a16="http://schemas.microsoft.com/office/drawing/2014/main" id="{29F4F63E-ED10-29C5-1EEA-BC0D07D60AD0}"/>
              </a:ext>
            </a:extLst>
          </p:cNvPr>
          <p:cNvSpPr/>
          <p:nvPr/>
        </p:nvSpPr>
        <p:spPr>
          <a:xfrm>
            <a:off x="5162602" y="510917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</a:t>
            </a:r>
          </a:p>
        </p:txBody>
      </p:sp>
      <p:cxnSp>
        <p:nvCxnSpPr>
          <p:cNvPr id="96" name="꺾인 연결선 111">
            <a:extLst>
              <a:ext uri="{FF2B5EF4-FFF2-40B4-BE49-F238E27FC236}">
                <a16:creationId xmlns:a16="http://schemas.microsoft.com/office/drawing/2014/main" id="{C7B8E469-1E70-9B5A-F59F-48B6D85135BE}"/>
              </a:ext>
            </a:extLst>
          </p:cNvPr>
          <p:cNvCxnSpPr>
            <a:cxnSpLocks/>
            <a:stCxn id="91" idx="1"/>
            <a:endCxn id="12" idx="2"/>
          </p:cNvCxnSpPr>
          <p:nvPr/>
        </p:nvCxnSpPr>
        <p:spPr>
          <a:xfrm rot="10800000">
            <a:off x="5049508" y="5045681"/>
            <a:ext cx="113095" cy="14956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모서리가 둥근 직사각형 83">
            <a:extLst>
              <a:ext uri="{FF2B5EF4-FFF2-40B4-BE49-F238E27FC236}">
                <a16:creationId xmlns:a16="http://schemas.microsoft.com/office/drawing/2014/main" id="{5FCF6EF1-9DC5-801C-D7FA-B4C1DEA29804}"/>
              </a:ext>
            </a:extLst>
          </p:cNvPr>
          <p:cNvSpPr/>
          <p:nvPr/>
        </p:nvSpPr>
        <p:spPr>
          <a:xfrm>
            <a:off x="5162602" y="5308297"/>
            <a:ext cx="1188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오산시진로진학상담센터</a:t>
            </a:r>
          </a:p>
        </p:txBody>
      </p:sp>
      <p:sp>
        <p:nvSpPr>
          <p:cNvPr id="100" name="모서리가 둥근 직사각형 83">
            <a:extLst>
              <a:ext uri="{FF2B5EF4-FFF2-40B4-BE49-F238E27FC236}">
                <a16:creationId xmlns:a16="http://schemas.microsoft.com/office/drawing/2014/main" id="{F2A980E0-E622-B1EC-8E7C-B80F5E46F8AF}"/>
              </a:ext>
            </a:extLst>
          </p:cNvPr>
          <p:cNvSpPr/>
          <p:nvPr/>
        </p:nvSpPr>
        <p:spPr>
          <a:xfrm>
            <a:off x="5162602" y="5747579"/>
            <a:ext cx="1028931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개인정보처리방침</a:t>
            </a:r>
          </a:p>
        </p:txBody>
      </p:sp>
      <p:cxnSp>
        <p:nvCxnSpPr>
          <p:cNvPr id="101" name="꺾인 연결선 111">
            <a:extLst>
              <a:ext uri="{FF2B5EF4-FFF2-40B4-BE49-F238E27FC236}">
                <a16:creationId xmlns:a16="http://schemas.microsoft.com/office/drawing/2014/main" id="{8955E71C-68EA-0A43-D30B-05B1BEE010EB}"/>
              </a:ext>
            </a:extLst>
          </p:cNvPr>
          <p:cNvCxnSpPr>
            <a:cxnSpLocks/>
            <a:stCxn id="100" idx="1"/>
            <a:endCxn id="13" idx="2"/>
          </p:cNvCxnSpPr>
          <p:nvPr/>
        </p:nvCxnSpPr>
        <p:spPr>
          <a:xfrm rot="10800000">
            <a:off x="5049508" y="5695644"/>
            <a:ext cx="113095" cy="13800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모서리가 둥근 직사각형 83">
            <a:extLst>
              <a:ext uri="{FF2B5EF4-FFF2-40B4-BE49-F238E27FC236}">
                <a16:creationId xmlns:a16="http://schemas.microsoft.com/office/drawing/2014/main" id="{4915AB0F-6514-3157-42E0-CD072F814681}"/>
              </a:ext>
            </a:extLst>
          </p:cNvPr>
          <p:cNvSpPr/>
          <p:nvPr/>
        </p:nvSpPr>
        <p:spPr>
          <a:xfrm>
            <a:off x="5162602" y="5946700"/>
            <a:ext cx="1028931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이메일무단수집거부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모서리가 둥근 직사각형 83">
            <a:extLst>
              <a:ext uri="{FF2B5EF4-FFF2-40B4-BE49-F238E27FC236}">
                <a16:creationId xmlns:a16="http://schemas.microsoft.com/office/drawing/2014/main" id="{04E4C69E-E272-488F-01CE-C3C85ED2E45B}"/>
              </a:ext>
            </a:extLst>
          </p:cNvPr>
          <p:cNvSpPr/>
          <p:nvPr/>
        </p:nvSpPr>
        <p:spPr>
          <a:xfrm>
            <a:off x="5162602" y="6138783"/>
            <a:ext cx="1028931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홈페이지운영지침</a:t>
            </a:r>
          </a:p>
        </p:txBody>
      </p:sp>
      <p:sp>
        <p:nvSpPr>
          <p:cNvPr id="113" name="모서리가 둥근 직사각형 83">
            <a:extLst>
              <a:ext uri="{FF2B5EF4-FFF2-40B4-BE49-F238E27FC236}">
                <a16:creationId xmlns:a16="http://schemas.microsoft.com/office/drawing/2014/main" id="{413B4E26-32D8-FC2C-0BE6-6640FAAFE4B4}"/>
              </a:ext>
            </a:extLst>
          </p:cNvPr>
          <p:cNvSpPr/>
          <p:nvPr/>
        </p:nvSpPr>
        <p:spPr>
          <a:xfrm>
            <a:off x="6539144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윤리경영</a:t>
            </a:r>
          </a:p>
        </p:txBody>
      </p:sp>
      <p:cxnSp>
        <p:nvCxnSpPr>
          <p:cNvPr id="114" name="꺾인 연결선 111">
            <a:extLst>
              <a:ext uri="{FF2B5EF4-FFF2-40B4-BE49-F238E27FC236}">
                <a16:creationId xmlns:a16="http://schemas.microsoft.com/office/drawing/2014/main" id="{E9993304-7A3F-563B-C989-982F6CFCFDBC}"/>
              </a:ext>
            </a:extLst>
          </p:cNvPr>
          <p:cNvCxnSpPr>
            <a:cxnSpLocks/>
            <a:stCxn id="113" idx="1"/>
            <a:endCxn id="85" idx="2"/>
          </p:cNvCxnSpPr>
          <p:nvPr/>
        </p:nvCxnSpPr>
        <p:spPr>
          <a:xfrm rot="10800000">
            <a:off x="6441278" y="2282743"/>
            <a:ext cx="97866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모서리가 둥근 직사각형 83">
            <a:extLst>
              <a:ext uri="{FF2B5EF4-FFF2-40B4-BE49-F238E27FC236}">
                <a16:creationId xmlns:a16="http://schemas.microsoft.com/office/drawing/2014/main" id="{8F956949-D441-C91F-24C5-EA5A11F9E241}"/>
              </a:ext>
            </a:extLst>
          </p:cNvPr>
          <p:cNvSpPr/>
          <p:nvPr/>
        </p:nvSpPr>
        <p:spPr>
          <a:xfrm>
            <a:off x="7077416" y="257469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윤리헌장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19" name="꺾인 연결선 111">
            <a:extLst>
              <a:ext uri="{FF2B5EF4-FFF2-40B4-BE49-F238E27FC236}">
                <a16:creationId xmlns:a16="http://schemas.microsoft.com/office/drawing/2014/main" id="{DFEDBBF5-8ED6-C524-73AE-2EED0812A735}"/>
              </a:ext>
            </a:extLst>
          </p:cNvPr>
          <p:cNvCxnSpPr>
            <a:cxnSpLocks/>
            <a:stCxn id="118" idx="1"/>
            <a:endCxn id="113" idx="2"/>
          </p:cNvCxnSpPr>
          <p:nvPr/>
        </p:nvCxnSpPr>
        <p:spPr>
          <a:xfrm rot="10800000">
            <a:off x="6964322" y="2516589"/>
            <a:ext cx="113094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모서리가 둥근 직사각형 83">
            <a:extLst>
              <a:ext uri="{FF2B5EF4-FFF2-40B4-BE49-F238E27FC236}">
                <a16:creationId xmlns:a16="http://schemas.microsoft.com/office/drawing/2014/main" id="{D6ED765A-3F23-8F65-60B9-DF0811A41392}"/>
              </a:ext>
            </a:extLst>
          </p:cNvPr>
          <p:cNvSpPr/>
          <p:nvPr/>
        </p:nvSpPr>
        <p:spPr>
          <a:xfrm>
            <a:off x="7077416" y="276586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행동강령</a:t>
            </a:r>
          </a:p>
        </p:txBody>
      </p:sp>
      <p:sp>
        <p:nvSpPr>
          <p:cNvPr id="121" name="모서리가 둥근 직사각형 83">
            <a:extLst>
              <a:ext uri="{FF2B5EF4-FFF2-40B4-BE49-F238E27FC236}">
                <a16:creationId xmlns:a16="http://schemas.microsoft.com/office/drawing/2014/main" id="{0E4BAFCF-A5DF-3161-EEEE-EB9E155A923E}"/>
              </a:ext>
            </a:extLst>
          </p:cNvPr>
          <p:cNvSpPr/>
          <p:nvPr/>
        </p:nvSpPr>
        <p:spPr>
          <a:xfrm>
            <a:off x="7077416" y="296436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재단규정집</a:t>
            </a:r>
          </a:p>
        </p:txBody>
      </p:sp>
      <p:sp>
        <p:nvSpPr>
          <p:cNvPr id="123" name="모서리가 둥근 직사각형 83">
            <a:extLst>
              <a:ext uri="{FF2B5EF4-FFF2-40B4-BE49-F238E27FC236}">
                <a16:creationId xmlns:a16="http://schemas.microsoft.com/office/drawing/2014/main" id="{33A95D41-0E05-BC69-3A3D-DB1288757225}"/>
              </a:ext>
            </a:extLst>
          </p:cNvPr>
          <p:cNvSpPr/>
          <p:nvPr/>
        </p:nvSpPr>
        <p:spPr>
          <a:xfrm>
            <a:off x="6539144" y="317903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경영공시</a:t>
            </a:r>
          </a:p>
        </p:txBody>
      </p:sp>
      <p:cxnSp>
        <p:nvCxnSpPr>
          <p:cNvPr id="124" name="꺾인 연결선 111">
            <a:extLst>
              <a:ext uri="{FF2B5EF4-FFF2-40B4-BE49-F238E27FC236}">
                <a16:creationId xmlns:a16="http://schemas.microsoft.com/office/drawing/2014/main" id="{7C493631-A755-58D2-E6BC-A093455CB3CB}"/>
              </a:ext>
            </a:extLst>
          </p:cNvPr>
          <p:cNvCxnSpPr>
            <a:cxnSpLocks/>
            <a:stCxn id="123" idx="1"/>
            <a:endCxn id="85" idx="2"/>
          </p:cNvCxnSpPr>
          <p:nvPr/>
        </p:nvCxnSpPr>
        <p:spPr>
          <a:xfrm rot="10800000">
            <a:off x="6441278" y="2282743"/>
            <a:ext cx="97866" cy="982360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모서리가 둥근 직사각형 83">
            <a:extLst>
              <a:ext uri="{FF2B5EF4-FFF2-40B4-BE49-F238E27FC236}">
                <a16:creationId xmlns:a16="http://schemas.microsoft.com/office/drawing/2014/main" id="{78E56597-BF3A-43EE-E8DC-7E5F773400B6}"/>
              </a:ext>
            </a:extLst>
          </p:cNvPr>
          <p:cNvSpPr/>
          <p:nvPr/>
        </p:nvSpPr>
        <p:spPr>
          <a:xfrm>
            <a:off x="7077416" y="3409280"/>
            <a:ext cx="936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경영계획및예산서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26" name="꺾인 연결선 111">
            <a:extLst>
              <a:ext uri="{FF2B5EF4-FFF2-40B4-BE49-F238E27FC236}">
                <a16:creationId xmlns:a16="http://schemas.microsoft.com/office/drawing/2014/main" id="{59F40F26-ED7E-A326-D29B-A486A793B0C0}"/>
              </a:ext>
            </a:extLst>
          </p:cNvPr>
          <p:cNvCxnSpPr>
            <a:cxnSpLocks/>
            <a:stCxn id="125" idx="1"/>
            <a:endCxn id="123" idx="2"/>
          </p:cNvCxnSpPr>
          <p:nvPr/>
        </p:nvCxnSpPr>
        <p:spPr>
          <a:xfrm rot="10800000">
            <a:off x="6964322" y="3351173"/>
            <a:ext cx="113094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모서리가 둥근 직사각형 83">
            <a:extLst>
              <a:ext uri="{FF2B5EF4-FFF2-40B4-BE49-F238E27FC236}">
                <a16:creationId xmlns:a16="http://schemas.microsoft.com/office/drawing/2014/main" id="{96FE0E3A-BD2B-D21F-112F-127566CD7446}"/>
              </a:ext>
            </a:extLst>
          </p:cNvPr>
          <p:cNvSpPr/>
          <p:nvPr/>
        </p:nvSpPr>
        <p:spPr>
          <a:xfrm>
            <a:off x="7077416" y="3600450"/>
            <a:ext cx="1620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경영평가 결과 및 성과계약 달성도</a:t>
            </a:r>
          </a:p>
        </p:txBody>
      </p:sp>
      <p:sp>
        <p:nvSpPr>
          <p:cNvPr id="128" name="모서리가 둥근 직사각형 83">
            <a:extLst>
              <a:ext uri="{FF2B5EF4-FFF2-40B4-BE49-F238E27FC236}">
                <a16:creationId xmlns:a16="http://schemas.microsoft.com/office/drawing/2014/main" id="{1E974D06-9FE5-1B25-374C-E1C4F9802327}"/>
              </a:ext>
            </a:extLst>
          </p:cNvPr>
          <p:cNvSpPr/>
          <p:nvPr/>
        </p:nvSpPr>
        <p:spPr>
          <a:xfrm>
            <a:off x="7077416" y="3798948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감사결과</a:t>
            </a:r>
          </a:p>
        </p:txBody>
      </p:sp>
      <p:sp>
        <p:nvSpPr>
          <p:cNvPr id="130" name="모서리가 둥근 직사각형 83">
            <a:extLst>
              <a:ext uri="{FF2B5EF4-FFF2-40B4-BE49-F238E27FC236}">
                <a16:creationId xmlns:a16="http://schemas.microsoft.com/office/drawing/2014/main" id="{EBBB4298-B966-E33F-0BDF-04D68F985A9F}"/>
              </a:ext>
            </a:extLst>
          </p:cNvPr>
          <p:cNvSpPr/>
          <p:nvPr/>
        </p:nvSpPr>
        <p:spPr>
          <a:xfrm>
            <a:off x="7077416" y="3998851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결산서</a:t>
            </a:r>
          </a:p>
        </p:txBody>
      </p:sp>
      <p:sp>
        <p:nvSpPr>
          <p:cNvPr id="131" name="모서리가 둥근 직사각형 83">
            <a:extLst>
              <a:ext uri="{FF2B5EF4-FFF2-40B4-BE49-F238E27FC236}">
                <a16:creationId xmlns:a16="http://schemas.microsoft.com/office/drawing/2014/main" id="{47462B9D-FE88-4F0B-44AD-8E29C1E39D3C}"/>
              </a:ext>
            </a:extLst>
          </p:cNvPr>
          <p:cNvSpPr/>
          <p:nvPr/>
        </p:nvSpPr>
        <p:spPr>
          <a:xfrm>
            <a:off x="7077416" y="420676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인력현황</a:t>
            </a:r>
          </a:p>
        </p:txBody>
      </p:sp>
      <p:sp>
        <p:nvSpPr>
          <p:cNvPr id="132" name="모서리가 둥근 직사각형 83">
            <a:extLst>
              <a:ext uri="{FF2B5EF4-FFF2-40B4-BE49-F238E27FC236}">
                <a16:creationId xmlns:a16="http://schemas.microsoft.com/office/drawing/2014/main" id="{75833101-F7C3-7DBA-A314-0821642479C2}"/>
              </a:ext>
            </a:extLst>
          </p:cNvPr>
          <p:cNvSpPr/>
          <p:nvPr/>
        </p:nvSpPr>
        <p:spPr>
          <a:xfrm>
            <a:off x="7077416" y="4404461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인건비현황</a:t>
            </a:r>
          </a:p>
        </p:txBody>
      </p:sp>
      <p:sp>
        <p:nvSpPr>
          <p:cNvPr id="133" name="모서리가 둥근 직사각형 83">
            <a:extLst>
              <a:ext uri="{FF2B5EF4-FFF2-40B4-BE49-F238E27FC236}">
                <a16:creationId xmlns:a16="http://schemas.microsoft.com/office/drawing/2014/main" id="{2E4A4F23-5126-5DCE-5BE7-B0398C6C81C5}"/>
              </a:ext>
            </a:extLst>
          </p:cNvPr>
          <p:cNvSpPr/>
          <p:nvPr/>
        </p:nvSpPr>
        <p:spPr>
          <a:xfrm>
            <a:off x="7077416" y="4602157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재무현황</a:t>
            </a:r>
          </a:p>
        </p:txBody>
      </p:sp>
      <p:sp>
        <p:nvSpPr>
          <p:cNvPr id="134" name="모서리가 둥근 직사각형 83">
            <a:extLst>
              <a:ext uri="{FF2B5EF4-FFF2-40B4-BE49-F238E27FC236}">
                <a16:creationId xmlns:a16="http://schemas.microsoft.com/office/drawing/2014/main" id="{00AE515F-55E3-C663-50BA-F8A328F5EBDE}"/>
              </a:ext>
            </a:extLst>
          </p:cNvPr>
          <p:cNvSpPr/>
          <p:nvPr/>
        </p:nvSpPr>
        <p:spPr>
          <a:xfrm>
            <a:off x="7077416" y="479371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기본재산현황</a:t>
            </a:r>
          </a:p>
        </p:txBody>
      </p:sp>
      <p:sp>
        <p:nvSpPr>
          <p:cNvPr id="135" name="모서리가 둥근 직사각형 83">
            <a:extLst>
              <a:ext uri="{FF2B5EF4-FFF2-40B4-BE49-F238E27FC236}">
                <a16:creationId xmlns:a16="http://schemas.microsoft.com/office/drawing/2014/main" id="{9841BEB9-D1B4-C2E2-5D0B-441960B3BCEC}"/>
              </a:ext>
            </a:extLst>
          </p:cNvPr>
          <p:cNvSpPr/>
          <p:nvPr/>
        </p:nvSpPr>
        <p:spPr>
          <a:xfrm>
            <a:off x="6539144" y="5028079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기타공시</a:t>
            </a:r>
          </a:p>
        </p:txBody>
      </p:sp>
      <p:cxnSp>
        <p:nvCxnSpPr>
          <p:cNvPr id="136" name="꺾인 연결선 111">
            <a:extLst>
              <a:ext uri="{FF2B5EF4-FFF2-40B4-BE49-F238E27FC236}">
                <a16:creationId xmlns:a16="http://schemas.microsoft.com/office/drawing/2014/main" id="{FE7B4AF4-A247-3CA5-60A3-F81484E55AB0}"/>
              </a:ext>
            </a:extLst>
          </p:cNvPr>
          <p:cNvCxnSpPr>
            <a:cxnSpLocks/>
            <a:stCxn id="135" idx="1"/>
            <a:endCxn id="85" idx="2"/>
          </p:cNvCxnSpPr>
          <p:nvPr/>
        </p:nvCxnSpPr>
        <p:spPr>
          <a:xfrm rot="10800000">
            <a:off x="6441278" y="2282744"/>
            <a:ext cx="97866" cy="28314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모서리가 둥근 직사각형 83">
            <a:extLst>
              <a:ext uri="{FF2B5EF4-FFF2-40B4-BE49-F238E27FC236}">
                <a16:creationId xmlns:a16="http://schemas.microsoft.com/office/drawing/2014/main" id="{EED8CEAF-ADEC-992C-2CAC-126BE3A19591}"/>
              </a:ext>
            </a:extLst>
          </p:cNvPr>
          <p:cNvSpPr/>
          <p:nvPr/>
        </p:nvSpPr>
        <p:spPr>
          <a:xfrm>
            <a:off x="7077416" y="5258325"/>
            <a:ext cx="1260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복리후생비 및 업무추진비</a:t>
            </a:r>
          </a:p>
        </p:txBody>
      </p:sp>
      <p:cxnSp>
        <p:nvCxnSpPr>
          <p:cNvPr id="138" name="꺾인 연결선 111">
            <a:extLst>
              <a:ext uri="{FF2B5EF4-FFF2-40B4-BE49-F238E27FC236}">
                <a16:creationId xmlns:a16="http://schemas.microsoft.com/office/drawing/2014/main" id="{B4C32A8F-BEBD-3D94-F29E-8A45D76E5D9F}"/>
              </a:ext>
            </a:extLst>
          </p:cNvPr>
          <p:cNvCxnSpPr>
            <a:cxnSpLocks/>
            <a:stCxn id="137" idx="1"/>
            <a:endCxn id="135" idx="2"/>
          </p:cNvCxnSpPr>
          <p:nvPr/>
        </p:nvCxnSpPr>
        <p:spPr>
          <a:xfrm rot="10800000">
            <a:off x="6964322" y="5200218"/>
            <a:ext cx="113094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모서리가 둥근 직사각형 83">
            <a:extLst>
              <a:ext uri="{FF2B5EF4-FFF2-40B4-BE49-F238E27FC236}">
                <a16:creationId xmlns:a16="http://schemas.microsoft.com/office/drawing/2014/main" id="{5D195209-38E0-D767-BBDD-33812C95D645}"/>
              </a:ext>
            </a:extLst>
          </p:cNvPr>
          <p:cNvSpPr/>
          <p:nvPr/>
        </p:nvSpPr>
        <p:spPr>
          <a:xfrm>
            <a:off x="7077416" y="544949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입찰 및 수의계약</a:t>
            </a:r>
          </a:p>
        </p:txBody>
      </p:sp>
      <p:sp>
        <p:nvSpPr>
          <p:cNvPr id="141" name="모서리가 둥근 직사각형 83">
            <a:extLst>
              <a:ext uri="{FF2B5EF4-FFF2-40B4-BE49-F238E27FC236}">
                <a16:creationId xmlns:a16="http://schemas.microsoft.com/office/drawing/2014/main" id="{5E689CB4-ACED-096D-71C8-FBCED0257015}"/>
              </a:ext>
            </a:extLst>
          </p:cNvPr>
          <p:cNvSpPr/>
          <p:nvPr/>
        </p:nvSpPr>
        <p:spPr>
          <a:xfrm>
            <a:off x="7077416" y="5647993"/>
            <a:ext cx="1008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친인척채용인원 공개</a:t>
            </a:r>
          </a:p>
        </p:txBody>
      </p:sp>
      <p:sp>
        <p:nvSpPr>
          <p:cNvPr id="148" name="모서리가 둥근 직사각형 83">
            <a:extLst>
              <a:ext uri="{FF2B5EF4-FFF2-40B4-BE49-F238E27FC236}">
                <a16:creationId xmlns:a16="http://schemas.microsoft.com/office/drawing/2014/main" id="{02A1A2EE-32E7-3990-7F92-87457014BCD0}"/>
              </a:ext>
            </a:extLst>
          </p:cNvPr>
          <p:cNvSpPr/>
          <p:nvPr/>
        </p:nvSpPr>
        <p:spPr>
          <a:xfrm>
            <a:off x="7077416" y="586284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인권경영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9" name="모서리가 둥근 직사각형 83">
            <a:extLst>
              <a:ext uri="{FF2B5EF4-FFF2-40B4-BE49-F238E27FC236}">
                <a16:creationId xmlns:a16="http://schemas.microsoft.com/office/drawing/2014/main" id="{DEA42532-CFA3-1E33-BFD3-322E8B4FD591}"/>
              </a:ext>
            </a:extLst>
          </p:cNvPr>
          <p:cNvSpPr/>
          <p:nvPr/>
        </p:nvSpPr>
        <p:spPr>
          <a:xfrm>
            <a:off x="7077416" y="607739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기타</a:t>
            </a:r>
          </a:p>
        </p:txBody>
      </p:sp>
      <p:sp>
        <p:nvSpPr>
          <p:cNvPr id="153" name="모서리가 둥근 직사각형 83">
            <a:extLst>
              <a:ext uri="{FF2B5EF4-FFF2-40B4-BE49-F238E27FC236}">
                <a16:creationId xmlns:a16="http://schemas.microsoft.com/office/drawing/2014/main" id="{8D6E2C33-D4C4-96DF-A58A-776919F9AD92}"/>
              </a:ext>
            </a:extLst>
          </p:cNvPr>
          <p:cNvSpPr/>
          <p:nvPr/>
        </p:nvSpPr>
        <p:spPr>
          <a:xfrm>
            <a:off x="6539144" y="6332572"/>
            <a:ext cx="638885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비공개기준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54" name="꺾인 연결선 111">
            <a:extLst>
              <a:ext uri="{FF2B5EF4-FFF2-40B4-BE49-F238E27FC236}">
                <a16:creationId xmlns:a16="http://schemas.microsoft.com/office/drawing/2014/main" id="{05DE6A99-5F58-5C32-1E74-D67C514CEEBC}"/>
              </a:ext>
            </a:extLst>
          </p:cNvPr>
          <p:cNvCxnSpPr>
            <a:cxnSpLocks/>
            <a:stCxn id="153" idx="1"/>
            <a:endCxn id="85" idx="2"/>
          </p:cNvCxnSpPr>
          <p:nvPr/>
        </p:nvCxnSpPr>
        <p:spPr>
          <a:xfrm rot="10800000">
            <a:off x="6441278" y="2282743"/>
            <a:ext cx="97866" cy="413589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모서리가 둥근 직사각형 83">
            <a:extLst>
              <a:ext uri="{FF2B5EF4-FFF2-40B4-BE49-F238E27FC236}">
                <a16:creationId xmlns:a16="http://schemas.microsoft.com/office/drawing/2014/main" id="{B7BB25F9-ABE0-9CA4-4F0E-154790BC52A3}"/>
              </a:ext>
            </a:extLst>
          </p:cNvPr>
          <p:cNvSpPr/>
          <p:nvPr/>
        </p:nvSpPr>
        <p:spPr>
          <a:xfrm>
            <a:off x="7207004" y="6332572"/>
            <a:ext cx="638885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통합공시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8" name="모서리가 둥근 직사각형 83">
            <a:extLst>
              <a:ext uri="{FF2B5EF4-FFF2-40B4-BE49-F238E27FC236}">
                <a16:creationId xmlns:a16="http://schemas.microsoft.com/office/drawing/2014/main" id="{DE2F36DF-7A6E-F2C3-6043-BEF27AE22E97}"/>
              </a:ext>
            </a:extLst>
          </p:cNvPr>
          <p:cNvSpPr/>
          <p:nvPr/>
        </p:nvSpPr>
        <p:spPr>
          <a:xfrm>
            <a:off x="7871600" y="633257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정보공개시스템</a:t>
            </a:r>
          </a:p>
        </p:txBody>
      </p:sp>
      <p:sp>
        <p:nvSpPr>
          <p:cNvPr id="159" name="모서리가 둥근 직사각형 83">
            <a:extLst>
              <a:ext uri="{FF2B5EF4-FFF2-40B4-BE49-F238E27FC236}">
                <a16:creationId xmlns:a16="http://schemas.microsoft.com/office/drawing/2014/main" id="{6010266C-54CB-103A-E43E-0BF61BDC0882}"/>
              </a:ext>
            </a:extLst>
          </p:cNvPr>
          <p:cNvSpPr/>
          <p:nvPr/>
        </p:nvSpPr>
        <p:spPr>
          <a:xfrm>
            <a:off x="8752679" y="633257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클린신고센터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F01CFABE-8E2D-7956-80DE-7EDD03D621FB}"/>
              </a:ext>
            </a:extLst>
          </p:cNvPr>
          <p:cNvSpPr/>
          <p:nvPr/>
        </p:nvSpPr>
        <p:spPr>
          <a:xfrm>
            <a:off x="6981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AA8B90FC-82BB-7060-E3C8-408FCE3DD0D9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6050322" y="730144"/>
            <a:ext cx="343487" cy="2383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471412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1544E-6F62-9875-3406-9DE85A7A3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72D2C25A-7B32-8925-1FED-02A7A5CA52A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87006708"/>
              </p:ext>
            </p:extLst>
          </p:nvPr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9A0CA255-B742-1975-D9BE-AD27BCB81D5B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017EBBED-B5DA-4728-C030-809B009C6D25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4A491572-9D15-0CC5-090C-F38932B08A42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480A9C06-EB14-CC9E-BBC9-60DF79819835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E0A5265F-A51F-1726-EAC7-7A6513E32EE7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ID/PW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2C6F652E-DA0A-64DC-8088-D03B6678B08E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B959220C-1EF3-9BC1-C84E-0FB47D74D28F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열린경영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3A6E6E07-C73F-6C0D-4A8F-F609C74231A3}"/>
              </a:ext>
            </a:extLst>
          </p:cNvPr>
          <p:cNvSpPr/>
          <p:nvPr/>
        </p:nvSpPr>
        <p:spPr>
          <a:xfrm>
            <a:off x="790532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34E9835C-EEB8-DEDD-F99A-7C53B39CF777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83557852-316D-2DD1-21BF-2B0ED83FB7BC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9BDF283E-3A94-35FF-89EC-F4F9B8BD35DA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6D67D85C-0E51-21F4-9742-E7600F9C7048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88F9337A-7157-BDB1-3D2D-E866564EF8A8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1602D228-343A-0737-29FA-B5DC06DB5419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23E6EA51-46EF-FB1C-63AA-CAC6A3B68FF2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940586" y="839880"/>
            <a:ext cx="343487" cy="2163535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4B988DD0-30E7-B1A3-CD79-D79A84BE2B3B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512202" y="268264"/>
            <a:ext cx="343487" cy="3306767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098AADA1-6721-9646-5EF8-DCCDB9E3406C}"/>
              </a:ext>
            </a:extLst>
          </p:cNvPr>
          <p:cNvSpPr/>
          <p:nvPr/>
        </p:nvSpPr>
        <p:spPr>
          <a:xfrm>
            <a:off x="6762096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프로그램신청</a:t>
            </a:r>
          </a:p>
        </p:txBody>
      </p:sp>
      <p:sp>
        <p:nvSpPr>
          <p:cNvPr id="30" name="모서리가 둥근 직사각형 83">
            <a:extLst>
              <a:ext uri="{FF2B5EF4-FFF2-40B4-BE49-F238E27FC236}">
                <a16:creationId xmlns:a16="http://schemas.microsoft.com/office/drawing/2014/main" id="{555E3155-5D13-21AB-C3AB-C8E406C97C15}"/>
              </a:ext>
            </a:extLst>
          </p:cNvPr>
          <p:cNvSpPr/>
          <p:nvPr/>
        </p:nvSpPr>
        <p:spPr>
          <a:xfrm>
            <a:off x="6228276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</a:t>
            </a:r>
          </a:p>
        </p:txBody>
      </p:sp>
      <p:cxnSp>
        <p:nvCxnSpPr>
          <p:cNvPr id="31" name="꺾인 연결선 111">
            <a:extLst>
              <a:ext uri="{FF2B5EF4-FFF2-40B4-BE49-F238E27FC236}">
                <a16:creationId xmlns:a16="http://schemas.microsoft.com/office/drawing/2014/main" id="{13F45691-3820-2A89-453F-C5355E393EC5}"/>
              </a:ext>
            </a:extLst>
          </p:cNvPr>
          <p:cNvCxnSpPr>
            <a:cxnSpLocks/>
            <a:stCxn id="30" idx="1"/>
            <a:endCxn id="164" idx="2"/>
          </p:cNvCxnSpPr>
          <p:nvPr/>
        </p:nvCxnSpPr>
        <p:spPr>
          <a:xfrm rot="10800000">
            <a:off x="6117570" y="2282743"/>
            <a:ext cx="110707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83">
            <a:extLst>
              <a:ext uri="{FF2B5EF4-FFF2-40B4-BE49-F238E27FC236}">
                <a16:creationId xmlns:a16="http://schemas.microsoft.com/office/drawing/2014/main" id="{248082DB-A60B-04DE-039F-89AA990A8BF0}"/>
              </a:ext>
            </a:extLst>
          </p:cNvPr>
          <p:cNvSpPr/>
          <p:nvPr/>
        </p:nvSpPr>
        <p:spPr>
          <a:xfrm>
            <a:off x="6228276" y="254970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채용공고</a:t>
            </a:r>
          </a:p>
        </p:txBody>
      </p: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D6866A08-AD4E-E56F-467C-92D733305963}"/>
              </a:ext>
            </a:extLst>
          </p:cNvPr>
          <p:cNvSpPr/>
          <p:nvPr/>
        </p:nvSpPr>
        <p:spPr>
          <a:xfrm>
            <a:off x="6228276" y="275174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보도자료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0493B773-D557-5087-3C46-6F7006776BA9}"/>
              </a:ext>
            </a:extLst>
          </p:cNvPr>
          <p:cNvSpPr/>
          <p:nvPr/>
        </p:nvSpPr>
        <p:spPr>
          <a:xfrm>
            <a:off x="6228276" y="295378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자료실</a:t>
            </a:r>
          </a:p>
        </p:txBody>
      </p:sp>
      <p:sp>
        <p:nvSpPr>
          <p:cNvPr id="35" name="모서리가 둥근 직사각형 83">
            <a:extLst>
              <a:ext uri="{FF2B5EF4-FFF2-40B4-BE49-F238E27FC236}">
                <a16:creationId xmlns:a16="http://schemas.microsoft.com/office/drawing/2014/main" id="{94EB47BD-53D1-5986-9AB2-14AB7EF7DD96}"/>
              </a:ext>
            </a:extLst>
          </p:cNvPr>
          <p:cNvSpPr/>
          <p:nvPr/>
        </p:nvSpPr>
        <p:spPr>
          <a:xfrm>
            <a:off x="6228276" y="315582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후원현황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52" name="꺾인 연결선 111">
            <a:extLst>
              <a:ext uri="{FF2B5EF4-FFF2-40B4-BE49-F238E27FC236}">
                <a16:creationId xmlns:a16="http://schemas.microsoft.com/office/drawing/2014/main" id="{4FB1D6B5-22A7-CC45-B6E9-9E81804D5E83}"/>
              </a:ext>
            </a:extLst>
          </p:cNvPr>
          <p:cNvCxnSpPr>
            <a:cxnSpLocks/>
            <a:stCxn id="32" idx="1"/>
            <a:endCxn id="164" idx="2"/>
          </p:cNvCxnSpPr>
          <p:nvPr/>
        </p:nvCxnSpPr>
        <p:spPr>
          <a:xfrm rot="10800000">
            <a:off x="6117570" y="2282743"/>
            <a:ext cx="110707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꺾인 연결선 111">
            <a:extLst>
              <a:ext uri="{FF2B5EF4-FFF2-40B4-BE49-F238E27FC236}">
                <a16:creationId xmlns:a16="http://schemas.microsoft.com/office/drawing/2014/main" id="{151E8D67-FEDC-4AF8-2D95-959CCCA044EC}"/>
              </a:ext>
            </a:extLst>
          </p:cNvPr>
          <p:cNvCxnSpPr>
            <a:cxnSpLocks/>
            <a:stCxn id="33" idx="1"/>
            <a:endCxn id="164" idx="2"/>
          </p:cNvCxnSpPr>
          <p:nvPr/>
        </p:nvCxnSpPr>
        <p:spPr>
          <a:xfrm rot="10800000">
            <a:off x="6117570" y="2282744"/>
            <a:ext cx="110707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꺾인 연결선 111">
            <a:extLst>
              <a:ext uri="{FF2B5EF4-FFF2-40B4-BE49-F238E27FC236}">
                <a16:creationId xmlns:a16="http://schemas.microsoft.com/office/drawing/2014/main" id="{744DAA91-2EC2-F6C6-71AC-E7CA7974B272}"/>
              </a:ext>
            </a:extLst>
          </p:cNvPr>
          <p:cNvCxnSpPr>
            <a:cxnSpLocks/>
            <a:stCxn id="34" idx="1"/>
            <a:endCxn id="164" idx="2"/>
          </p:cNvCxnSpPr>
          <p:nvPr/>
        </p:nvCxnSpPr>
        <p:spPr>
          <a:xfrm rot="10800000">
            <a:off x="6117570" y="2282743"/>
            <a:ext cx="110707" cy="757110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꺾인 연결선 111">
            <a:extLst>
              <a:ext uri="{FF2B5EF4-FFF2-40B4-BE49-F238E27FC236}">
                <a16:creationId xmlns:a16="http://schemas.microsoft.com/office/drawing/2014/main" id="{62FC667D-D754-EE1D-3C74-E61B8D3EC66A}"/>
              </a:ext>
            </a:extLst>
          </p:cNvPr>
          <p:cNvCxnSpPr>
            <a:cxnSpLocks/>
            <a:stCxn id="35" idx="1"/>
            <a:endCxn id="164" idx="2"/>
          </p:cNvCxnSpPr>
          <p:nvPr/>
        </p:nvCxnSpPr>
        <p:spPr>
          <a:xfrm rot="10800000">
            <a:off x="6117570" y="2282744"/>
            <a:ext cx="110707" cy="959151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205E6162-F9DA-61E8-8369-C4129CE62FE6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DDACB877-92F9-6044-C0BA-CACCAFECD1EC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모서리가 둥근 직사각형 83">
            <a:extLst>
              <a:ext uri="{FF2B5EF4-FFF2-40B4-BE49-F238E27FC236}">
                <a16:creationId xmlns:a16="http://schemas.microsoft.com/office/drawing/2014/main" id="{CA42D6F7-2D19-E6F0-E848-E576945D724F}"/>
              </a:ext>
            </a:extLst>
          </p:cNvPr>
          <p:cNvSpPr/>
          <p:nvPr/>
        </p:nvSpPr>
        <p:spPr>
          <a:xfrm>
            <a:off x="6228276" y="3374799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행사안내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29" name="꺾인 연결선 111">
            <a:extLst>
              <a:ext uri="{FF2B5EF4-FFF2-40B4-BE49-F238E27FC236}">
                <a16:creationId xmlns:a16="http://schemas.microsoft.com/office/drawing/2014/main" id="{7A326E9A-74B3-872A-E648-52163982062D}"/>
              </a:ext>
            </a:extLst>
          </p:cNvPr>
          <p:cNvCxnSpPr>
            <a:cxnSpLocks/>
            <a:stCxn id="28" idx="1"/>
            <a:endCxn id="164" idx="2"/>
          </p:cNvCxnSpPr>
          <p:nvPr/>
        </p:nvCxnSpPr>
        <p:spPr>
          <a:xfrm rot="10800000">
            <a:off x="6117570" y="2282744"/>
            <a:ext cx="110707" cy="117812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모서리가 둥근 직사각형 83">
            <a:extLst>
              <a:ext uri="{FF2B5EF4-FFF2-40B4-BE49-F238E27FC236}">
                <a16:creationId xmlns:a16="http://schemas.microsoft.com/office/drawing/2014/main" id="{E2E01A21-4704-D743-8C4E-66CB36A03746}"/>
              </a:ext>
            </a:extLst>
          </p:cNvPr>
          <p:cNvSpPr/>
          <p:nvPr/>
        </p:nvSpPr>
        <p:spPr>
          <a:xfrm>
            <a:off x="7293260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</a:p>
        </p:txBody>
      </p:sp>
      <p:cxnSp>
        <p:nvCxnSpPr>
          <p:cNvPr id="40" name="꺾인 연결선 111">
            <a:extLst>
              <a:ext uri="{FF2B5EF4-FFF2-40B4-BE49-F238E27FC236}">
                <a16:creationId xmlns:a16="http://schemas.microsoft.com/office/drawing/2014/main" id="{8C2AE7DD-3601-468E-A828-130A1E60A49A}"/>
              </a:ext>
            </a:extLst>
          </p:cNvPr>
          <p:cNvCxnSpPr>
            <a:cxnSpLocks/>
            <a:stCxn id="39" idx="1"/>
            <a:endCxn id="14" idx="2"/>
          </p:cNvCxnSpPr>
          <p:nvPr/>
        </p:nvCxnSpPr>
        <p:spPr>
          <a:xfrm rot="10800000">
            <a:off x="7194096" y="2282743"/>
            <a:ext cx="99164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모서리가 둥근 직사각형 83">
            <a:extLst>
              <a:ext uri="{FF2B5EF4-FFF2-40B4-BE49-F238E27FC236}">
                <a16:creationId xmlns:a16="http://schemas.microsoft.com/office/drawing/2014/main" id="{305C9485-CCB0-AABA-E288-3C5BED0E5992}"/>
              </a:ext>
            </a:extLst>
          </p:cNvPr>
          <p:cNvSpPr/>
          <p:nvPr/>
        </p:nvSpPr>
        <p:spPr>
          <a:xfrm>
            <a:off x="7293260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</a:p>
        </p:txBody>
      </p:sp>
      <p:sp>
        <p:nvSpPr>
          <p:cNvPr id="46" name="모서리가 둥근 직사각형 83">
            <a:extLst>
              <a:ext uri="{FF2B5EF4-FFF2-40B4-BE49-F238E27FC236}">
                <a16:creationId xmlns:a16="http://schemas.microsoft.com/office/drawing/2014/main" id="{53850BF0-D47F-D1E1-1458-C4B387940D18}"/>
              </a:ext>
            </a:extLst>
          </p:cNvPr>
          <p:cNvSpPr/>
          <p:nvPr/>
        </p:nvSpPr>
        <p:spPr>
          <a:xfrm>
            <a:off x="7293260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 장학금</a:t>
            </a:r>
          </a:p>
        </p:txBody>
      </p:sp>
      <p:sp>
        <p:nvSpPr>
          <p:cNvPr id="50" name="모서리가 둥근 직사각형 83">
            <a:extLst>
              <a:ext uri="{FF2B5EF4-FFF2-40B4-BE49-F238E27FC236}">
                <a16:creationId xmlns:a16="http://schemas.microsoft.com/office/drawing/2014/main" id="{2776E3B6-22AD-672C-AF1F-DEAC9AC4FA26}"/>
              </a:ext>
            </a:extLst>
          </p:cNvPr>
          <p:cNvSpPr/>
          <p:nvPr/>
        </p:nvSpPr>
        <p:spPr>
          <a:xfrm>
            <a:off x="7293260" y="2953784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 </a:t>
            </a: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입사비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모서리가 둥근 직사각형 83">
            <a:extLst>
              <a:ext uri="{FF2B5EF4-FFF2-40B4-BE49-F238E27FC236}">
                <a16:creationId xmlns:a16="http://schemas.microsoft.com/office/drawing/2014/main" id="{F8D0F3E8-A95F-FA46-A460-6EB6DA059DE1}"/>
              </a:ext>
            </a:extLst>
          </p:cNvPr>
          <p:cNvSpPr/>
          <p:nvPr/>
        </p:nvSpPr>
        <p:spPr>
          <a:xfrm>
            <a:off x="7293260" y="3155825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평생교육장려금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54" name="꺾인 연결선 111">
            <a:extLst>
              <a:ext uri="{FF2B5EF4-FFF2-40B4-BE49-F238E27FC236}">
                <a16:creationId xmlns:a16="http://schemas.microsoft.com/office/drawing/2014/main" id="{DFBB6F6D-DC22-0442-88EB-C2B1EC616478}"/>
              </a:ext>
            </a:extLst>
          </p:cNvPr>
          <p:cNvCxnSpPr>
            <a:cxnSpLocks/>
            <a:stCxn id="45" idx="1"/>
            <a:endCxn id="14" idx="2"/>
          </p:cNvCxnSpPr>
          <p:nvPr/>
        </p:nvCxnSpPr>
        <p:spPr>
          <a:xfrm rot="10800000">
            <a:off x="7194096" y="2282743"/>
            <a:ext cx="99164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꺾인 연결선 111">
            <a:extLst>
              <a:ext uri="{FF2B5EF4-FFF2-40B4-BE49-F238E27FC236}">
                <a16:creationId xmlns:a16="http://schemas.microsoft.com/office/drawing/2014/main" id="{09464D84-F2FF-43A9-5E10-9BD0F11B8188}"/>
              </a:ext>
            </a:extLst>
          </p:cNvPr>
          <p:cNvCxnSpPr>
            <a:cxnSpLocks/>
            <a:stCxn id="46" idx="1"/>
            <a:endCxn id="14" idx="2"/>
          </p:cNvCxnSpPr>
          <p:nvPr/>
        </p:nvCxnSpPr>
        <p:spPr>
          <a:xfrm rot="10800000">
            <a:off x="7194096" y="2282744"/>
            <a:ext cx="99164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꺾인 연결선 111">
            <a:extLst>
              <a:ext uri="{FF2B5EF4-FFF2-40B4-BE49-F238E27FC236}">
                <a16:creationId xmlns:a16="http://schemas.microsoft.com/office/drawing/2014/main" id="{F7339286-A0DA-7FA6-19D0-D03FF85962CC}"/>
              </a:ext>
            </a:extLst>
          </p:cNvPr>
          <p:cNvCxnSpPr>
            <a:cxnSpLocks/>
            <a:stCxn id="50" idx="1"/>
            <a:endCxn id="14" idx="2"/>
          </p:cNvCxnSpPr>
          <p:nvPr/>
        </p:nvCxnSpPr>
        <p:spPr>
          <a:xfrm rot="10800000">
            <a:off x="7194096" y="2282743"/>
            <a:ext cx="99164" cy="757110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꺾인 연결선 111">
            <a:extLst>
              <a:ext uri="{FF2B5EF4-FFF2-40B4-BE49-F238E27FC236}">
                <a16:creationId xmlns:a16="http://schemas.microsoft.com/office/drawing/2014/main" id="{B0EE1558-5FE6-F41B-FB91-70722E0CE9AE}"/>
              </a:ext>
            </a:extLst>
          </p:cNvPr>
          <p:cNvCxnSpPr>
            <a:cxnSpLocks/>
            <a:stCxn id="53" idx="1"/>
            <a:endCxn id="14" idx="2"/>
          </p:cNvCxnSpPr>
          <p:nvPr/>
        </p:nvCxnSpPr>
        <p:spPr>
          <a:xfrm rot="10800000">
            <a:off x="7194096" y="2282744"/>
            <a:ext cx="99164" cy="959151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83">
            <a:extLst>
              <a:ext uri="{FF2B5EF4-FFF2-40B4-BE49-F238E27FC236}">
                <a16:creationId xmlns:a16="http://schemas.microsoft.com/office/drawing/2014/main" id="{B5C6A53B-EF9E-05C9-EB76-C6DDC738063E}"/>
              </a:ext>
            </a:extLst>
          </p:cNvPr>
          <p:cNvSpPr/>
          <p:nvPr/>
        </p:nvSpPr>
        <p:spPr>
          <a:xfrm>
            <a:off x="7293260" y="3374799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교육사업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62" name="꺾인 연결선 111">
            <a:extLst>
              <a:ext uri="{FF2B5EF4-FFF2-40B4-BE49-F238E27FC236}">
                <a16:creationId xmlns:a16="http://schemas.microsoft.com/office/drawing/2014/main" id="{8276D9F3-AB3E-7B1F-58F1-E4F9D57EC168}"/>
              </a:ext>
            </a:extLst>
          </p:cNvPr>
          <p:cNvCxnSpPr>
            <a:cxnSpLocks/>
            <a:stCxn id="60" idx="1"/>
            <a:endCxn id="14" idx="2"/>
          </p:cNvCxnSpPr>
          <p:nvPr/>
        </p:nvCxnSpPr>
        <p:spPr>
          <a:xfrm rot="10800000">
            <a:off x="7194096" y="2282744"/>
            <a:ext cx="99164" cy="117812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38048623-CB42-8277-ECC9-A82CE7135E16}"/>
              </a:ext>
            </a:extLst>
          </p:cNvPr>
          <p:cNvSpPr/>
          <p:nvPr/>
        </p:nvSpPr>
        <p:spPr>
          <a:xfrm>
            <a:off x="8436492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DDAA34CB-08F8-43F1-DFF2-B06139535516}"/>
              </a:ext>
            </a:extLst>
          </p:cNvPr>
          <p:cNvCxnSpPr>
            <a:cxnSpLocks/>
            <a:stCxn id="77" idx="1"/>
            <a:endCxn id="95" idx="2"/>
          </p:cNvCxnSpPr>
          <p:nvPr/>
        </p:nvCxnSpPr>
        <p:spPr>
          <a:xfrm rot="10800000">
            <a:off x="8337328" y="2282743"/>
            <a:ext cx="99164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9B8F9C36-E968-0F79-D67C-AA2F393A1EC1}"/>
              </a:ext>
            </a:extLst>
          </p:cNvPr>
          <p:cNvSpPr/>
          <p:nvPr/>
        </p:nvSpPr>
        <p:spPr>
          <a:xfrm>
            <a:off x="8436492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5CF05777-9F6F-BA1A-A5FD-B7C66AD7105B}"/>
              </a:ext>
            </a:extLst>
          </p:cNvPr>
          <p:cNvSpPr/>
          <p:nvPr/>
        </p:nvSpPr>
        <p:spPr>
          <a:xfrm>
            <a:off x="8436492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FDDB3BF7-B334-890B-F534-EBF856CCB2FC}"/>
              </a:ext>
            </a:extLst>
          </p:cNvPr>
          <p:cNvCxnSpPr>
            <a:cxnSpLocks/>
            <a:stCxn id="87" idx="1"/>
            <a:endCxn id="95" idx="2"/>
          </p:cNvCxnSpPr>
          <p:nvPr/>
        </p:nvCxnSpPr>
        <p:spPr>
          <a:xfrm rot="10800000">
            <a:off x="8337328" y="2282743"/>
            <a:ext cx="99164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8D620B14-6745-D571-B95A-E69D6E3498A3}"/>
              </a:ext>
            </a:extLst>
          </p:cNvPr>
          <p:cNvCxnSpPr>
            <a:cxnSpLocks/>
            <a:stCxn id="88" idx="1"/>
            <a:endCxn id="95" idx="2"/>
          </p:cNvCxnSpPr>
          <p:nvPr/>
        </p:nvCxnSpPr>
        <p:spPr>
          <a:xfrm rot="10800000">
            <a:off x="8337328" y="2282744"/>
            <a:ext cx="99164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33447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125870-EBBC-1043-D802-1DC3E7883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TextBox 44">
            <a:extLst>
              <a:ext uri="{FF2B5EF4-FFF2-40B4-BE49-F238E27FC236}">
                <a16:creationId xmlns:a16="http://schemas.microsoft.com/office/drawing/2014/main" id="{03F12474-9C41-FFEE-2D47-30A80DF1A7E7}"/>
              </a:ext>
            </a:extLst>
          </p:cNvPr>
          <p:cNvSpPr txBox="1"/>
          <p:nvPr/>
        </p:nvSpPr>
        <p:spPr>
          <a:xfrm rot="16200000">
            <a:off x="-432110" y="1197338"/>
            <a:ext cx="230661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C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srgbClr val="D7D7D7"/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O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NTENT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srgbClr val="F0F0F0"/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S</a:t>
            </a:r>
            <a:endParaRPr kumimoji="0" lang="ko-KR" altLang="en-US" sz="3000" b="1" i="0" u="none" strike="noStrike" kern="1200" cap="none" spc="0" normalizeH="0" baseline="0" noProof="0" dirty="0">
              <a:ln>
                <a:noFill/>
              </a:ln>
              <a:solidFill>
                <a:srgbClr val="F0F0F0"/>
              </a:solidFill>
              <a:effectLst/>
              <a:uLnTx/>
              <a:uFillTx/>
              <a:latin typeface="Noto Sans" panose="020B0502040504020204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Text Box 11">
            <a:extLst>
              <a:ext uri="{FF2B5EF4-FFF2-40B4-BE49-F238E27FC236}">
                <a16:creationId xmlns:a16="http://schemas.microsoft.com/office/drawing/2014/main" id="{531FCA6F-8623-DE59-4321-8D4878DD1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5436" y="2140622"/>
            <a:ext cx="4765463" cy="4693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오산교육재단 홈페이지 메인 화면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 홈페이지 메인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</p:txBody>
      </p:sp>
      <p:sp>
        <p:nvSpPr>
          <p:cNvPr id="31" name="Text Box 5">
            <a:extLst>
              <a:ext uri="{FF2B5EF4-FFF2-40B4-BE49-F238E27FC236}">
                <a16:creationId xmlns:a16="http://schemas.microsoft.com/office/drawing/2014/main" id="{D9D2C347-ADF4-D833-7F16-231B7A0504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05" y="1477454"/>
            <a:ext cx="3703099" cy="338554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메인</a:t>
            </a:r>
            <a:endParaRPr kumimoji="0" lang="en-US" altLang="ko-KR" sz="16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Noto Sans" panose="020B0502040504020204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TextBox 13">
            <a:extLst>
              <a:ext uri="{FF2B5EF4-FFF2-40B4-BE49-F238E27FC236}">
                <a16:creationId xmlns:a16="http://schemas.microsoft.com/office/drawing/2014/main" id="{2B623D94-B1AB-A36D-5CE4-DEA198BA0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0483" y="1369732"/>
            <a:ext cx="764953" cy="55399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00</a:t>
            </a:r>
            <a:endParaRPr kumimoji="0" lang="ko-KR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346092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EC9CCB-6E2E-2608-0185-A6CD842B50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C7C744AF-8E24-73DC-C38B-59C066E7676C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6CCD334A-E856-EEDC-CDB8-C8D740124589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25E5198B-9705-376B-8284-F5B568D7FBBB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6703F4DC-D23F-4EAF-90D2-9839C1549316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6F4A1BA2-FCBF-909D-1A0F-9511B895DF65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94BD9AC1-7CC9-0B75-A7E7-6FE3805EF212}"/>
              </a:ext>
            </a:extLst>
          </p:cNvPr>
          <p:cNvSpPr/>
          <p:nvPr/>
        </p:nvSpPr>
        <p:spPr>
          <a:xfrm>
            <a:off x="304478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3714D907-4E43-6D9D-358F-2EDD353563C7}"/>
              </a:ext>
            </a:extLst>
          </p:cNvPr>
          <p:cNvSpPr/>
          <p:nvPr/>
        </p:nvSpPr>
        <p:spPr>
          <a:xfrm>
            <a:off x="4088904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EF526276-3734-7C74-6F63-A3A92C30139C}"/>
              </a:ext>
            </a:extLst>
          </p:cNvPr>
          <p:cNvSpPr/>
          <p:nvPr/>
        </p:nvSpPr>
        <p:spPr>
          <a:xfrm>
            <a:off x="600927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7F70B901-39C0-57C1-A27A-6CFD8457A6CD}"/>
              </a:ext>
            </a:extLst>
          </p:cNvPr>
          <p:cNvSpPr/>
          <p:nvPr/>
        </p:nvSpPr>
        <p:spPr>
          <a:xfrm>
            <a:off x="887566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D3749BC8-769E-7483-DECE-6D95A0A80F70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72F22F08-7AE7-1657-89CB-F05CF9573B73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B3013583-2242-445F-9426-1B4AF5FAE9FE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517E3183-8A41-8B74-39C9-7E089802C75E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81931" y="1144762"/>
            <a:ext cx="343487" cy="155377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16306B99-D280-4C51-FFEE-0BB12AAE6A6E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603989" y="1666820"/>
            <a:ext cx="343487" cy="509657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B2E4DC76-6BCC-1E78-4136-5EA56F9DAB76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5564177" y="1216289"/>
            <a:ext cx="343487" cy="1410717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0D748648-70E4-C38B-DFA0-EEB59FF69B13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6528104" y="252362"/>
            <a:ext cx="343487" cy="333857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10642763-4E41-3799-1B87-1F0BEF48B83F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97368" y="-216902"/>
            <a:ext cx="343487" cy="427709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14DE0167-915F-DF23-0A32-BA25840326AB}"/>
              </a:ext>
            </a:extLst>
          </p:cNvPr>
          <p:cNvSpPr/>
          <p:nvPr/>
        </p:nvSpPr>
        <p:spPr>
          <a:xfrm>
            <a:off x="793713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3" name="모서리가 둥근 직사각형 83">
            <a:extLst>
              <a:ext uri="{FF2B5EF4-FFF2-40B4-BE49-F238E27FC236}">
                <a16:creationId xmlns:a16="http://schemas.microsoft.com/office/drawing/2014/main" id="{F005D631-1AD0-05C5-21CB-57689B001A8C}"/>
              </a:ext>
            </a:extLst>
          </p:cNvPr>
          <p:cNvSpPr/>
          <p:nvPr/>
        </p:nvSpPr>
        <p:spPr>
          <a:xfrm>
            <a:off x="4624329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재단안내</a:t>
            </a:r>
          </a:p>
        </p:txBody>
      </p:sp>
      <p:cxnSp>
        <p:nvCxnSpPr>
          <p:cNvPr id="4" name="꺾인 연결선 111">
            <a:extLst>
              <a:ext uri="{FF2B5EF4-FFF2-40B4-BE49-F238E27FC236}">
                <a16:creationId xmlns:a16="http://schemas.microsoft.com/office/drawing/2014/main" id="{C2ECBA69-99F9-FF07-3380-A2F50C0FE297}"/>
              </a:ext>
            </a:extLst>
          </p:cNvPr>
          <p:cNvCxnSpPr>
            <a:cxnSpLocks/>
            <a:stCxn id="3" idx="1"/>
            <a:endCxn id="84" idx="2"/>
          </p:cNvCxnSpPr>
          <p:nvPr/>
        </p:nvCxnSpPr>
        <p:spPr>
          <a:xfrm rot="10800000">
            <a:off x="4520905" y="2282743"/>
            <a:ext cx="10342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모서리가 둥근 직사각형 83">
            <a:extLst>
              <a:ext uri="{FF2B5EF4-FFF2-40B4-BE49-F238E27FC236}">
                <a16:creationId xmlns:a16="http://schemas.microsoft.com/office/drawing/2014/main" id="{2AAE6D92-8200-3E61-2550-05EA2B88DF54}"/>
              </a:ext>
            </a:extLst>
          </p:cNvPr>
          <p:cNvSpPr/>
          <p:nvPr/>
        </p:nvSpPr>
        <p:spPr>
          <a:xfrm>
            <a:off x="4624329" y="3383751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조직안내</a:t>
            </a:r>
          </a:p>
        </p:txBody>
      </p: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C4EF7479-684C-F8B6-276B-CB897A6B8C1F}"/>
              </a:ext>
            </a:extLst>
          </p:cNvPr>
          <p:cNvSpPr/>
          <p:nvPr/>
        </p:nvSpPr>
        <p:spPr>
          <a:xfrm>
            <a:off x="4624329" y="421471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사업소개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B15771B1-BBCE-173D-2178-A2282E5D5374}"/>
              </a:ext>
            </a:extLst>
          </p:cNvPr>
          <p:cNvSpPr/>
          <p:nvPr/>
        </p:nvSpPr>
        <p:spPr>
          <a:xfrm>
            <a:off x="4624329" y="487354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찾아오시는길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745D7579-F76D-2D0C-E451-7CECED42466B}"/>
              </a:ext>
            </a:extLst>
          </p:cNvPr>
          <p:cNvSpPr/>
          <p:nvPr/>
        </p:nvSpPr>
        <p:spPr>
          <a:xfrm>
            <a:off x="4624329" y="552350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약관</a:t>
            </a: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8956D60E-1735-C01A-010D-9A96FA3BA984}"/>
              </a:ext>
            </a:extLst>
          </p:cNvPr>
          <p:cNvSpPr/>
          <p:nvPr/>
        </p:nvSpPr>
        <p:spPr>
          <a:xfrm>
            <a:off x="3580212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아이디 찾기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B75E997A-A9FD-ADF8-A5B6-581D1DC54509}"/>
              </a:ext>
            </a:extLst>
          </p:cNvPr>
          <p:cNvCxnSpPr>
            <a:cxnSpLocks/>
            <a:stCxn id="22" idx="1"/>
            <a:endCxn id="83" idx="2"/>
          </p:cNvCxnSpPr>
          <p:nvPr/>
        </p:nvCxnSpPr>
        <p:spPr>
          <a:xfrm rot="10800000">
            <a:off x="3476788" y="2282743"/>
            <a:ext cx="103424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4E31DAFD-E428-E84F-29B1-93CF0EB393A7}"/>
              </a:ext>
            </a:extLst>
          </p:cNvPr>
          <p:cNvSpPr/>
          <p:nvPr/>
        </p:nvSpPr>
        <p:spPr>
          <a:xfrm>
            <a:off x="3580212" y="254970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비밀번호 찾기</a:t>
            </a:r>
          </a:p>
        </p:txBody>
      </p:sp>
      <p:sp>
        <p:nvSpPr>
          <p:cNvPr id="30" name="모서리가 둥근 직사각형 83">
            <a:extLst>
              <a:ext uri="{FF2B5EF4-FFF2-40B4-BE49-F238E27FC236}">
                <a16:creationId xmlns:a16="http://schemas.microsoft.com/office/drawing/2014/main" id="{B0627828-8850-687A-CA70-CD10EF1008EC}"/>
              </a:ext>
            </a:extLst>
          </p:cNvPr>
          <p:cNvSpPr/>
          <p:nvPr/>
        </p:nvSpPr>
        <p:spPr>
          <a:xfrm>
            <a:off x="2511676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이용약관동의</a:t>
            </a:r>
          </a:p>
        </p:txBody>
      </p:sp>
      <p:cxnSp>
        <p:nvCxnSpPr>
          <p:cNvPr id="31" name="꺾인 연결선 111">
            <a:extLst>
              <a:ext uri="{FF2B5EF4-FFF2-40B4-BE49-F238E27FC236}">
                <a16:creationId xmlns:a16="http://schemas.microsoft.com/office/drawing/2014/main" id="{97C33787-EEDC-76B3-95E3-7F6EC38E163D}"/>
              </a:ext>
            </a:extLst>
          </p:cNvPr>
          <p:cNvCxnSpPr>
            <a:cxnSpLocks/>
            <a:stCxn id="30" idx="1"/>
            <a:endCxn id="82" idx="2"/>
          </p:cNvCxnSpPr>
          <p:nvPr/>
        </p:nvCxnSpPr>
        <p:spPr>
          <a:xfrm rot="10800000">
            <a:off x="2408252" y="2282743"/>
            <a:ext cx="103424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83">
            <a:extLst>
              <a:ext uri="{FF2B5EF4-FFF2-40B4-BE49-F238E27FC236}">
                <a16:creationId xmlns:a16="http://schemas.microsoft.com/office/drawing/2014/main" id="{665F9645-5D1E-508D-CD0C-C4844D2E3A36}"/>
              </a:ext>
            </a:extLst>
          </p:cNvPr>
          <p:cNvSpPr/>
          <p:nvPr/>
        </p:nvSpPr>
        <p:spPr>
          <a:xfrm>
            <a:off x="2511676" y="254970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만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14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 미만</a:t>
            </a:r>
          </a:p>
        </p:txBody>
      </p: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ECC00238-D2D3-182A-5784-DDB7F5A52770}"/>
              </a:ext>
            </a:extLst>
          </p:cNvPr>
          <p:cNvSpPr/>
          <p:nvPr/>
        </p:nvSpPr>
        <p:spPr>
          <a:xfrm>
            <a:off x="2511676" y="275174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만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14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 이상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60F1AB9B-B4EC-8F4D-68AB-9C0EFC3C4820}"/>
              </a:ext>
            </a:extLst>
          </p:cNvPr>
          <p:cNvSpPr/>
          <p:nvPr/>
        </p:nvSpPr>
        <p:spPr>
          <a:xfrm>
            <a:off x="2511676" y="295378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회원정보 작성</a:t>
            </a:r>
          </a:p>
        </p:txBody>
      </p:sp>
      <p:sp>
        <p:nvSpPr>
          <p:cNvPr id="35" name="모서리가 둥근 직사각형 83">
            <a:extLst>
              <a:ext uri="{FF2B5EF4-FFF2-40B4-BE49-F238E27FC236}">
                <a16:creationId xmlns:a16="http://schemas.microsoft.com/office/drawing/2014/main" id="{4935EDD5-2CF8-2557-A393-46D2A6B52B97}"/>
              </a:ext>
            </a:extLst>
          </p:cNvPr>
          <p:cNvSpPr/>
          <p:nvPr/>
        </p:nvSpPr>
        <p:spPr>
          <a:xfrm>
            <a:off x="2511676" y="315582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가입신청 완료</a:t>
            </a:r>
          </a:p>
        </p:txBody>
      </p:sp>
      <p:sp>
        <p:nvSpPr>
          <p:cNvPr id="37" name="모서리가 둥근 직사각형 83">
            <a:extLst>
              <a:ext uri="{FF2B5EF4-FFF2-40B4-BE49-F238E27FC236}">
                <a16:creationId xmlns:a16="http://schemas.microsoft.com/office/drawing/2014/main" id="{7FD60F01-F733-2FF9-C412-FC2D90FB7B4D}"/>
              </a:ext>
            </a:extLst>
          </p:cNvPr>
          <p:cNvSpPr/>
          <p:nvPr/>
        </p:nvSpPr>
        <p:spPr>
          <a:xfrm>
            <a:off x="5162602" y="257469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이상장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인사말</a:t>
            </a:r>
          </a:p>
        </p:txBody>
      </p:sp>
      <p:cxnSp>
        <p:nvCxnSpPr>
          <p:cNvPr id="38" name="꺾인 연결선 111">
            <a:extLst>
              <a:ext uri="{FF2B5EF4-FFF2-40B4-BE49-F238E27FC236}">
                <a16:creationId xmlns:a16="http://schemas.microsoft.com/office/drawing/2014/main" id="{DCE814C3-F4A4-4C4C-9F26-F847826F3063}"/>
              </a:ext>
            </a:extLst>
          </p:cNvPr>
          <p:cNvCxnSpPr>
            <a:cxnSpLocks/>
            <a:stCxn id="37" idx="1"/>
            <a:endCxn id="3" idx="2"/>
          </p:cNvCxnSpPr>
          <p:nvPr/>
        </p:nvCxnSpPr>
        <p:spPr>
          <a:xfrm rot="10800000">
            <a:off x="5049508" y="2516589"/>
            <a:ext cx="113095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0EF1ABCE-E208-A35E-03AE-D44E0313A3F7}"/>
              </a:ext>
            </a:extLst>
          </p:cNvPr>
          <p:cNvSpPr/>
          <p:nvPr/>
        </p:nvSpPr>
        <p:spPr>
          <a:xfrm>
            <a:off x="5162602" y="276586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연혁 및 소개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모서리가 둥근 직사각형 83">
            <a:extLst>
              <a:ext uri="{FF2B5EF4-FFF2-40B4-BE49-F238E27FC236}">
                <a16:creationId xmlns:a16="http://schemas.microsoft.com/office/drawing/2014/main" id="{C87D4C9D-C81F-9DC5-EC7E-2677DE9718A7}"/>
              </a:ext>
            </a:extLst>
          </p:cNvPr>
          <p:cNvSpPr/>
          <p:nvPr/>
        </p:nvSpPr>
        <p:spPr>
          <a:xfrm>
            <a:off x="5162602" y="296436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비전및핵심가치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모서리가 둥근 직사각형 83">
            <a:extLst>
              <a:ext uri="{FF2B5EF4-FFF2-40B4-BE49-F238E27FC236}">
                <a16:creationId xmlns:a16="http://schemas.microsoft.com/office/drawing/2014/main" id="{10EE3B87-0CEB-3D15-3555-5D7D4C0905B1}"/>
              </a:ext>
            </a:extLst>
          </p:cNvPr>
          <p:cNvSpPr/>
          <p:nvPr/>
        </p:nvSpPr>
        <p:spPr>
          <a:xfrm>
            <a:off x="5162602" y="316377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설립취지</a:t>
            </a:r>
          </a:p>
        </p:txBody>
      </p:sp>
      <p:cxnSp>
        <p:nvCxnSpPr>
          <p:cNvPr id="44" name="꺾인 연결선 111">
            <a:extLst>
              <a:ext uri="{FF2B5EF4-FFF2-40B4-BE49-F238E27FC236}">
                <a16:creationId xmlns:a16="http://schemas.microsoft.com/office/drawing/2014/main" id="{2E18ED72-8437-5386-4256-9CD265F03C69}"/>
              </a:ext>
            </a:extLst>
          </p:cNvPr>
          <p:cNvCxnSpPr>
            <a:cxnSpLocks/>
            <a:stCxn id="9" idx="1"/>
            <a:endCxn id="84" idx="2"/>
          </p:cNvCxnSpPr>
          <p:nvPr/>
        </p:nvCxnSpPr>
        <p:spPr>
          <a:xfrm rot="10800000">
            <a:off x="4520905" y="2282744"/>
            <a:ext cx="103425" cy="11870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모서리가 둥근 직사각형 83">
            <a:extLst>
              <a:ext uri="{FF2B5EF4-FFF2-40B4-BE49-F238E27FC236}">
                <a16:creationId xmlns:a16="http://schemas.microsoft.com/office/drawing/2014/main" id="{68D45248-FDBA-3116-6DFC-E6CE97FFCE78}"/>
              </a:ext>
            </a:extLst>
          </p:cNvPr>
          <p:cNvSpPr/>
          <p:nvPr/>
        </p:nvSpPr>
        <p:spPr>
          <a:xfrm>
            <a:off x="5162602" y="3608303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조직도</a:t>
            </a:r>
          </a:p>
        </p:txBody>
      </p:sp>
      <p:cxnSp>
        <p:nvCxnSpPr>
          <p:cNvPr id="48" name="꺾인 연결선 111">
            <a:extLst>
              <a:ext uri="{FF2B5EF4-FFF2-40B4-BE49-F238E27FC236}">
                <a16:creationId xmlns:a16="http://schemas.microsoft.com/office/drawing/2014/main" id="{D3F58278-6E5A-C3CD-4E48-B7D1B130FE81}"/>
              </a:ext>
            </a:extLst>
          </p:cNvPr>
          <p:cNvCxnSpPr>
            <a:cxnSpLocks/>
            <a:stCxn id="47" idx="1"/>
            <a:endCxn id="9" idx="2"/>
          </p:cNvCxnSpPr>
          <p:nvPr/>
        </p:nvCxnSpPr>
        <p:spPr>
          <a:xfrm rot="10800000">
            <a:off x="5049508" y="3555890"/>
            <a:ext cx="113095" cy="138483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모서리가 둥근 직사각형 83">
            <a:extLst>
              <a:ext uri="{FF2B5EF4-FFF2-40B4-BE49-F238E27FC236}">
                <a16:creationId xmlns:a16="http://schemas.microsoft.com/office/drawing/2014/main" id="{A86AEC6A-B497-E4F7-6A01-7769FB18E576}"/>
              </a:ext>
            </a:extLst>
          </p:cNvPr>
          <p:cNvSpPr/>
          <p:nvPr/>
        </p:nvSpPr>
        <p:spPr>
          <a:xfrm>
            <a:off x="5162602" y="380742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담당업무</a:t>
            </a:r>
          </a:p>
        </p:txBody>
      </p:sp>
      <p:sp>
        <p:nvSpPr>
          <p:cNvPr id="51" name="모서리가 둥근 직사각형 83">
            <a:extLst>
              <a:ext uri="{FF2B5EF4-FFF2-40B4-BE49-F238E27FC236}">
                <a16:creationId xmlns:a16="http://schemas.microsoft.com/office/drawing/2014/main" id="{37883502-A44C-9C14-8C0A-CF638D88220B}"/>
              </a:ext>
            </a:extLst>
          </p:cNvPr>
          <p:cNvSpPr/>
          <p:nvPr/>
        </p:nvSpPr>
        <p:spPr>
          <a:xfrm>
            <a:off x="5162602" y="3999507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임원현황</a:t>
            </a:r>
          </a:p>
        </p:txBody>
      </p:sp>
      <p:cxnSp>
        <p:nvCxnSpPr>
          <p:cNvPr id="52" name="꺾인 연결선 111">
            <a:extLst>
              <a:ext uri="{FF2B5EF4-FFF2-40B4-BE49-F238E27FC236}">
                <a16:creationId xmlns:a16="http://schemas.microsoft.com/office/drawing/2014/main" id="{D0903AAA-CE0A-C859-D3B9-90AC164D69A9}"/>
              </a:ext>
            </a:extLst>
          </p:cNvPr>
          <p:cNvCxnSpPr>
            <a:cxnSpLocks/>
            <a:stCxn id="32" idx="1"/>
            <a:endCxn id="82" idx="2"/>
          </p:cNvCxnSpPr>
          <p:nvPr/>
        </p:nvCxnSpPr>
        <p:spPr>
          <a:xfrm rot="10800000">
            <a:off x="2408252" y="2282743"/>
            <a:ext cx="103424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꺾인 연결선 111">
            <a:extLst>
              <a:ext uri="{FF2B5EF4-FFF2-40B4-BE49-F238E27FC236}">
                <a16:creationId xmlns:a16="http://schemas.microsoft.com/office/drawing/2014/main" id="{DAFB1221-5711-1F54-00B8-7F37B4980679}"/>
              </a:ext>
            </a:extLst>
          </p:cNvPr>
          <p:cNvCxnSpPr>
            <a:cxnSpLocks/>
            <a:stCxn id="33" idx="1"/>
            <a:endCxn id="82" idx="2"/>
          </p:cNvCxnSpPr>
          <p:nvPr/>
        </p:nvCxnSpPr>
        <p:spPr>
          <a:xfrm rot="10800000">
            <a:off x="2408252" y="2282744"/>
            <a:ext cx="103424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꺾인 연결선 111">
            <a:extLst>
              <a:ext uri="{FF2B5EF4-FFF2-40B4-BE49-F238E27FC236}">
                <a16:creationId xmlns:a16="http://schemas.microsoft.com/office/drawing/2014/main" id="{2F986858-2CAB-3500-F869-EE0C5CE7C73A}"/>
              </a:ext>
            </a:extLst>
          </p:cNvPr>
          <p:cNvCxnSpPr>
            <a:cxnSpLocks/>
            <a:stCxn id="34" idx="1"/>
            <a:endCxn id="82" idx="2"/>
          </p:cNvCxnSpPr>
          <p:nvPr/>
        </p:nvCxnSpPr>
        <p:spPr>
          <a:xfrm rot="10800000">
            <a:off x="2408252" y="2282743"/>
            <a:ext cx="103424" cy="757110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꺾인 연결선 111">
            <a:extLst>
              <a:ext uri="{FF2B5EF4-FFF2-40B4-BE49-F238E27FC236}">
                <a16:creationId xmlns:a16="http://schemas.microsoft.com/office/drawing/2014/main" id="{B271ECEB-7F29-4281-5AB0-01D29348E921}"/>
              </a:ext>
            </a:extLst>
          </p:cNvPr>
          <p:cNvCxnSpPr>
            <a:cxnSpLocks/>
            <a:stCxn id="35" idx="1"/>
            <a:endCxn id="82" idx="2"/>
          </p:cNvCxnSpPr>
          <p:nvPr/>
        </p:nvCxnSpPr>
        <p:spPr>
          <a:xfrm rot="10800000">
            <a:off x="2408252" y="2282744"/>
            <a:ext cx="103424" cy="959151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꺾인 연결선 111">
            <a:extLst>
              <a:ext uri="{FF2B5EF4-FFF2-40B4-BE49-F238E27FC236}">
                <a16:creationId xmlns:a16="http://schemas.microsoft.com/office/drawing/2014/main" id="{F4B03ED2-822D-2084-8EEC-8A75728B1036}"/>
              </a:ext>
            </a:extLst>
          </p:cNvPr>
          <p:cNvCxnSpPr>
            <a:cxnSpLocks/>
            <a:stCxn id="24" idx="1"/>
            <a:endCxn id="83" idx="2"/>
          </p:cNvCxnSpPr>
          <p:nvPr/>
        </p:nvCxnSpPr>
        <p:spPr>
          <a:xfrm rot="10800000">
            <a:off x="3476788" y="2282743"/>
            <a:ext cx="103424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꺾인 연결선 111">
            <a:extLst>
              <a:ext uri="{FF2B5EF4-FFF2-40B4-BE49-F238E27FC236}">
                <a16:creationId xmlns:a16="http://schemas.microsoft.com/office/drawing/2014/main" id="{CBDEC7BC-0D20-7088-E244-6B4272270A61}"/>
              </a:ext>
            </a:extLst>
          </p:cNvPr>
          <p:cNvCxnSpPr>
            <a:cxnSpLocks/>
            <a:stCxn id="11" idx="1"/>
            <a:endCxn id="84" idx="2"/>
          </p:cNvCxnSpPr>
          <p:nvPr/>
        </p:nvCxnSpPr>
        <p:spPr>
          <a:xfrm rot="10800000">
            <a:off x="4520905" y="2282743"/>
            <a:ext cx="103425" cy="2018042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꺾인 연결선 111">
            <a:extLst>
              <a:ext uri="{FF2B5EF4-FFF2-40B4-BE49-F238E27FC236}">
                <a16:creationId xmlns:a16="http://schemas.microsoft.com/office/drawing/2014/main" id="{BFD61AF1-2743-03C3-4E10-53BA9CE91896}"/>
              </a:ext>
            </a:extLst>
          </p:cNvPr>
          <p:cNvCxnSpPr>
            <a:cxnSpLocks/>
            <a:stCxn id="12" idx="1"/>
            <a:endCxn id="84" idx="2"/>
          </p:cNvCxnSpPr>
          <p:nvPr/>
        </p:nvCxnSpPr>
        <p:spPr>
          <a:xfrm rot="10800000">
            <a:off x="4520905" y="2282744"/>
            <a:ext cx="103425" cy="26768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꺾인 연결선 111">
            <a:extLst>
              <a:ext uri="{FF2B5EF4-FFF2-40B4-BE49-F238E27FC236}">
                <a16:creationId xmlns:a16="http://schemas.microsoft.com/office/drawing/2014/main" id="{7380A429-FF06-5EBC-A458-39D5883F7C92}"/>
              </a:ext>
            </a:extLst>
          </p:cNvPr>
          <p:cNvCxnSpPr>
            <a:cxnSpLocks/>
            <a:stCxn id="13" idx="1"/>
            <a:endCxn id="84" idx="2"/>
          </p:cNvCxnSpPr>
          <p:nvPr/>
        </p:nvCxnSpPr>
        <p:spPr>
          <a:xfrm rot="10800000">
            <a:off x="4520905" y="2282743"/>
            <a:ext cx="103425" cy="3326832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모서리가 둥근 직사각형 83">
            <a:extLst>
              <a:ext uri="{FF2B5EF4-FFF2-40B4-BE49-F238E27FC236}">
                <a16:creationId xmlns:a16="http://schemas.microsoft.com/office/drawing/2014/main" id="{5AEEB7E4-8E7F-F7BC-FF0E-84514F90A8D8}"/>
              </a:ext>
            </a:extLst>
          </p:cNvPr>
          <p:cNvSpPr/>
          <p:nvPr/>
        </p:nvSpPr>
        <p:spPr>
          <a:xfrm>
            <a:off x="5162602" y="4438789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장학사업</a:t>
            </a:r>
          </a:p>
        </p:txBody>
      </p:sp>
      <p:cxnSp>
        <p:nvCxnSpPr>
          <p:cNvPr id="80" name="꺾인 연결선 111">
            <a:extLst>
              <a:ext uri="{FF2B5EF4-FFF2-40B4-BE49-F238E27FC236}">
                <a16:creationId xmlns:a16="http://schemas.microsoft.com/office/drawing/2014/main" id="{8DD9BCEF-B314-861D-E270-54D6FB2590E6}"/>
              </a:ext>
            </a:extLst>
          </p:cNvPr>
          <p:cNvCxnSpPr>
            <a:cxnSpLocks/>
            <a:stCxn id="79" idx="1"/>
            <a:endCxn id="11" idx="2"/>
          </p:cNvCxnSpPr>
          <p:nvPr/>
        </p:nvCxnSpPr>
        <p:spPr>
          <a:xfrm rot="10800000">
            <a:off x="5049508" y="4386854"/>
            <a:ext cx="113095" cy="13800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모서리가 둥근 직사각형 83">
            <a:extLst>
              <a:ext uri="{FF2B5EF4-FFF2-40B4-BE49-F238E27FC236}">
                <a16:creationId xmlns:a16="http://schemas.microsoft.com/office/drawing/2014/main" id="{B37BF440-4726-AF05-4846-CA4E16C3AADF}"/>
              </a:ext>
            </a:extLst>
          </p:cNvPr>
          <p:cNvSpPr/>
          <p:nvPr/>
        </p:nvSpPr>
        <p:spPr>
          <a:xfrm>
            <a:off x="5162602" y="463791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교육사업</a:t>
            </a:r>
          </a:p>
        </p:txBody>
      </p:sp>
      <p:sp>
        <p:nvSpPr>
          <p:cNvPr id="91" name="모서리가 둥근 직사각형 83">
            <a:extLst>
              <a:ext uri="{FF2B5EF4-FFF2-40B4-BE49-F238E27FC236}">
                <a16:creationId xmlns:a16="http://schemas.microsoft.com/office/drawing/2014/main" id="{4CBA7E00-2D08-87DD-27EA-F548549F0C1E}"/>
              </a:ext>
            </a:extLst>
          </p:cNvPr>
          <p:cNvSpPr/>
          <p:nvPr/>
        </p:nvSpPr>
        <p:spPr>
          <a:xfrm>
            <a:off x="5162602" y="510917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</a:t>
            </a:r>
          </a:p>
        </p:txBody>
      </p:sp>
      <p:cxnSp>
        <p:nvCxnSpPr>
          <p:cNvPr id="96" name="꺾인 연결선 111">
            <a:extLst>
              <a:ext uri="{FF2B5EF4-FFF2-40B4-BE49-F238E27FC236}">
                <a16:creationId xmlns:a16="http://schemas.microsoft.com/office/drawing/2014/main" id="{05177D9A-39EF-DF82-F050-3907623CA3BC}"/>
              </a:ext>
            </a:extLst>
          </p:cNvPr>
          <p:cNvCxnSpPr>
            <a:cxnSpLocks/>
            <a:stCxn id="91" idx="1"/>
            <a:endCxn id="12" idx="2"/>
          </p:cNvCxnSpPr>
          <p:nvPr/>
        </p:nvCxnSpPr>
        <p:spPr>
          <a:xfrm rot="10800000">
            <a:off x="5049508" y="5045681"/>
            <a:ext cx="113095" cy="14956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모서리가 둥근 직사각형 83">
            <a:extLst>
              <a:ext uri="{FF2B5EF4-FFF2-40B4-BE49-F238E27FC236}">
                <a16:creationId xmlns:a16="http://schemas.microsoft.com/office/drawing/2014/main" id="{3FED624B-080F-7E2C-9AFE-254E25A4EFCB}"/>
              </a:ext>
            </a:extLst>
          </p:cNvPr>
          <p:cNvSpPr/>
          <p:nvPr/>
        </p:nvSpPr>
        <p:spPr>
          <a:xfrm>
            <a:off x="5162602" y="5308297"/>
            <a:ext cx="1188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오산시진로진학상담센터</a:t>
            </a:r>
          </a:p>
        </p:txBody>
      </p:sp>
      <p:sp>
        <p:nvSpPr>
          <p:cNvPr id="100" name="모서리가 둥근 직사각형 83">
            <a:extLst>
              <a:ext uri="{FF2B5EF4-FFF2-40B4-BE49-F238E27FC236}">
                <a16:creationId xmlns:a16="http://schemas.microsoft.com/office/drawing/2014/main" id="{1B733A5F-B55D-3693-8B2F-E976FF238E10}"/>
              </a:ext>
            </a:extLst>
          </p:cNvPr>
          <p:cNvSpPr/>
          <p:nvPr/>
        </p:nvSpPr>
        <p:spPr>
          <a:xfrm>
            <a:off x="5162602" y="5747579"/>
            <a:ext cx="1028931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개인정보처리방침</a:t>
            </a:r>
          </a:p>
        </p:txBody>
      </p:sp>
      <p:cxnSp>
        <p:nvCxnSpPr>
          <p:cNvPr id="101" name="꺾인 연결선 111">
            <a:extLst>
              <a:ext uri="{FF2B5EF4-FFF2-40B4-BE49-F238E27FC236}">
                <a16:creationId xmlns:a16="http://schemas.microsoft.com/office/drawing/2014/main" id="{EAA0A7C1-E3D8-B2C2-3A1F-301E8CF81871}"/>
              </a:ext>
            </a:extLst>
          </p:cNvPr>
          <p:cNvCxnSpPr>
            <a:cxnSpLocks/>
            <a:stCxn id="100" idx="1"/>
            <a:endCxn id="13" idx="2"/>
          </p:cNvCxnSpPr>
          <p:nvPr/>
        </p:nvCxnSpPr>
        <p:spPr>
          <a:xfrm rot="10800000">
            <a:off x="5049508" y="5695644"/>
            <a:ext cx="113095" cy="13800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모서리가 둥근 직사각형 83">
            <a:extLst>
              <a:ext uri="{FF2B5EF4-FFF2-40B4-BE49-F238E27FC236}">
                <a16:creationId xmlns:a16="http://schemas.microsoft.com/office/drawing/2014/main" id="{E68F0A4A-FBFC-B5B2-9B2B-17A6C0821166}"/>
              </a:ext>
            </a:extLst>
          </p:cNvPr>
          <p:cNvSpPr/>
          <p:nvPr/>
        </p:nvSpPr>
        <p:spPr>
          <a:xfrm>
            <a:off x="5162602" y="5946700"/>
            <a:ext cx="1028931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이메일무단수집거부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모서리가 둥근 직사각형 83">
            <a:extLst>
              <a:ext uri="{FF2B5EF4-FFF2-40B4-BE49-F238E27FC236}">
                <a16:creationId xmlns:a16="http://schemas.microsoft.com/office/drawing/2014/main" id="{2C985248-6C17-3F52-FE6E-68E53C5ECD3A}"/>
              </a:ext>
            </a:extLst>
          </p:cNvPr>
          <p:cNvSpPr/>
          <p:nvPr/>
        </p:nvSpPr>
        <p:spPr>
          <a:xfrm>
            <a:off x="5162602" y="6138783"/>
            <a:ext cx="1028931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홈페이지운영지침</a:t>
            </a:r>
          </a:p>
        </p:txBody>
      </p:sp>
      <p:sp>
        <p:nvSpPr>
          <p:cNvPr id="113" name="모서리가 둥근 직사각형 83">
            <a:extLst>
              <a:ext uri="{FF2B5EF4-FFF2-40B4-BE49-F238E27FC236}">
                <a16:creationId xmlns:a16="http://schemas.microsoft.com/office/drawing/2014/main" id="{755BAE28-B117-D420-9392-0911C3E6DA88}"/>
              </a:ext>
            </a:extLst>
          </p:cNvPr>
          <p:cNvSpPr/>
          <p:nvPr/>
        </p:nvSpPr>
        <p:spPr>
          <a:xfrm>
            <a:off x="6539144" y="234445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윤리경영</a:t>
            </a:r>
          </a:p>
        </p:txBody>
      </p:sp>
      <p:cxnSp>
        <p:nvCxnSpPr>
          <p:cNvPr id="114" name="꺾인 연결선 111">
            <a:extLst>
              <a:ext uri="{FF2B5EF4-FFF2-40B4-BE49-F238E27FC236}">
                <a16:creationId xmlns:a16="http://schemas.microsoft.com/office/drawing/2014/main" id="{F708B742-1854-8B09-D5C1-D53CD25B895A}"/>
              </a:ext>
            </a:extLst>
          </p:cNvPr>
          <p:cNvCxnSpPr>
            <a:cxnSpLocks/>
            <a:stCxn id="113" idx="1"/>
            <a:endCxn id="85" idx="2"/>
          </p:cNvCxnSpPr>
          <p:nvPr/>
        </p:nvCxnSpPr>
        <p:spPr>
          <a:xfrm rot="10800000">
            <a:off x="6441278" y="2282743"/>
            <a:ext cx="97866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모서리가 둥근 직사각형 83">
            <a:extLst>
              <a:ext uri="{FF2B5EF4-FFF2-40B4-BE49-F238E27FC236}">
                <a16:creationId xmlns:a16="http://schemas.microsoft.com/office/drawing/2014/main" id="{9621B794-F51F-3714-7A03-1B1CD845EE1E}"/>
              </a:ext>
            </a:extLst>
          </p:cNvPr>
          <p:cNvSpPr/>
          <p:nvPr/>
        </p:nvSpPr>
        <p:spPr>
          <a:xfrm>
            <a:off x="7077416" y="257469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윤리헌장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19" name="꺾인 연결선 111">
            <a:extLst>
              <a:ext uri="{FF2B5EF4-FFF2-40B4-BE49-F238E27FC236}">
                <a16:creationId xmlns:a16="http://schemas.microsoft.com/office/drawing/2014/main" id="{DF4CFAD8-385D-61F3-F4CA-F953ED4133C7}"/>
              </a:ext>
            </a:extLst>
          </p:cNvPr>
          <p:cNvCxnSpPr>
            <a:cxnSpLocks/>
            <a:stCxn id="118" idx="1"/>
            <a:endCxn id="113" idx="2"/>
          </p:cNvCxnSpPr>
          <p:nvPr/>
        </p:nvCxnSpPr>
        <p:spPr>
          <a:xfrm rot="10800000">
            <a:off x="6964322" y="2516589"/>
            <a:ext cx="113094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모서리가 둥근 직사각형 83">
            <a:extLst>
              <a:ext uri="{FF2B5EF4-FFF2-40B4-BE49-F238E27FC236}">
                <a16:creationId xmlns:a16="http://schemas.microsoft.com/office/drawing/2014/main" id="{CFEB2C06-B129-2152-3593-5F323203D380}"/>
              </a:ext>
            </a:extLst>
          </p:cNvPr>
          <p:cNvSpPr/>
          <p:nvPr/>
        </p:nvSpPr>
        <p:spPr>
          <a:xfrm>
            <a:off x="7077416" y="2765866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행동강령</a:t>
            </a:r>
          </a:p>
        </p:txBody>
      </p:sp>
      <p:sp>
        <p:nvSpPr>
          <p:cNvPr id="121" name="모서리가 둥근 직사각형 83">
            <a:extLst>
              <a:ext uri="{FF2B5EF4-FFF2-40B4-BE49-F238E27FC236}">
                <a16:creationId xmlns:a16="http://schemas.microsoft.com/office/drawing/2014/main" id="{D93FA3CF-06BD-3E02-4929-7D7519D635E9}"/>
              </a:ext>
            </a:extLst>
          </p:cNvPr>
          <p:cNvSpPr/>
          <p:nvPr/>
        </p:nvSpPr>
        <p:spPr>
          <a:xfrm>
            <a:off x="7077416" y="296436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재단규정집</a:t>
            </a:r>
          </a:p>
        </p:txBody>
      </p:sp>
      <p:sp>
        <p:nvSpPr>
          <p:cNvPr id="123" name="모서리가 둥근 직사각형 83">
            <a:extLst>
              <a:ext uri="{FF2B5EF4-FFF2-40B4-BE49-F238E27FC236}">
                <a16:creationId xmlns:a16="http://schemas.microsoft.com/office/drawing/2014/main" id="{A6ACAEC1-34EE-99A5-9DA7-B0C2B1E1581E}"/>
              </a:ext>
            </a:extLst>
          </p:cNvPr>
          <p:cNvSpPr/>
          <p:nvPr/>
        </p:nvSpPr>
        <p:spPr>
          <a:xfrm>
            <a:off x="6539144" y="317903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경영공시</a:t>
            </a:r>
          </a:p>
        </p:txBody>
      </p:sp>
      <p:cxnSp>
        <p:nvCxnSpPr>
          <p:cNvPr id="124" name="꺾인 연결선 111">
            <a:extLst>
              <a:ext uri="{FF2B5EF4-FFF2-40B4-BE49-F238E27FC236}">
                <a16:creationId xmlns:a16="http://schemas.microsoft.com/office/drawing/2014/main" id="{1C06E52D-CE7D-57F3-1622-29DB2AA9A76A}"/>
              </a:ext>
            </a:extLst>
          </p:cNvPr>
          <p:cNvCxnSpPr>
            <a:cxnSpLocks/>
            <a:stCxn id="123" idx="1"/>
            <a:endCxn id="85" idx="2"/>
          </p:cNvCxnSpPr>
          <p:nvPr/>
        </p:nvCxnSpPr>
        <p:spPr>
          <a:xfrm rot="10800000">
            <a:off x="6441278" y="2282743"/>
            <a:ext cx="97866" cy="982360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모서리가 둥근 직사각형 83">
            <a:extLst>
              <a:ext uri="{FF2B5EF4-FFF2-40B4-BE49-F238E27FC236}">
                <a16:creationId xmlns:a16="http://schemas.microsoft.com/office/drawing/2014/main" id="{03EC6185-BC98-5E95-E348-DA60C55804AC}"/>
              </a:ext>
            </a:extLst>
          </p:cNvPr>
          <p:cNvSpPr/>
          <p:nvPr/>
        </p:nvSpPr>
        <p:spPr>
          <a:xfrm>
            <a:off x="7077416" y="3409280"/>
            <a:ext cx="936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경영계획및예산서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26" name="꺾인 연결선 111">
            <a:extLst>
              <a:ext uri="{FF2B5EF4-FFF2-40B4-BE49-F238E27FC236}">
                <a16:creationId xmlns:a16="http://schemas.microsoft.com/office/drawing/2014/main" id="{765E570E-8F7C-B8CC-2AD5-F378BA1A7A99}"/>
              </a:ext>
            </a:extLst>
          </p:cNvPr>
          <p:cNvCxnSpPr>
            <a:cxnSpLocks/>
            <a:stCxn id="125" idx="1"/>
            <a:endCxn id="123" idx="2"/>
          </p:cNvCxnSpPr>
          <p:nvPr/>
        </p:nvCxnSpPr>
        <p:spPr>
          <a:xfrm rot="10800000">
            <a:off x="6964322" y="3351173"/>
            <a:ext cx="113094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모서리가 둥근 직사각형 83">
            <a:extLst>
              <a:ext uri="{FF2B5EF4-FFF2-40B4-BE49-F238E27FC236}">
                <a16:creationId xmlns:a16="http://schemas.microsoft.com/office/drawing/2014/main" id="{FD44408A-13DC-6269-4E68-DDC797C8101B}"/>
              </a:ext>
            </a:extLst>
          </p:cNvPr>
          <p:cNvSpPr/>
          <p:nvPr/>
        </p:nvSpPr>
        <p:spPr>
          <a:xfrm>
            <a:off x="7077416" y="3600450"/>
            <a:ext cx="1620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경영평가 결과 및 성과계약 달성도</a:t>
            </a:r>
          </a:p>
        </p:txBody>
      </p:sp>
      <p:sp>
        <p:nvSpPr>
          <p:cNvPr id="128" name="모서리가 둥근 직사각형 83">
            <a:extLst>
              <a:ext uri="{FF2B5EF4-FFF2-40B4-BE49-F238E27FC236}">
                <a16:creationId xmlns:a16="http://schemas.microsoft.com/office/drawing/2014/main" id="{0D1A4C59-49B1-4416-A16F-7857554A60CE}"/>
              </a:ext>
            </a:extLst>
          </p:cNvPr>
          <p:cNvSpPr/>
          <p:nvPr/>
        </p:nvSpPr>
        <p:spPr>
          <a:xfrm>
            <a:off x="7077416" y="3798948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감사결과</a:t>
            </a:r>
          </a:p>
        </p:txBody>
      </p:sp>
      <p:sp>
        <p:nvSpPr>
          <p:cNvPr id="130" name="모서리가 둥근 직사각형 83">
            <a:extLst>
              <a:ext uri="{FF2B5EF4-FFF2-40B4-BE49-F238E27FC236}">
                <a16:creationId xmlns:a16="http://schemas.microsoft.com/office/drawing/2014/main" id="{96B006AA-6DC6-DB66-B37A-6B9B461F9997}"/>
              </a:ext>
            </a:extLst>
          </p:cNvPr>
          <p:cNvSpPr/>
          <p:nvPr/>
        </p:nvSpPr>
        <p:spPr>
          <a:xfrm>
            <a:off x="7077416" y="3998851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결산서</a:t>
            </a:r>
          </a:p>
        </p:txBody>
      </p:sp>
      <p:sp>
        <p:nvSpPr>
          <p:cNvPr id="131" name="모서리가 둥근 직사각형 83">
            <a:extLst>
              <a:ext uri="{FF2B5EF4-FFF2-40B4-BE49-F238E27FC236}">
                <a16:creationId xmlns:a16="http://schemas.microsoft.com/office/drawing/2014/main" id="{645A49BF-D28C-E759-DE2D-C1FD474059F1}"/>
              </a:ext>
            </a:extLst>
          </p:cNvPr>
          <p:cNvSpPr/>
          <p:nvPr/>
        </p:nvSpPr>
        <p:spPr>
          <a:xfrm>
            <a:off x="7077416" y="420676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인력현황</a:t>
            </a:r>
          </a:p>
        </p:txBody>
      </p:sp>
      <p:sp>
        <p:nvSpPr>
          <p:cNvPr id="132" name="모서리가 둥근 직사각형 83">
            <a:extLst>
              <a:ext uri="{FF2B5EF4-FFF2-40B4-BE49-F238E27FC236}">
                <a16:creationId xmlns:a16="http://schemas.microsoft.com/office/drawing/2014/main" id="{00E26D41-E9CF-2746-26F1-A2F8A27BC9E7}"/>
              </a:ext>
            </a:extLst>
          </p:cNvPr>
          <p:cNvSpPr/>
          <p:nvPr/>
        </p:nvSpPr>
        <p:spPr>
          <a:xfrm>
            <a:off x="7077416" y="4404461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인건비현황</a:t>
            </a:r>
          </a:p>
        </p:txBody>
      </p:sp>
      <p:sp>
        <p:nvSpPr>
          <p:cNvPr id="133" name="모서리가 둥근 직사각형 83">
            <a:extLst>
              <a:ext uri="{FF2B5EF4-FFF2-40B4-BE49-F238E27FC236}">
                <a16:creationId xmlns:a16="http://schemas.microsoft.com/office/drawing/2014/main" id="{19B12BF9-DE6D-E680-3A5D-9C1C54FE5984}"/>
              </a:ext>
            </a:extLst>
          </p:cNvPr>
          <p:cNvSpPr/>
          <p:nvPr/>
        </p:nvSpPr>
        <p:spPr>
          <a:xfrm>
            <a:off x="7077416" y="4602157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재무현황</a:t>
            </a:r>
          </a:p>
        </p:txBody>
      </p:sp>
      <p:sp>
        <p:nvSpPr>
          <p:cNvPr id="134" name="모서리가 둥근 직사각형 83">
            <a:extLst>
              <a:ext uri="{FF2B5EF4-FFF2-40B4-BE49-F238E27FC236}">
                <a16:creationId xmlns:a16="http://schemas.microsoft.com/office/drawing/2014/main" id="{4C202228-D11F-E544-85F7-C143E73F5628}"/>
              </a:ext>
            </a:extLst>
          </p:cNvPr>
          <p:cNvSpPr/>
          <p:nvPr/>
        </p:nvSpPr>
        <p:spPr>
          <a:xfrm>
            <a:off x="7077416" y="4793710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기본재산현황</a:t>
            </a:r>
          </a:p>
        </p:txBody>
      </p:sp>
      <p:sp>
        <p:nvSpPr>
          <p:cNvPr id="135" name="모서리가 둥근 직사각형 83">
            <a:extLst>
              <a:ext uri="{FF2B5EF4-FFF2-40B4-BE49-F238E27FC236}">
                <a16:creationId xmlns:a16="http://schemas.microsoft.com/office/drawing/2014/main" id="{78EEA10B-D915-941D-D391-AC281D629743}"/>
              </a:ext>
            </a:extLst>
          </p:cNvPr>
          <p:cNvSpPr/>
          <p:nvPr/>
        </p:nvSpPr>
        <p:spPr>
          <a:xfrm>
            <a:off x="6539144" y="5028079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기타공시</a:t>
            </a:r>
          </a:p>
        </p:txBody>
      </p:sp>
      <p:cxnSp>
        <p:nvCxnSpPr>
          <p:cNvPr id="136" name="꺾인 연결선 111">
            <a:extLst>
              <a:ext uri="{FF2B5EF4-FFF2-40B4-BE49-F238E27FC236}">
                <a16:creationId xmlns:a16="http://schemas.microsoft.com/office/drawing/2014/main" id="{F7946624-FA90-7B73-475D-0836430BAF6B}"/>
              </a:ext>
            </a:extLst>
          </p:cNvPr>
          <p:cNvCxnSpPr>
            <a:cxnSpLocks/>
            <a:stCxn id="135" idx="1"/>
            <a:endCxn id="85" idx="2"/>
          </p:cNvCxnSpPr>
          <p:nvPr/>
        </p:nvCxnSpPr>
        <p:spPr>
          <a:xfrm rot="10800000">
            <a:off x="6441278" y="2282744"/>
            <a:ext cx="97866" cy="28314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모서리가 둥근 직사각형 83">
            <a:extLst>
              <a:ext uri="{FF2B5EF4-FFF2-40B4-BE49-F238E27FC236}">
                <a16:creationId xmlns:a16="http://schemas.microsoft.com/office/drawing/2014/main" id="{D0D2D039-BA28-DFEF-353B-C9A920F17142}"/>
              </a:ext>
            </a:extLst>
          </p:cNvPr>
          <p:cNvSpPr/>
          <p:nvPr/>
        </p:nvSpPr>
        <p:spPr>
          <a:xfrm>
            <a:off x="7077416" y="5258325"/>
            <a:ext cx="1260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복리후생비 및 업무추진비</a:t>
            </a:r>
          </a:p>
        </p:txBody>
      </p:sp>
      <p:cxnSp>
        <p:nvCxnSpPr>
          <p:cNvPr id="138" name="꺾인 연결선 111">
            <a:extLst>
              <a:ext uri="{FF2B5EF4-FFF2-40B4-BE49-F238E27FC236}">
                <a16:creationId xmlns:a16="http://schemas.microsoft.com/office/drawing/2014/main" id="{3A1BC12D-D435-BA81-C521-12A260D50F59}"/>
              </a:ext>
            </a:extLst>
          </p:cNvPr>
          <p:cNvCxnSpPr>
            <a:cxnSpLocks/>
            <a:stCxn id="137" idx="1"/>
            <a:endCxn id="135" idx="2"/>
          </p:cNvCxnSpPr>
          <p:nvPr/>
        </p:nvCxnSpPr>
        <p:spPr>
          <a:xfrm rot="10800000">
            <a:off x="6964322" y="5200218"/>
            <a:ext cx="113094" cy="14417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모서리가 둥근 직사각형 83">
            <a:extLst>
              <a:ext uri="{FF2B5EF4-FFF2-40B4-BE49-F238E27FC236}">
                <a16:creationId xmlns:a16="http://schemas.microsoft.com/office/drawing/2014/main" id="{18037202-81E8-7A55-9E1D-36EA91297B81}"/>
              </a:ext>
            </a:extLst>
          </p:cNvPr>
          <p:cNvSpPr/>
          <p:nvPr/>
        </p:nvSpPr>
        <p:spPr>
          <a:xfrm>
            <a:off x="7077416" y="5449495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입찰 및 수의계약</a:t>
            </a:r>
          </a:p>
        </p:txBody>
      </p:sp>
      <p:sp>
        <p:nvSpPr>
          <p:cNvPr id="141" name="모서리가 둥근 직사각형 83">
            <a:extLst>
              <a:ext uri="{FF2B5EF4-FFF2-40B4-BE49-F238E27FC236}">
                <a16:creationId xmlns:a16="http://schemas.microsoft.com/office/drawing/2014/main" id="{745477A6-FF5F-01FA-0BDB-95EEC450A449}"/>
              </a:ext>
            </a:extLst>
          </p:cNvPr>
          <p:cNvSpPr/>
          <p:nvPr/>
        </p:nvSpPr>
        <p:spPr>
          <a:xfrm>
            <a:off x="7077416" y="5647993"/>
            <a:ext cx="1008000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친인척채용인원 공개</a:t>
            </a:r>
          </a:p>
        </p:txBody>
      </p:sp>
      <p:sp>
        <p:nvSpPr>
          <p:cNvPr id="148" name="모서리가 둥근 직사각형 83">
            <a:extLst>
              <a:ext uri="{FF2B5EF4-FFF2-40B4-BE49-F238E27FC236}">
                <a16:creationId xmlns:a16="http://schemas.microsoft.com/office/drawing/2014/main" id="{C7D1E2D3-31F6-E024-E981-698FAA66D9F8}"/>
              </a:ext>
            </a:extLst>
          </p:cNvPr>
          <p:cNvSpPr/>
          <p:nvPr/>
        </p:nvSpPr>
        <p:spPr>
          <a:xfrm>
            <a:off x="7077416" y="586284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인권경영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9" name="모서리가 둥근 직사각형 83">
            <a:extLst>
              <a:ext uri="{FF2B5EF4-FFF2-40B4-BE49-F238E27FC236}">
                <a16:creationId xmlns:a16="http://schemas.microsoft.com/office/drawing/2014/main" id="{6123D39C-F1CD-3975-C917-0DF48656818D}"/>
              </a:ext>
            </a:extLst>
          </p:cNvPr>
          <p:cNvSpPr/>
          <p:nvPr/>
        </p:nvSpPr>
        <p:spPr>
          <a:xfrm>
            <a:off x="7077416" y="6077394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기타</a:t>
            </a:r>
          </a:p>
        </p:txBody>
      </p:sp>
      <p:sp>
        <p:nvSpPr>
          <p:cNvPr id="153" name="모서리가 둥근 직사각형 83">
            <a:extLst>
              <a:ext uri="{FF2B5EF4-FFF2-40B4-BE49-F238E27FC236}">
                <a16:creationId xmlns:a16="http://schemas.microsoft.com/office/drawing/2014/main" id="{00E09772-604F-620D-7B8F-8B11E687B060}"/>
              </a:ext>
            </a:extLst>
          </p:cNvPr>
          <p:cNvSpPr/>
          <p:nvPr/>
        </p:nvSpPr>
        <p:spPr>
          <a:xfrm>
            <a:off x="6539144" y="6332572"/>
            <a:ext cx="638885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비공개기준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54" name="꺾인 연결선 111">
            <a:extLst>
              <a:ext uri="{FF2B5EF4-FFF2-40B4-BE49-F238E27FC236}">
                <a16:creationId xmlns:a16="http://schemas.microsoft.com/office/drawing/2014/main" id="{6BBA2213-2B10-05C6-69AC-D209E19E3C25}"/>
              </a:ext>
            </a:extLst>
          </p:cNvPr>
          <p:cNvCxnSpPr>
            <a:cxnSpLocks/>
            <a:stCxn id="153" idx="1"/>
            <a:endCxn id="85" idx="2"/>
          </p:cNvCxnSpPr>
          <p:nvPr/>
        </p:nvCxnSpPr>
        <p:spPr>
          <a:xfrm rot="10800000">
            <a:off x="6441278" y="2282743"/>
            <a:ext cx="97866" cy="413589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모서리가 둥근 직사각형 83">
            <a:extLst>
              <a:ext uri="{FF2B5EF4-FFF2-40B4-BE49-F238E27FC236}">
                <a16:creationId xmlns:a16="http://schemas.microsoft.com/office/drawing/2014/main" id="{B1E82C8E-70A3-0DA4-421D-6CD1D1EEF6EA}"/>
              </a:ext>
            </a:extLst>
          </p:cNvPr>
          <p:cNvSpPr/>
          <p:nvPr/>
        </p:nvSpPr>
        <p:spPr>
          <a:xfrm>
            <a:off x="7207004" y="6332572"/>
            <a:ext cx="638885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통합공시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8" name="모서리가 둥근 직사각형 83">
            <a:extLst>
              <a:ext uri="{FF2B5EF4-FFF2-40B4-BE49-F238E27FC236}">
                <a16:creationId xmlns:a16="http://schemas.microsoft.com/office/drawing/2014/main" id="{6460F7CF-2788-E082-2A59-BC44E4DBF8ED}"/>
              </a:ext>
            </a:extLst>
          </p:cNvPr>
          <p:cNvSpPr/>
          <p:nvPr/>
        </p:nvSpPr>
        <p:spPr>
          <a:xfrm>
            <a:off x="7871600" y="633257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정보공개시스템</a:t>
            </a:r>
          </a:p>
        </p:txBody>
      </p:sp>
      <p:sp>
        <p:nvSpPr>
          <p:cNvPr id="159" name="모서리가 둥근 직사각형 83">
            <a:extLst>
              <a:ext uri="{FF2B5EF4-FFF2-40B4-BE49-F238E27FC236}">
                <a16:creationId xmlns:a16="http://schemas.microsoft.com/office/drawing/2014/main" id="{22B52AE4-38EE-1740-901E-4B4F58E60BBF}"/>
              </a:ext>
            </a:extLst>
          </p:cNvPr>
          <p:cNvSpPr/>
          <p:nvPr/>
        </p:nvSpPr>
        <p:spPr>
          <a:xfrm>
            <a:off x="8752679" y="6332572"/>
            <a:ext cx="850356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클린신고센터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29D9DF75-9D76-4028-629B-0E988BF8474E}"/>
              </a:ext>
            </a:extLst>
          </p:cNvPr>
          <p:cNvSpPr/>
          <p:nvPr/>
        </p:nvSpPr>
        <p:spPr>
          <a:xfrm>
            <a:off x="6981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2BD3C37C-24F2-EC6B-540F-CF9BF5DC666F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6050322" y="730144"/>
            <a:ext cx="343487" cy="2383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2627191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8AD7D7-7AD7-4C8C-AF54-AC7D6DC70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5DB8BCE-5912-9D0E-961C-CF741E914927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178512B-D023-D6CF-801A-D66851783AB8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0AAEF98-7882-3493-5584-A936505402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580422"/>
              </p:ext>
            </p:extLst>
          </p:nvPr>
        </p:nvGraphicFramePr>
        <p:xfrm>
          <a:off x="6969418" y="2548005"/>
          <a:ext cx="2772114" cy="32377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 메인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5D5D2DBD-B039-85D2-38C0-C14B59C4085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index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D6ED638-EBE3-2E81-0CC8-73B1DB4F61DB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7BAE39CB-CA9D-D399-7E7B-EF68E97BE4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8E6B07E2-588A-51D8-7D92-3EA36536DB3D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BC2ADCD-6E0F-E550-92CE-2BD2DBAD068E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96F6C8D-641B-3857-52CE-DED8E9E971F1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FF5FE0E-91ED-5F69-F138-39202D891D67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CA6004B-9533-0986-4B59-CBCD5CC78CB2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C6017E-1F1F-3D7F-BB99-FC3A25CDD7DD}"/>
              </a:ext>
            </a:extLst>
          </p:cNvPr>
          <p:cNvSpPr/>
          <p:nvPr/>
        </p:nvSpPr>
        <p:spPr>
          <a:xfrm>
            <a:off x="165100" y="1790190"/>
            <a:ext cx="6732116" cy="117075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 슬라이드 영역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7367BD2-D598-F160-1E8B-E17A73152275}"/>
              </a:ext>
            </a:extLst>
          </p:cNvPr>
          <p:cNvSpPr/>
          <p:nvPr/>
        </p:nvSpPr>
        <p:spPr>
          <a:xfrm>
            <a:off x="5997030" y="1428678"/>
            <a:ext cx="686086" cy="769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 </a:t>
            </a:r>
            <a:r>
              <a: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|  </a:t>
            </a:r>
            <a:r>
              <a:rPr kumimoji="0" lang="ko-KR" altLang="en-US" sz="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로그아웃</a:t>
            </a:r>
          </a:p>
        </p:txBody>
      </p:sp>
      <p:pic>
        <p:nvPicPr>
          <p:cNvPr id="31" name="Picture 161" descr="D:\05 문서\02 문서 디자인\아이콘\icon2\appbar.lines.horizontal.4.png">
            <a:extLst>
              <a:ext uri="{FF2B5EF4-FFF2-40B4-BE49-F238E27FC236}">
                <a16:creationId xmlns:a16="http://schemas.microsoft.com/office/drawing/2014/main" id="{38ECA3E2-D2C7-D268-712C-62EC3CE368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87131" y="1370565"/>
            <a:ext cx="193896" cy="1938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" name="직사각형 31">
            <a:extLst>
              <a:ext uri="{FF2B5EF4-FFF2-40B4-BE49-F238E27FC236}">
                <a16:creationId xmlns:a16="http://schemas.microsoft.com/office/drawing/2014/main" id="{3F671604-83B4-96C8-3B20-AB75B6862C86}"/>
              </a:ext>
            </a:extLst>
          </p:cNvPr>
          <p:cNvSpPr/>
          <p:nvPr/>
        </p:nvSpPr>
        <p:spPr>
          <a:xfrm>
            <a:off x="165100" y="3005593"/>
            <a:ext cx="2155338" cy="128754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2677E16-B8A6-AFAA-5297-B611720B6647}"/>
              </a:ext>
            </a:extLst>
          </p:cNvPr>
          <p:cNvSpPr/>
          <p:nvPr/>
        </p:nvSpPr>
        <p:spPr>
          <a:xfrm>
            <a:off x="210872" y="3055042"/>
            <a:ext cx="100348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온라인 명예의 전당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9E8F95C-16D8-D2B5-E0D5-8ED2BB68B573}"/>
              </a:ext>
            </a:extLst>
          </p:cNvPr>
          <p:cNvSpPr/>
          <p:nvPr/>
        </p:nvSpPr>
        <p:spPr>
          <a:xfrm>
            <a:off x="210872" y="3243431"/>
            <a:ext cx="448841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포토갤러리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67C0451-77F4-44C8-FE1F-870B259D3935}"/>
              </a:ext>
            </a:extLst>
          </p:cNvPr>
          <p:cNvSpPr/>
          <p:nvPr/>
        </p:nvSpPr>
        <p:spPr>
          <a:xfrm>
            <a:off x="1979178" y="4098985"/>
            <a:ext cx="270908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◀ ▶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83D15EE-A5A7-7B54-5874-6A2FD665E6B9}"/>
              </a:ext>
            </a:extLst>
          </p:cNvPr>
          <p:cNvSpPr/>
          <p:nvPr/>
        </p:nvSpPr>
        <p:spPr>
          <a:xfrm>
            <a:off x="2396716" y="3005593"/>
            <a:ext cx="4484310" cy="128754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980DAEC-C152-9DAF-AA93-BC75B2A38A6B}"/>
              </a:ext>
            </a:extLst>
          </p:cNvPr>
          <p:cNvSpPr/>
          <p:nvPr/>
        </p:nvSpPr>
        <p:spPr>
          <a:xfrm>
            <a:off x="2506845" y="3055042"/>
            <a:ext cx="461665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79F4730-48BA-6C1B-9577-E3022DDAD7D2}"/>
              </a:ext>
            </a:extLst>
          </p:cNvPr>
          <p:cNvSpPr/>
          <p:nvPr/>
        </p:nvSpPr>
        <p:spPr>
          <a:xfrm>
            <a:off x="3207389" y="3055042"/>
            <a:ext cx="461665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E348C-3E9B-BE44-0832-C189D2266CCA}"/>
              </a:ext>
            </a:extLst>
          </p:cNvPr>
          <p:cNvSpPr/>
          <p:nvPr/>
        </p:nvSpPr>
        <p:spPr>
          <a:xfrm>
            <a:off x="3907933" y="3055042"/>
            <a:ext cx="461665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채용공고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1CCCEA9-17C4-A151-6654-AB9BA9FECC8C}"/>
              </a:ext>
            </a:extLst>
          </p:cNvPr>
          <p:cNvSpPr/>
          <p:nvPr/>
        </p:nvSpPr>
        <p:spPr>
          <a:xfrm>
            <a:off x="4608477" y="3055042"/>
            <a:ext cx="461665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보도자료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55CBF7F-0116-4BE1-7947-20B772D2757B}"/>
              </a:ext>
            </a:extLst>
          </p:cNvPr>
          <p:cNvSpPr/>
          <p:nvPr/>
        </p:nvSpPr>
        <p:spPr>
          <a:xfrm>
            <a:off x="6753200" y="3020157"/>
            <a:ext cx="92974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+</a:t>
            </a: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A0FE1C6-7D8C-972B-1C8E-5997B2BB911A}"/>
              </a:ext>
            </a:extLst>
          </p:cNvPr>
          <p:cNvSpPr/>
          <p:nvPr/>
        </p:nvSpPr>
        <p:spPr>
          <a:xfrm>
            <a:off x="2559317" y="3304728"/>
            <a:ext cx="872034" cy="9486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 제목 입니다</a:t>
            </a:r>
            <a:endParaRPr kumimoji="0" lang="en-US" altLang="ko-KR" sz="7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 제목 입니다</a:t>
            </a:r>
            <a:endParaRPr lang="en-US" altLang="ko-KR" sz="7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 제목 입니다</a:t>
            </a:r>
            <a:endParaRPr kumimoji="0" lang="en-US" altLang="ko-KR" sz="7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 제목 입니다</a:t>
            </a:r>
            <a:endParaRPr lang="en-US" altLang="ko-KR" sz="7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 제목 입니다</a:t>
            </a:r>
            <a:endParaRPr kumimoji="0" lang="en-US" altLang="ko-KR" sz="7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공지사항 제목 입니다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36221F09-E22C-6075-EF23-C53CA589E1D1}"/>
              </a:ext>
            </a:extLst>
          </p:cNvPr>
          <p:cNvCxnSpPr>
            <a:cxnSpLocks/>
          </p:cNvCxnSpPr>
          <p:nvPr/>
        </p:nvCxnSpPr>
        <p:spPr>
          <a:xfrm>
            <a:off x="2519562" y="3267284"/>
            <a:ext cx="4287013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C30F0C-0E84-B063-22F6-302B483EAEDD}"/>
              </a:ext>
            </a:extLst>
          </p:cNvPr>
          <p:cNvSpPr/>
          <p:nvPr/>
        </p:nvSpPr>
        <p:spPr>
          <a:xfrm>
            <a:off x="6370558" y="3304728"/>
            <a:ext cx="436017" cy="9486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2025.10.28</a:t>
            </a: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2025.10.28</a:t>
            </a:r>
            <a:endParaRPr lang="en-US" altLang="ko-KR" sz="7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2025.10.28</a:t>
            </a: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2025.10.28</a:t>
            </a:r>
            <a:endParaRPr lang="en-US" altLang="ko-KR" sz="7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2025.10.28</a:t>
            </a: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2025.10.28</a:t>
            </a:r>
            <a:endParaRPr kumimoji="0" lang="ko-KR" altLang="en-US" sz="7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5409F6D-5E3F-DBE4-109F-E78664402480}"/>
              </a:ext>
            </a:extLst>
          </p:cNvPr>
          <p:cNvSpPr/>
          <p:nvPr/>
        </p:nvSpPr>
        <p:spPr>
          <a:xfrm>
            <a:off x="165100" y="4338674"/>
            <a:ext cx="6732116" cy="81851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4FF01CC-7C06-A80B-A9CF-37E5ECE45ACC}"/>
              </a:ext>
            </a:extLst>
          </p:cNvPr>
          <p:cNvSpPr/>
          <p:nvPr/>
        </p:nvSpPr>
        <p:spPr>
          <a:xfrm>
            <a:off x="210872" y="4426291"/>
            <a:ext cx="1194238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사업안내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B2DAB59-9220-17D1-242E-AEFA9320CB60}"/>
              </a:ext>
            </a:extLst>
          </p:cNvPr>
          <p:cNvSpPr/>
          <p:nvPr/>
        </p:nvSpPr>
        <p:spPr>
          <a:xfrm>
            <a:off x="271480" y="4854038"/>
            <a:ext cx="829092" cy="174260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사업안내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보러가기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모서리가 둥근 직사각형 121">
            <a:extLst>
              <a:ext uri="{FF2B5EF4-FFF2-40B4-BE49-F238E27FC236}">
                <a16:creationId xmlns:a16="http://schemas.microsoft.com/office/drawing/2014/main" id="{AAC2449A-8B81-FB78-CF4A-3B05AD4E858D}"/>
              </a:ext>
            </a:extLst>
          </p:cNvPr>
          <p:cNvSpPr/>
          <p:nvPr/>
        </p:nvSpPr>
        <p:spPr>
          <a:xfrm>
            <a:off x="2358477" y="4417189"/>
            <a:ext cx="2104240" cy="656868"/>
          </a:xfrm>
          <a:prstGeom prst="roundRect">
            <a:avLst>
              <a:gd name="adj" fmla="val 9900"/>
            </a:avLst>
          </a:prstGeom>
          <a:solidFill>
            <a:schemeClr val="bg1">
              <a:alpha val="90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ctr"/>
            <a:endParaRPr lang="ko-KR" altLang="en-US" sz="700" b="1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68" name="모서리가 둥근 직사각형 121">
            <a:extLst>
              <a:ext uri="{FF2B5EF4-FFF2-40B4-BE49-F238E27FC236}">
                <a16:creationId xmlns:a16="http://schemas.microsoft.com/office/drawing/2014/main" id="{C5E1AD04-7FE2-F105-F190-BF403CDC3023}"/>
              </a:ext>
            </a:extLst>
          </p:cNvPr>
          <p:cNvSpPr/>
          <p:nvPr/>
        </p:nvSpPr>
        <p:spPr>
          <a:xfrm>
            <a:off x="4608477" y="4417189"/>
            <a:ext cx="2104240" cy="656868"/>
          </a:xfrm>
          <a:prstGeom prst="roundRect">
            <a:avLst>
              <a:gd name="adj" fmla="val 7479"/>
            </a:avLst>
          </a:prstGeom>
          <a:solidFill>
            <a:schemeClr val="bg1">
              <a:alpha val="90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ctr"/>
            <a:endParaRPr lang="ko-KR" altLang="en-US" sz="700" b="1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BE8E784-EDA7-D2B7-5B3B-AB49007E7AE0}"/>
              </a:ext>
            </a:extLst>
          </p:cNvPr>
          <p:cNvSpPr/>
          <p:nvPr/>
        </p:nvSpPr>
        <p:spPr>
          <a:xfrm>
            <a:off x="3063326" y="4506496"/>
            <a:ext cx="461665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장학사업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439DCB0-38B1-36D5-491F-5F3191395215}"/>
              </a:ext>
            </a:extLst>
          </p:cNvPr>
          <p:cNvSpPr/>
          <p:nvPr/>
        </p:nvSpPr>
        <p:spPr>
          <a:xfrm>
            <a:off x="3044788" y="4686934"/>
            <a:ext cx="1396870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장학금 </a:t>
            </a:r>
            <a:r>
              <a:rPr kumimoji="0" lang="ko-KR" altLang="en-US" sz="6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ko-KR" altLang="en-US" sz="6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입사비</a:t>
            </a:r>
            <a:endParaRPr kumimoji="0" lang="ko-KR" altLang="en-US" sz="6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697DD56C-B91E-348E-940F-D044233048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4289762"/>
              </p:ext>
            </p:extLst>
          </p:nvPr>
        </p:nvGraphicFramePr>
        <p:xfrm>
          <a:off x="2439911" y="4489142"/>
          <a:ext cx="544502" cy="5038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4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381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이미지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3" name="직사각형 72">
            <a:extLst>
              <a:ext uri="{FF2B5EF4-FFF2-40B4-BE49-F238E27FC236}">
                <a16:creationId xmlns:a16="http://schemas.microsoft.com/office/drawing/2014/main" id="{5F37C0FC-D079-F657-7456-03DFAF2D6D66}"/>
              </a:ext>
            </a:extLst>
          </p:cNvPr>
          <p:cNvSpPr/>
          <p:nvPr/>
        </p:nvSpPr>
        <p:spPr>
          <a:xfrm>
            <a:off x="5304164" y="4506496"/>
            <a:ext cx="461665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장학사업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E3CBC99A-7361-068C-FB62-0EB61D78EC02}"/>
              </a:ext>
            </a:extLst>
          </p:cNvPr>
          <p:cNvSpPr/>
          <p:nvPr/>
        </p:nvSpPr>
        <p:spPr>
          <a:xfrm>
            <a:off x="5285626" y="4686934"/>
            <a:ext cx="139687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교과학습체험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교육강사양성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진로진학상담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드림멘토링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학습코칭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얼리버드</a:t>
            </a:r>
            <a:r>
              <a:rPr kumimoji="0" lang="en-US" altLang="ko-KR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지역협력체제구축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81A48E6-0540-BFC8-0E45-A5FCC41517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6071419"/>
              </p:ext>
            </p:extLst>
          </p:nvPr>
        </p:nvGraphicFramePr>
        <p:xfrm>
          <a:off x="4680749" y="4489142"/>
          <a:ext cx="544502" cy="5038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4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381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이미지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7" name="직사각형 76">
            <a:extLst>
              <a:ext uri="{FF2B5EF4-FFF2-40B4-BE49-F238E27FC236}">
                <a16:creationId xmlns:a16="http://schemas.microsoft.com/office/drawing/2014/main" id="{FEBD1B99-B259-5611-BEB3-42360A1B9407}"/>
              </a:ext>
            </a:extLst>
          </p:cNvPr>
          <p:cNvSpPr/>
          <p:nvPr/>
        </p:nvSpPr>
        <p:spPr>
          <a:xfrm>
            <a:off x="4323910" y="4417434"/>
            <a:ext cx="92974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+</a:t>
            </a: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1DDD8BB-7451-D6D2-18DF-E06C2511221A}"/>
              </a:ext>
            </a:extLst>
          </p:cNvPr>
          <p:cNvSpPr/>
          <p:nvPr/>
        </p:nvSpPr>
        <p:spPr>
          <a:xfrm>
            <a:off x="6583667" y="4417434"/>
            <a:ext cx="92974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+</a:t>
            </a: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EBA29E9-EA59-111B-94A6-1039EF6F385C}"/>
              </a:ext>
            </a:extLst>
          </p:cNvPr>
          <p:cNvSpPr/>
          <p:nvPr/>
        </p:nvSpPr>
        <p:spPr>
          <a:xfrm>
            <a:off x="165100" y="5205292"/>
            <a:ext cx="6732116" cy="40991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1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스크롤 배너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9B6C08C5-9ABC-BD65-CA28-518A2E2FC1A8}"/>
              </a:ext>
            </a:extLst>
          </p:cNvPr>
          <p:cNvSpPr/>
          <p:nvPr/>
        </p:nvSpPr>
        <p:spPr>
          <a:xfrm>
            <a:off x="201776" y="5324788"/>
            <a:ext cx="129506" cy="12950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itchFamily="50" charset="-127"/>
                <a:ea typeface="맑은 고딕" pitchFamily="50" charset="-127"/>
              </a:rPr>
              <a:t>&lt;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8C94D4DC-D5D8-5D64-D35F-C1BDF9E6AAC0}"/>
              </a:ext>
            </a:extLst>
          </p:cNvPr>
          <p:cNvSpPr/>
          <p:nvPr/>
        </p:nvSpPr>
        <p:spPr>
          <a:xfrm>
            <a:off x="6705773" y="5324788"/>
            <a:ext cx="129506" cy="12950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itchFamily="50" charset="-127"/>
                <a:ea typeface="맑은 고딕" pitchFamily="50" charset="-127"/>
              </a:rPr>
              <a:t>&gt;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C31484F-B9B5-9A2E-253B-8EC89F95BAA4}"/>
              </a:ext>
            </a:extLst>
          </p:cNvPr>
          <p:cNvSpPr/>
          <p:nvPr/>
        </p:nvSpPr>
        <p:spPr>
          <a:xfrm>
            <a:off x="165100" y="5670867"/>
            <a:ext cx="6732116" cy="81883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3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7A2D3930-11B3-1859-326C-035DE5EDCB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0329" y="5859092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4" name="TextBox 83">
            <a:extLst>
              <a:ext uri="{FF2B5EF4-FFF2-40B4-BE49-F238E27FC236}">
                <a16:creationId xmlns:a16="http://schemas.microsoft.com/office/drawing/2014/main" id="{3EC50017-62ED-115A-B32B-4B824D27CD87}"/>
              </a:ext>
            </a:extLst>
          </p:cNvPr>
          <p:cNvSpPr txBox="1"/>
          <p:nvPr/>
        </p:nvSpPr>
        <p:spPr>
          <a:xfrm>
            <a:off x="2044783" y="6061492"/>
            <a:ext cx="312424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100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은계동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오산시립미술관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2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층 오산교육재단 사업자등록번호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: 124-82-15464</a:t>
            </a:r>
          </a:p>
          <a:p>
            <a:pPr algn="ctr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(031)377-1679 FAX. (031)377-1672</a:t>
            </a:r>
          </a:p>
          <a:p>
            <a:pPr algn="ctr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Copyrightⓒ2025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RIGHTSRESERVED.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BAEA9297-B5F5-0285-0431-D40028AF6C8F}"/>
              </a:ext>
            </a:extLst>
          </p:cNvPr>
          <p:cNvSpPr/>
          <p:nvPr/>
        </p:nvSpPr>
        <p:spPr>
          <a:xfrm>
            <a:off x="3120329" y="5707019"/>
            <a:ext cx="839974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이메일 무단수집거부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9D72EDF-46AD-C8E5-5DC6-6CCC976C9918}"/>
              </a:ext>
            </a:extLst>
          </p:cNvPr>
          <p:cNvSpPr/>
          <p:nvPr/>
        </p:nvSpPr>
        <p:spPr>
          <a:xfrm>
            <a:off x="4101992" y="5707019"/>
            <a:ext cx="5706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찾아오시는 길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BC19E7BA-F23F-FB8C-A4F4-71F7346D8670}"/>
              </a:ext>
            </a:extLst>
          </p:cNvPr>
          <p:cNvSpPr/>
          <p:nvPr/>
        </p:nvSpPr>
        <p:spPr>
          <a:xfrm>
            <a:off x="2264425" y="5707019"/>
            <a:ext cx="718146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개인정보처리방침</a:t>
            </a:r>
          </a:p>
        </p:txBody>
      </p:sp>
    </p:spTree>
    <p:extLst>
      <p:ext uri="{BB962C8B-B14F-4D97-AF65-F5344CB8AC3E}">
        <p14:creationId xmlns:p14="http://schemas.microsoft.com/office/powerpoint/2010/main" val="413174958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D61516-166C-9BF8-EEBD-8BA99F8FBC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TextBox 44">
            <a:extLst>
              <a:ext uri="{FF2B5EF4-FFF2-40B4-BE49-F238E27FC236}">
                <a16:creationId xmlns:a16="http://schemas.microsoft.com/office/drawing/2014/main" id="{5BBC0E33-CFCB-64CD-9679-3093B1329D9D}"/>
              </a:ext>
            </a:extLst>
          </p:cNvPr>
          <p:cNvSpPr txBox="1"/>
          <p:nvPr/>
        </p:nvSpPr>
        <p:spPr>
          <a:xfrm rot="16200000">
            <a:off x="-432110" y="1197338"/>
            <a:ext cx="230661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C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srgbClr val="D7D7D7"/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O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NTENT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srgbClr val="F0F0F0"/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S</a:t>
            </a:r>
            <a:endParaRPr kumimoji="0" lang="ko-KR" altLang="en-US" sz="3000" b="1" i="0" u="none" strike="noStrike" kern="1200" cap="none" spc="0" normalizeH="0" baseline="0" noProof="0" dirty="0">
              <a:ln>
                <a:noFill/>
              </a:ln>
              <a:solidFill>
                <a:srgbClr val="F0F0F0"/>
              </a:solidFill>
              <a:effectLst/>
              <a:uLnTx/>
              <a:uFillTx/>
              <a:latin typeface="Noto Sans" panose="020B0502040504020204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Text Box 11">
            <a:extLst>
              <a:ext uri="{FF2B5EF4-FFF2-40B4-BE49-F238E27FC236}">
                <a16:creationId xmlns:a16="http://schemas.microsoft.com/office/drawing/2014/main" id="{6CD1A369-D75E-6747-8C3F-027F658E3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5436" y="2140622"/>
            <a:ext cx="4765463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마이페이지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&gt;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내정보수정</a:t>
            </a:r>
            <a:endParaRPr lang="en-US" altLang="ko-KR" sz="1100" dirty="0">
              <a:solidFill>
                <a:prstClr val="black">
                  <a:lumMod val="50000"/>
                  <a:lumOff val="50000"/>
                </a:prstClr>
              </a:solidFill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 회원정보 수정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 회원탈퇴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</p:txBody>
      </p:sp>
      <p:sp>
        <p:nvSpPr>
          <p:cNvPr id="31" name="Text Box 5">
            <a:extLst>
              <a:ext uri="{FF2B5EF4-FFF2-40B4-BE49-F238E27FC236}">
                <a16:creationId xmlns:a16="http://schemas.microsoft.com/office/drawing/2014/main" id="{F8E5F1C3-130E-9952-ED3F-EF2890E3A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05" y="1477454"/>
            <a:ext cx="3703099" cy="338554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600" b="1" dirty="0">
                <a:solidFill>
                  <a:prstClr val="black">
                    <a:lumMod val="75000"/>
                    <a:lumOff val="25000"/>
                  </a:prstClr>
                </a:solidFill>
                <a:latin typeface="Noto Sans" panose="020B0502040504020204" pitchFamily="34" charset="0"/>
                <a:ea typeface="맑은 고딕" panose="020B0503020000020004" pitchFamily="50" charset="-127"/>
              </a:rPr>
              <a:t>마이페이지</a:t>
            </a:r>
            <a:r>
              <a:rPr lang="en-US" altLang="ko-KR" sz="1600" b="1" dirty="0">
                <a:solidFill>
                  <a:prstClr val="black">
                    <a:lumMod val="75000"/>
                    <a:lumOff val="25000"/>
                  </a:prstClr>
                </a:solidFill>
                <a:latin typeface="Noto Sans" panose="020B0502040504020204" pitchFamily="34" charset="0"/>
                <a:ea typeface="맑은 고딕" panose="020B0503020000020004" pitchFamily="50" charset="-127"/>
              </a:rPr>
              <a:t>&gt;</a:t>
            </a:r>
            <a:r>
              <a:rPr lang="ko-KR" altLang="en-US" sz="1600" b="1" dirty="0">
                <a:solidFill>
                  <a:prstClr val="black">
                    <a:lumMod val="75000"/>
                    <a:lumOff val="25000"/>
                  </a:prstClr>
                </a:solidFill>
                <a:latin typeface="Noto Sans" panose="020B0502040504020204" pitchFamily="34" charset="0"/>
                <a:ea typeface="맑은 고딕" panose="020B0503020000020004" pitchFamily="50" charset="-127"/>
              </a:rPr>
              <a:t>내정보수정</a:t>
            </a:r>
            <a:endParaRPr kumimoji="0" lang="en-US" altLang="ko-KR" sz="16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Noto Sans" panose="020B0502040504020204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TextBox 13">
            <a:extLst>
              <a:ext uri="{FF2B5EF4-FFF2-40B4-BE49-F238E27FC236}">
                <a16:creationId xmlns:a16="http://schemas.microsoft.com/office/drawing/2014/main" id="{18C575E3-D060-F523-64E8-590F181CCC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0483" y="1369732"/>
            <a:ext cx="764953" cy="55399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01</a:t>
            </a:r>
            <a:endParaRPr kumimoji="0" lang="ko-KR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423984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16F8F2-D091-51CE-6D8D-771CCE3BF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F4AA8905-AB1D-C433-BB2C-A4DF754C8B5F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2676AE43-B6C7-961F-10D1-5436AFC4EBA7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A06E2B3E-7849-E987-405F-DCC0A8296A80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F9DB18C8-CB63-8968-A8D8-BACE500E23B5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BB6A8EA8-628A-EB83-5A7D-E9F2DCCC036F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56EEA6E4-C3CB-8F83-5805-16982ED4D2DF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68764E6B-20B5-BCD8-F95C-EF6853AC14D8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D5E7A041-6FC0-3822-DC27-D863F32D82D6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B2FA8E23-4EF9-E393-2860-A4219007E339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2A1C8591-EA2D-7A52-F556-67AEF0334758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2BFD9162-B85B-AC46-90B2-E1AEF0C783BD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DCA8FB6E-4CFF-71A9-2B18-43FBF9AE259C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C3A03F5D-9687-3F84-9B7E-186E5C894CC8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1DDBD1FD-989A-22A7-A9BA-B88103EF0E68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6F783312-06E9-1132-1609-FE8BBC0A3466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870311DA-F405-2522-DBCD-AB04AAC900B9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55F51DAC-6C62-1779-6631-5AB6DAD10253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4F273132-BE12-6774-35D7-6E9583516683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79735F45-4817-7E6F-52AB-D571BCF9A66A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184CC39E-1937-8366-2B3C-1C0446152B88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0CBB233A-A5E1-180C-39C1-8D6CEE027078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FC5272EF-72A0-7FCB-74C1-58614BAFA160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99A4C138-E7CE-14E9-CF65-A12FFCC28917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F7BE0EE5-1893-D387-1BBD-A4BB292F661C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BD74DB8F-E147-CFC5-8BAD-BB50033536AD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10DE54E8-9103-1827-6922-C4AEACC492B7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357915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F27391-ECFD-E109-96AA-495AB70A97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3CBE906-9F2D-E228-02B2-FD094D97205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410E368-5230-EBDC-713D-415DAB2583E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74C6A122-AF67-C20C-8243-0F196E077E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3126719"/>
              </p:ext>
            </p:extLst>
          </p:nvPr>
        </p:nvGraphicFramePr>
        <p:xfrm>
          <a:off x="6969418" y="2548005"/>
          <a:ext cx="2772114" cy="281696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 메뉴 중 내정보수정 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회원가입 시 설정한 회원정보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회원가입일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회원가입 등록 일자 표시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회원가입 시 설정한 이름이 표시 되며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불가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아이디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회원가입 시 설정한 아이디가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비밀번호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비밀번호 입력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 비밀번호가 수정 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비밀번호 확인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비밀번호 변경 시 신규 비밀번호를 재입력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휴대폰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회원가입 시 설정한 휴대폰번호가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가능 하다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회원가입 시 설정한 이메일 주소가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가능 하다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생년월일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회원가입 시 설정한 생년월일이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성별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회원가입 시 설정한 성별이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회원정보 수정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본인인증 팝업창이 보이며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인증완료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회원정보 수정완료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회원탈퇴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회원탈퇴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175285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E76D62FA-7617-F235-9129-C69DBB8374FF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sm_information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03AFC3C-9655-4B18-2A8B-98952E4B2A1F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26F5B787-5FD2-3413-ADA2-14F74B8E95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A5E5A5EA-E737-7D66-7ACC-F9A3C801C93E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1720E7A-8FEF-D618-7B87-03F98C7E2403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F5CBE2C-F66C-D098-4E36-891023C7AE39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8B06DE-D54F-530C-0221-7BC6930A11E1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EC2A6312-F1C5-7ECD-A9F6-B025FE6EF4CA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B838B2D-C1B1-B84D-2497-57411653F278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E2C857A-E734-1C62-6AF2-B26A0EA51058}"/>
              </a:ext>
            </a:extLst>
          </p:cNvPr>
          <p:cNvSpPr/>
          <p:nvPr/>
        </p:nvSpPr>
        <p:spPr>
          <a:xfrm>
            <a:off x="5714622" y="1879740"/>
            <a:ext cx="1064394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D307B5E-AEDE-DFDD-37F9-D6F0DFB3E2F5}"/>
              </a:ext>
            </a:extLst>
          </p:cNvPr>
          <p:cNvSpPr/>
          <p:nvPr/>
        </p:nvSpPr>
        <p:spPr>
          <a:xfrm>
            <a:off x="236476" y="1844824"/>
            <a:ext cx="617157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수정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BCA0A67-9913-86E4-F4FF-9755C05C7E84}"/>
              </a:ext>
            </a:extLst>
          </p:cNvPr>
          <p:cNvSpPr/>
          <p:nvPr/>
        </p:nvSpPr>
        <p:spPr>
          <a:xfrm>
            <a:off x="6256296" y="4590271"/>
            <a:ext cx="522720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</a:rPr>
              <a:t>저장</a:t>
            </a: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BF2CF9F2-9589-7414-7739-26742205AD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8550557"/>
              </p:ext>
            </p:extLst>
          </p:nvPr>
        </p:nvGraphicFramePr>
        <p:xfrm>
          <a:off x="275411" y="2240868"/>
          <a:ext cx="6513793" cy="21602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3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00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회원가입일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2025.10.13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아이디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honggil@123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 확인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휴대폰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2008-05-03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DD570668-BE37-C85A-B428-517ED70C10C1}"/>
              </a:ext>
            </a:extLst>
          </p:cNvPr>
          <p:cNvSpPr/>
          <p:nvPr/>
        </p:nvSpPr>
        <p:spPr>
          <a:xfrm>
            <a:off x="1235449" y="3004919"/>
            <a:ext cx="115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F0DC057-4869-F2AB-9342-E3760019AFB6}"/>
              </a:ext>
            </a:extLst>
          </p:cNvPr>
          <p:cNvSpPr/>
          <p:nvPr/>
        </p:nvSpPr>
        <p:spPr>
          <a:xfrm>
            <a:off x="2441547" y="3033920"/>
            <a:ext cx="2257028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600" dirty="0">
                <a:solidFill>
                  <a:prstClr val="black"/>
                </a:solidFill>
              </a:rPr>
              <a:t>※ </a:t>
            </a:r>
            <a:r>
              <a:rPr lang="ko-KR" altLang="en-US" sz="600" dirty="0">
                <a:solidFill>
                  <a:prstClr val="black"/>
                </a:solidFill>
              </a:rPr>
              <a:t>비밀번호 생성은 문자</a:t>
            </a:r>
            <a:r>
              <a:rPr lang="en-US" altLang="ko-KR" sz="600" dirty="0">
                <a:solidFill>
                  <a:prstClr val="black"/>
                </a:solidFill>
              </a:rPr>
              <a:t>+</a:t>
            </a:r>
            <a:r>
              <a:rPr lang="ko-KR" altLang="en-US" sz="600" dirty="0">
                <a:solidFill>
                  <a:prstClr val="black"/>
                </a:solidFill>
              </a:rPr>
              <a:t>숫자</a:t>
            </a:r>
            <a:r>
              <a:rPr lang="en-US" altLang="ko-KR" sz="600" dirty="0">
                <a:solidFill>
                  <a:prstClr val="black"/>
                </a:solidFill>
              </a:rPr>
              <a:t>+</a:t>
            </a:r>
            <a:r>
              <a:rPr lang="ko-KR" altLang="en-US" sz="600" dirty="0">
                <a:solidFill>
                  <a:prstClr val="black"/>
                </a:solidFill>
              </a:rPr>
              <a:t>특수문자 조합 </a:t>
            </a:r>
            <a:r>
              <a:rPr lang="en-US" altLang="ko-KR" sz="600" dirty="0">
                <a:solidFill>
                  <a:prstClr val="black"/>
                </a:solidFill>
              </a:rPr>
              <a:t>9~16</a:t>
            </a:r>
            <a:r>
              <a:rPr lang="ko-KR" altLang="en-US" sz="600" dirty="0">
                <a:solidFill>
                  <a:prstClr val="black"/>
                </a:solidFill>
              </a:rPr>
              <a:t>자리로 입력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18A6F12-D1E4-BB18-7A1F-6C51F0C54DB0}"/>
              </a:ext>
            </a:extLst>
          </p:cNvPr>
          <p:cNvSpPr/>
          <p:nvPr/>
        </p:nvSpPr>
        <p:spPr>
          <a:xfrm>
            <a:off x="1235449" y="3246847"/>
            <a:ext cx="115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8" name="Picture 13">
            <a:extLst>
              <a:ext uri="{FF2B5EF4-FFF2-40B4-BE49-F238E27FC236}">
                <a16:creationId xmlns:a16="http://schemas.microsoft.com/office/drawing/2014/main" id="{7A0AFCC9-1B93-19B9-D43C-FB3F5E0B73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0857" y="348565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6603C33E-C3A2-57ED-B7EE-FE393AB8DCC3}"/>
              </a:ext>
            </a:extLst>
          </p:cNvPr>
          <p:cNvSpPr/>
          <p:nvPr/>
        </p:nvSpPr>
        <p:spPr>
          <a:xfrm>
            <a:off x="1235449" y="3485923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E2D51AB-9AA4-EFA5-8B10-69E705454CD0}"/>
              </a:ext>
            </a:extLst>
          </p:cNvPr>
          <p:cNvSpPr/>
          <p:nvPr/>
        </p:nvSpPr>
        <p:spPr>
          <a:xfrm>
            <a:off x="1906573" y="3485923"/>
            <a:ext cx="5236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6384C25-FFA3-BE6F-6A95-3D0CD39BF293}"/>
              </a:ext>
            </a:extLst>
          </p:cNvPr>
          <p:cNvSpPr/>
          <p:nvPr/>
        </p:nvSpPr>
        <p:spPr>
          <a:xfrm>
            <a:off x="1822553" y="350406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D7EAF5-0EC7-BFBE-D3EA-40D827F244C1}"/>
              </a:ext>
            </a:extLst>
          </p:cNvPr>
          <p:cNvSpPr/>
          <p:nvPr/>
        </p:nvSpPr>
        <p:spPr>
          <a:xfrm>
            <a:off x="2558973" y="3485923"/>
            <a:ext cx="5236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45D9D05-EE1C-A54C-5B89-8AB4AD498124}"/>
              </a:ext>
            </a:extLst>
          </p:cNvPr>
          <p:cNvSpPr/>
          <p:nvPr/>
        </p:nvSpPr>
        <p:spPr>
          <a:xfrm>
            <a:off x="2474953" y="350406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0551C5C-CF4B-BD87-34A8-B54298ED2B7D}"/>
              </a:ext>
            </a:extLst>
          </p:cNvPr>
          <p:cNvSpPr/>
          <p:nvPr/>
        </p:nvSpPr>
        <p:spPr>
          <a:xfrm>
            <a:off x="1235449" y="3725629"/>
            <a:ext cx="595041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honggil12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Rectangle 191">
            <a:extLst>
              <a:ext uri="{FF2B5EF4-FFF2-40B4-BE49-F238E27FC236}">
                <a16:creationId xmlns:a16="http://schemas.microsoft.com/office/drawing/2014/main" id="{102B4BDA-48EE-5122-7F09-BC9158A87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3041" y="3743768"/>
            <a:ext cx="7854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lvl="0" latinLnBrk="0">
              <a:defRPr/>
            </a:pPr>
            <a:r>
              <a:rPr kumimoji="0" lang="en-US" altLang="ko-KR" sz="7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</a:rPr>
              <a:t>@</a:t>
            </a:r>
            <a:endParaRPr kumimoji="0" lang="ko-KR" altLang="en-US" sz="7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7ED5478-1FAF-4359-9301-7E4F53C6F283}"/>
              </a:ext>
            </a:extLst>
          </p:cNvPr>
          <p:cNvSpPr/>
          <p:nvPr/>
        </p:nvSpPr>
        <p:spPr>
          <a:xfrm>
            <a:off x="3268774" y="3725726"/>
            <a:ext cx="649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직접입력</a:t>
            </a:r>
          </a:p>
        </p:txBody>
      </p:sp>
      <p:pic>
        <p:nvPicPr>
          <p:cNvPr id="51" name="Picture 13">
            <a:extLst>
              <a:ext uri="{FF2B5EF4-FFF2-40B4-BE49-F238E27FC236}">
                <a16:creationId xmlns:a16="http://schemas.microsoft.com/office/drawing/2014/main" id="{DDE91B07-A1D9-2B77-90A1-383F31E7FB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41946" y="3726982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251C2201-5849-E328-5A81-8E91DFDC48C2}"/>
              </a:ext>
            </a:extLst>
          </p:cNvPr>
          <p:cNvSpPr/>
          <p:nvPr/>
        </p:nvSpPr>
        <p:spPr>
          <a:xfrm>
            <a:off x="1964226" y="3725629"/>
            <a:ext cx="1278601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r>
              <a:rPr lang="en-US" altLang="ko-KR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naver.com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Rectangle 191">
            <a:extLst>
              <a:ext uri="{FF2B5EF4-FFF2-40B4-BE49-F238E27FC236}">
                <a16:creationId xmlns:a16="http://schemas.microsoft.com/office/drawing/2014/main" id="{673ADC28-4F75-3955-D155-57EEF8427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4446" y="4230554"/>
            <a:ext cx="8976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남</a:t>
            </a:r>
            <a:endParaRPr kumimoji="0" lang="ko-KR" altLang="en-US" sz="7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Rectangle 191">
            <a:extLst>
              <a:ext uri="{FF2B5EF4-FFF2-40B4-BE49-F238E27FC236}">
                <a16:creationId xmlns:a16="http://schemas.microsoft.com/office/drawing/2014/main" id="{60327E32-DF3B-0A19-D283-A6563C421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4486" y="4230554"/>
            <a:ext cx="8976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여</a:t>
            </a:r>
            <a:endParaRPr kumimoji="0" lang="ko-KR" altLang="en-US" sz="7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1" name="개체 60">
            <a:extLst>
              <a:ext uri="{FF2B5EF4-FFF2-40B4-BE49-F238E27FC236}">
                <a16:creationId xmlns:a16="http://schemas.microsoft.com/office/drawing/2014/main" id="{6F953FBA-9018-9FBE-3676-C8D81E0FEF96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07619824"/>
              </p:ext>
            </p:extLst>
          </p:nvPr>
        </p:nvGraphicFramePr>
        <p:xfrm>
          <a:off x="1607809" y="4212184"/>
          <a:ext cx="144462" cy="1444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4" imgW="145435" imgH="145435" progId="Visio.Drawing.11">
                  <p:embed/>
                </p:oleObj>
              </mc:Choice>
              <mc:Fallback>
                <p:oleObj name="Visio" r:id="rId4" imgW="145435" imgH="145435" progId="Visio.Drawing.11">
                  <p:embed/>
                  <p:pic>
                    <p:nvPicPr>
                      <p:cNvPr id="49" name="개체 48">
                        <a:extLst>
                          <a:ext uri="{FF2B5EF4-FFF2-40B4-BE49-F238E27FC236}">
                            <a16:creationId xmlns:a16="http://schemas.microsoft.com/office/drawing/2014/main" id="{6C5BD38D-BAA8-6E6D-13C3-33B0DB51E58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7809" y="4212184"/>
                        <a:ext cx="144462" cy="1444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2" name="개체 61">
            <a:extLst>
              <a:ext uri="{FF2B5EF4-FFF2-40B4-BE49-F238E27FC236}">
                <a16:creationId xmlns:a16="http://schemas.microsoft.com/office/drawing/2014/main" id="{9048E04F-B761-5D74-9A0F-8D9DC8FA21B4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291935089"/>
              </p:ext>
            </p:extLst>
          </p:nvPr>
        </p:nvGraphicFramePr>
        <p:xfrm>
          <a:off x="1249844" y="4212184"/>
          <a:ext cx="144463" cy="1444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98" name="개체 97">
                        <a:extLst>
                          <a:ext uri="{FF2B5EF4-FFF2-40B4-BE49-F238E27FC236}">
                            <a16:creationId xmlns:a16="http://schemas.microsoft.com/office/drawing/2014/main" id="{ED502203-8C85-C45E-FD87-470ABC7C957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49844" y="4212184"/>
                        <a:ext cx="144463" cy="1444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8B53F5-DAA9-A79C-6BCA-8A7E68CCB0C8}"/>
              </a:ext>
            </a:extLst>
          </p:cNvPr>
          <p:cNvSpPr/>
          <p:nvPr/>
        </p:nvSpPr>
        <p:spPr>
          <a:xfrm>
            <a:off x="272407" y="4585367"/>
            <a:ext cx="461309" cy="198000"/>
          </a:xfrm>
          <a:prstGeom prst="rect">
            <a:avLst/>
          </a:prstGeom>
          <a:solidFill>
            <a:schemeClr val="bg1"/>
          </a:solidFill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회원탈퇴</a:t>
            </a:r>
            <a:endParaRPr lang="ko-KR" altLang="en-US" sz="7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ABA8A0AE-287B-E7CE-CFFF-6C6FE00E8D6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16214" y="4027092"/>
            <a:ext cx="1438781" cy="2402032"/>
          </a:xfrm>
          <a:prstGeom prst="rect">
            <a:avLst/>
          </a:prstGeom>
          <a:ln w="6350">
            <a:solidFill>
              <a:schemeClr val="bg1">
                <a:lumMod val="50000"/>
              </a:schemeClr>
            </a:solidFill>
          </a:ln>
        </p:spPr>
      </p:pic>
      <p:cxnSp>
        <p:nvCxnSpPr>
          <p:cNvPr id="66" name="꺾인 연결선 111">
            <a:extLst>
              <a:ext uri="{FF2B5EF4-FFF2-40B4-BE49-F238E27FC236}">
                <a16:creationId xmlns:a16="http://schemas.microsoft.com/office/drawing/2014/main" id="{F1051ECC-87D5-05A2-6E66-0DB765DE7609}"/>
              </a:ext>
            </a:extLst>
          </p:cNvPr>
          <p:cNvCxnSpPr>
            <a:cxnSpLocks/>
            <a:stCxn id="67" idx="0"/>
            <a:endCxn id="65" idx="0"/>
          </p:cNvCxnSpPr>
          <p:nvPr/>
        </p:nvCxnSpPr>
        <p:spPr>
          <a:xfrm rot="16200000" flipV="1">
            <a:off x="5564535" y="3598163"/>
            <a:ext cx="518887" cy="1376745"/>
          </a:xfrm>
          <a:prstGeom prst="bentConnector3">
            <a:avLst>
              <a:gd name="adj1" fmla="val 144056"/>
            </a:avLst>
          </a:prstGeom>
          <a:ln w="6350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타원 66">
            <a:extLst>
              <a:ext uri="{FF2B5EF4-FFF2-40B4-BE49-F238E27FC236}">
                <a16:creationId xmlns:a16="http://schemas.microsoft.com/office/drawing/2014/main" id="{87B11846-BB8C-01AE-4883-86273E953872}"/>
              </a:ext>
            </a:extLst>
          </p:cNvPr>
          <p:cNvSpPr/>
          <p:nvPr/>
        </p:nvSpPr>
        <p:spPr>
          <a:xfrm>
            <a:off x="6476347" y="4545979"/>
            <a:ext cx="72006" cy="72006"/>
          </a:xfrm>
          <a:prstGeom prst="ellipse">
            <a:avLst/>
          </a:prstGeom>
          <a:solidFill>
            <a:srgbClr val="FF0000"/>
          </a:solidFill>
          <a:ln w="6350">
            <a:noFill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E1ED554E-F598-1F1D-4AC3-0CD8CA33F9D8}"/>
              </a:ext>
            </a:extLst>
          </p:cNvPr>
          <p:cNvSpPr>
            <a:spLocks noChangeAspect="1"/>
          </p:cNvSpPr>
          <p:nvPr/>
        </p:nvSpPr>
        <p:spPr>
          <a:xfrm>
            <a:off x="200488" y="216090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21028A1A-2B55-38D7-F46F-AA32854480B0}"/>
              </a:ext>
            </a:extLst>
          </p:cNvPr>
          <p:cNvSpPr>
            <a:spLocks noChangeAspect="1"/>
          </p:cNvSpPr>
          <p:nvPr/>
        </p:nvSpPr>
        <p:spPr>
          <a:xfrm>
            <a:off x="6090644" y="461003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62B3F66-52A3-A7FB-9D22-F80ADC193BD2}"/>
              </a:ext>
            </a:extLst>
          </p:cNvPr>
          <p:cNvSpPr>
            <a:spLocks noChangeAspect="1"/>
          </p:cNvSpPr>
          <p:nvPr/>
        </p:nvSpPr>
        <p:spPr>
          <a:xfrm>
            <a:off x="772092" y="461003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8434278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BD97-9180-84F5-808C-77473B7DBC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45436BCF-4270-510A-6BB5-B4CE549B41A0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5A380711-2388-D4A0-C69B-5C2BEBEF077C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6D5731C0-1EC6-F05D-A8ED-14C5EAE79431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CB49671C-BD71-9778-35B7-FF83FC17CD54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41F88609-B084-B1E4-D3B7-4B114228C90B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7D0EEE17-212C-1E62-4D53-3843DFC8417A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AEEA4800-6470-CA29-418E-D1D7C3FF8A86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AEA0C912-909C-E2B9-754E-EB8AE983EB4D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5EDCC7FB-2EC3-7931-14F2-3A264EB26CAD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95B2F7E6-5938-38D4-503F-7D01F4A9D821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0E998E39-CB41-D32B-2429-21E8CC4249D0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8DCB44F2-B04F-36AF-0010-3214B06AA7EA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AC51955F-B94A-B9C0-09F6-1B3C97146C67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9CBD207E-6FA3-EB3F-7815-377FA7EAE263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FD20FC5E-94D9-2494-AFD8-B756C812CE44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F03C0A0A-5A57-E7E8-BF54-3D940EFAD4EC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E29D89D1-C67C-3049-88A7-EDEBE946BF0C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F63145F2-8AA3-659E-7704-24CA966174B8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D962E754-C6A6-CE0C-47DA-ED97D664D1A7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A67EB350-47B4-F250-86A7-F74EDE101BB7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44F4E207-91E9-CFCF-13B8-230132C041A5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E63AC509-8CAD-6CAA-2A56-F87CF2050575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E88FFE95-7B71-8588-9948-4265B0BE3872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2FC865E6-3D8E-B6EA-7DFD-B8197EAD7DF1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64826A08-1DF4-A6FF-050A-A671F4EBFB5A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D725AD30-F46A-5466-C264-2F7A597E8F03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686276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E0FA1-7F3C-9A80-2FF4-881269A30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C0178A6-1781-4351-E942-C318F890B51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4F8B300-8F7E-EB99-D2A3-91B3EB92D6B8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A335D062-1C3B-E040-71D8-5372DCD21D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8098675"/>
              </p:ext>
            </p:extLst>
          </p:nvPr>
        </p:nvGraphicFramePr>
        <p:xfrm>
          <a:off x="6969418" y="2548005"/>
          <a:ext cx="2772114" cy="14228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내정보수정 화면에서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회원탈퇴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회원가입일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회원가입 등록 일자를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회원가입 시 설정한 이름을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아이디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 아이디를 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비밀번호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 비밀번호를 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회원탈퇴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1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번에서 회원 아이디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비밀번호 입력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회원탈퇴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클릭하면 회원탈퇴가 완료 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취소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내정보수정 화면으로 이동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B1A7D30-31F0-9376-6F80-CE36A6E89F8C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sm_withdrawal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01083F0-B922-A2F0-941B-00E234ECD9C9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FFCF770D-3FC4-1AA2-F5C6-53D64CFBB5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7B3344B9-8190-37AC-217E-75140241F4B3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60C047-40FC-0EA4-8A6A-14CC3AF2B7B6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59EB8D6-8B50-9247-2AC5-601324B21A47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33AC3F-A4C6-3EF1-76B2-7B046A420C38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2BC59CC-94D8-906D-F2E4-D5AD33662AF1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60BB3FD-906E-1D19-4C6B-2EAD009E7C3A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BE6A453-3CED-6FD8-F1F0-330E8770884A}"/>
              </a:ext>
            </a:extLst>
          </p:cNvPr>
          <p:cNvSpPr/>
          <p:nvPr/>
        </p:nvSpPr>
        <p:spPr>
          <a:xfrm>
            <a:off x="5714622" y="1879740"/>
            <a:ext cx="1064394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A6908EC-30F1-0A57-C808-0A1870E6A77D}"/>
              </a:ext>
            </a:extLst>
          </p:cNvPr>
          <p:cNvSpPr/>
          <p:nvPr/>
        </p:nvSpPr>
        <p:spPr>
          <a:xfrm>
            <a:off x="236476" y="1844824"/>
            <a:ext cx="617157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수정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7A46150E-F70C-E481-B992-278250B3D83F}"/>
              </a:ext>
            </a:extLst>
          </p:cNvPr>
          <p:cNvSpPr/>
          <p:nvPr/>
        </p:nvSpPr>
        <p:spPr>
          <a:xfrm>
            <a:off x="289203" y="2240868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회원탈퇴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D3BB1B3-8E8B-56CF-C1C7-8759353035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4392464"/>
              </p:ext>
            </p:extLst>
          </p:nvPr>
        </p:nvGraphicFramePr>
        <p:xfrm>
          <a:off x="289202" y="2456892"/>
          <a:ext cx="6489814" cy="960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821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76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회원가입일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2025.10.13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아이디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0027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28492650-E647-97C6-A21A-809067D501F0}"/>
              </a:ext>
            </a:extLst>
          </p:cNvPr>
          <p:cNvSpPr/>
          <p:nvPr/>
        </p:nvSpPr>
        <p:spPr>
          <a:xfrm>
            <a:off x="1402988" y="2976316"/>
            <a:ext cx="115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hongil123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0720CF8-576B-939B-B959-9F01CEEFF289}"/>
              </a:ext>
            </a:extLst>
          </p:cNvPr>
          <p:cNvSpPr/>
          <p:nvPr/>
        </p:nvSpPr>
        <p:spPr>
          <a:xfrm>
            <a:off x="1399772" y="3221076"/>
            <a:ext cx="115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*******************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3283BD3-D806-2654-2608-E1546CEA436B}"/>
              </a:ext>
            </a:extLst>
          </p:cNvPr>
          <p:cNvSpPr/>
          <p:nvPr/>
        </p:nvSpPr>
        <p:spPr>
          <a:xfrm>
            <a:off x="6317707" y="3538695"/>
            <a:ext cx="461309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취소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B8EAC48-514F-96D0-E501-BDAE6D5FBA1E}"/>
              </a:ext>
            </a:extLst>
          </p:cNvPr>
          <p:cNvSpPr/>
          <p:nvPr/>
        </p:nvSpPr>
        <p:spPr>
          <a:xfrm>
            <a:off x="289202" y="3735012"/>
            <a:ext cx="5707913" cy="99482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회원탈퇴를 하시겠습니까</a:t>
            </a:r>
            <a:r>
              <a:rPr lang="en-US" altLang="ko-KR" sz="800" b="1" dirty="0">
                <a:solidFill>
                  <a:prstClr val="black"/>
                </a:solidFill>
              </a:rPr>
              <a:t>?</a:t>
            </a:r>
          </a:p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아래의 주의사항을 확인해 주시고</a:t>
            </a:r>
            <a:r>
              <a:rPr lang="en-US" altLang="ko-KR" sz="800" b="1" dirty="0">
                <a:solidFill>
                  <a:prstClr val="black"/>
                </a:solidFill>
              </a:rPr>
              <a:t>, </a:t>
            </a:r>
            <a:r>
              <a:rPr lang="ko-KR" altLang="en-US" sz="800" b="1" dirty="0">
                <a:solidFill>
                  <a:prstClr val="black"/>
                </a:solidFill>
              </a:rPr>
              <a:t>회원탈퇴를 하시기 바랍니다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prstClr val="black"/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prstClr val="black"/>
                </a:solidFill>
              </a:rPr>
              <a:t>※ </a:t>
            </a:r>
            <a:r>
              <a:rPr lang="ko-KR" altLang="en-US" sz="700" dirty="0">
                <a:solidFill>
                  <a:prstClr val="black"/>
                </a:solidFill>
              </a:rPr>
              <a:t>회원탈퇴 시 회원정보가 소멸되며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서비스 이용을 하실 수 없습니다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prstClr val="black"/>
                </a:solidFill>
              </a:rPr>
              <a:t>※ </a:t>
            </a:r>
            <a:r>
              <a:rPr kumimoji="1" lang="ko-KR" altLang="en-US" sz="700" dirty="0">
                <a:solidFill>
                  <a:prstClr val="black"/>
                </a:solidFill>
              </a:rPr>
              <a:t>회원탈퇴 후 재가입 시에는 신규 회원으로 처리되며</a:t>
            </a:r>
            <a:r>
              <a:rPr kumimoji="1" lang="en-US" altLang="ko-KR" sz="700" dirty="0">
                <a:solidFill>
                  <a:prstClr val="black"/>
                </a:solidFill>
              </a:rPr>
              <a:t>, </a:t>
            </a:r>
            <a:r>
              <a:rPr kumimoji="1" lang="ko-KR" altLang="en-US" sz="700" dirty="0" err="1">
                <a:solidFill>
                  <a:prstClr val="black"/>
                </a:solidFill>
              </a:rPr>
              <a:t>탈퇴전</a:t>
            </a:r>
            <a:r>
              <a:rPr kumimoji="1" lang="ko-KR" altLang="en-US" sz="700" dirty="0">
                <a:solidFill>
                  <a:prstClr val="black"/>
                </a:solidFill>
              </a:rPr>
              <a:t> 회원정보는 복구되지 않습니다</a:t>
            </a:r>
            <a:r>
              <a:rPr kumimoji="1" lang="en-US" altLang="ko-KR" sz="700" dirty="0">
                <a:solidFill>
                  <a:prstClr val="black"/>
                </a:solidFill>
              </a:rPr>
              <a:t>.</a:t>
            </a:r>
            <a:endParaRPr lang="en-US" altLang="ko-KR" sz="700" dirty="0">
              <a:solidFill>
                <a:prstClr val="black"/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prstClr val="black"/>
                </a:solidFill>
              </a:rPr>
              <a:t>※ </a:t>
            </a:r>
            <a:r>
              <a:rPr lang="ko-KR" altLang="en-US" sz="700" dirty="0">
                <a:solidFill>
                  <a:prstClr val="black"/>
                </a:solidFill>
              </a:rPr>
              <a:t>회원탈퇴를 원하시면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본인 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비밀번호를 설정한 후 </a:t>
            </a:r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회원탈퇴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버튼을 클릭하시면 회원탈퇴 처리가 완료됩니다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F33D95A-25FF-9CED-9C70-0D6B64A6B032}"/>
              </a:ext>
            </a:extLst>
          </p:cNvPr>
          <p:cNvSpPr/>
          <p:nvPr/>
        </p:nvSpPr>
        <p:spPr>
          <a:xfrm>
            <a:off x="5768723" y="3537012"/>
            <a:ext cx="461309" cy="198000"/>
          </a:xfrm>
          <a:prstGeom prst="rect">
            <a:avLst/>
          </a:prstGeom>
          <a:solidFill>
            <a:schemeClr val="bg1"/>
          </a:solidFill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회원탈퇴</a:t>
            </a:r>
            <a:endParaRPr lang="ko-KR" altLang="en-US" sz="7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2205E4F-161B-0369-3D68-23F0514D1511}"/>
              </a:ext>
            </a:extLst>
          </p:cNvPr>
          <p:cNvSpPr>
            <a:spLocks noChangeAspect="1"/>
          </p:cNvSpPr>
          <p:nvPr/>
        </p:nvSpPr>
        <p:spPr>
          <a:xfrm>
            <a:off x="216390" y="238490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20008E75-3082-1313-1A25-B466EE73F979}"/>
              </a:ext>
            </a:extLst>
          </p:cNvPr>
          <p:cNvSpPr>
            <a:spLocks noChangeAspect="1"/>
          </p:cNvSpPr>
          <p:nvPr/>
        </p:nvSpPr>
        <p:spPr>
          <a:xfrm>
            <a:off x="5594046" y="356401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834004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3A1EF9-D938-848B-8EE8-44F48670A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TextBox 44">
            <a:extLst>
              <a:ext uri="{FF2B5EF4-FFF2-40B4-BE49-F238E27FC236}">
                <a16:creationId xmlns:a16="http://schemas.microsoft.com/office/drawing/2014/main" id="{ADD50DC2-3098-8EC3-689A-D4F744DA4442}"/>
              </a:ext>
            </a:extLst>
          </p:cNvPr>
          <p:cNvSpPr txBox="1"/>
          <p:nvPr/>
        </p:nvSpPr>
        <p:spPr>
          <a:xfrm rot="16200000">
            <a:off x="-432110" y="1197338"/>
            <a:ext cx="230661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C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srgbClr val="D7D7D7"/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O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NTENT</a:t>
            </a:r>
            <a:r>
              <a:rPr kumimoji="0" lang="en-US" altLang="ko-KR" sz="3000" b="1" i="0" u="none" strike="noStrike" kern="1200" cap="none" spc="0" normalizeH="0" baseline="0" noProof="0" dirty="0">
                <a:ln>
                  <a:noFill/>
                </a:ln>
                <a:solidFill>
                  <a:srgbClr val="F0F0F0"/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S</a:t>
            </a:r>
            <a:endParaRPr kumimoji="0" lang="ko-KR" altLang="en-US" sz="3000" b="1" i="0" u="none" strike="noStrike" kern="1200" cap="none" spc="0" normalizeH="0" baseline="0" noProof="0" dirty="0">
              <a:ln>
                <a:noFill/>
              </a:ln>
              <a:solidFill>
                <a:srgbClr val="F0F0F0"/>
              </a:solidFill>
              <a:effectLst/>
              <a:uLnTx/>
              <a:uFillTx/>
              <a:latin typeface="Noto Sans" panose="020B0502040504020204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Text Box 11">
            <a:extLst>
              <a:ext uri="{FF2B5EF4-FFF2-40B4-BE49-F238E27FC236}">
                <a16:creationId xmlns:a16="http://schemas.microsoft.com/office/drawing/2014/main" id="{D09C2E78-4432-C877-92F3-1F1E421A9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5436" y="2140622"/>
            <a:ext cx="4765463" cy="13003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마이페이지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&gt;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나의신청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 고등학생 장학금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: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조회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신청정보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수강정보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 대학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생 장학금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: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조회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신청정보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수강정보</a:t>
            </a:r>
            <a:endParaRPr lang="en-US" altLang="ko-KR" sz="1100" dirty="0">
              <a:solidFill>
                <a:prstClr val="black">
                  <a:lumMod val="50000"/>
                  <a:lumOff val="50000"/>
                </a:prstClr>
              </a:solidFill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 특기생 장학금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: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조회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신청정보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수강정보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행복기숙사 </a:t>
            </a:r>
            <a:r>
              <a:rPr lang="ko-KR" altLang="en-US" sz="1100" dirty="0" err="1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입사비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: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조회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신청정보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수강정보</a:t>
            </a:r>
            <a:endParaRPr lang="en-US" altLang="ko-KR" sz="1100" dirty="0">
              <a:solidFill>
                <a:prstClr val="black">
                  <a:lumMod val="50000"/>
                  <a:lumOff val="50000"/>
                </a:prstClr>
              </a:solidFill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●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평생교육장려금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: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 조회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신청정보 </a:t>
            </a:r>
            <a:r>
              <a:rPr lang="en-US" altLang="ko-KR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/ </a:t>
            </a:r>
            <a:r>
              <a:rPr lang="ko-KR" altLang="en-U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/>
                <a:ea typeface="맑은 고딕" panose="020B0503020000020004" pitchFamily="50" charset="-127"/>
                <a:cs typeface="굴림" pitchFamily="50" charset="-127"/>
              </a:rPr>
              <a:t>수강정보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굴림" pitchFamily="50" charset="-127"/>
            </a:endParaRPr>
          </a:p>
        </p:txBody>
      </p:sp>
      <p:sp>
        <p:nvSpPr>
          <p:cNvPr id="31" name="Text Box 5">
            <a:extLst>
              <a:ext uri="{FF2B5EF4-FFF2-40B4-BE49-F238E27FC236}">
                <a16:creationId xmlns:a16="http://schemas.microsoft.com/office/drawing/2014/main" id="{5A721345-8F20-4832-FDBF-0D8D4C9B3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6305" y="1477454"/>
            <a:ext cx="3703099" cy="338554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Noto Sans" panose="020B0502040504020204" pitchFamily="34" charset="0"/>
                <a:ea typeface="맑은 고딕" panose="020B0503020000020004" pitchFamily="50" charset="-127"/>
                <a:cs typeface="+mn-cs"/>
              </a:rPr>
              <a:t>나의신청</a:t>
            </a:r>
            <a:endParaRPr kumimoji="0" lang="en-US" altLang="ko-KR" sz="16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Noto Sans" panose="020B0502040504020204" pitchFamily="34" charset="0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TextBox 13">
            <a:extLst>
              <a:ext uri="{FF2B5EF4-FFF2-40B4-BE49-F238E27FC236}">
                <a16:creationId xmlns:a16="http://schemas.microsoft.com/office/drawing/2014/main" id="{B1873979-505A-8E9B-9E7F-719B61C76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0483" y="1369732"/>
            <a:ext cx="764953" cy="55399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02</a:t>
            </a:r>
            <a:endParaRPr kumimoji="0" lang="ko-KR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6395539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BB07B3-601C-67F2-4629-85F2F212A0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3C2AE6A6-D563-17B4-E75B-485D3D5A45AB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745606A9-CF75-5FC2-214E-5981498B8BDC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C50526B1-1A52-FCC3-3C3B-2CF87126139F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FFD7F947-B5F3-9A67-E3EB-9EB1E4FB10D0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DD3BA1A0-D994-92FC-62A5-94D19A613F33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F69AD275-7951-2816-6341-E4A5C0883AA4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93AAD7B5-E0E0-F5B4-7C15-54971D59AFA7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556F8697-E0B3-E3F0-B4E8-E248E9F421B3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4A504AB5-FF10-C675-4FB4-98C817A0BB3F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12AE1B95-A36A-E892-2A86-1E7BC459DC34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CB6A2B5C-063D-74BB-4045-85862BCDB642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62758B59-7B07-0074-7AEF-1D7498DB12C8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1D4D9511-9051-0587-11CC-EE5FB58CE88A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5BD60044-14AB-3C85-5F19-CEE6BF87B3C8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50F29E74-AAB3-0FE4-23CE-C9FD74BB3A63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64AD3369-08BB-767A-0EB7-7DFAC965B5BA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7B8BF09C-4737-4A80-B4C0-6EC4AA557E9D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A77D4C00-46AC-5E54-5655-DDC58784B62C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22683B5F-B0B1-00EC-A190-D0E661FED137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5D772559-73A7-269B-F038-F1FB45B9BB9D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4ED02CBF-91F8-132A-5E7B-818EDD44858F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0B30577A-0C22-FA48-A73F-47528152844E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B78D35E4-9D14-DBD3-FE94-B2BA00865055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9CB5F24A-4592-254F-790B-4A8F13775DE7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6827C555-88BD-87CB-C232-1C80A6F554F3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D38178A8-BFEF-AA0F-8ADC-CD618A782FD5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83">
            <a:extLst>
              <a:ext uri="{FF2B5EF4-FFF2-40B4-BE49-F238E27FC236}">
                <a16:creationId xmlns:a16="http://schemas.microsoft.com/office/drawing/2014/main" id="{A34AEFCC-7748-E1DC-116E-C61460982FA3}"/>
              </a:ext>
            </a:extLst>
          </p:cNvPr>
          <p:cNvSpPr/>
          <p:nvPr/>
        </p:nvSpPr>
        <p:spPr>
          <a:xfrm>
            <a:off x="7581292" y="2985588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</a:p>
        </p:txBody>
      </p:sp>
      <p:cxnSp>
        <p:nvCxnSpPr>
          <p:cNvPr id="3" name="꺾인 연결선 111">
            <a:extLst>
              <a:ext uri="{FF2B5EF4-FFF2-40B4-BE49-F238E27FC236}">
                <a16:creationId xmlns:a16="http://schemas.microsoft.com/office/drawing/2014/main" id="{01FC950A-A616-5C01-45A3-E0FC9D824B88}"/>
              </a:ext>
            </a:extLst>
          </p:cNvPr>
          <p:cNvCxnSpPr>
            <a:cxnSpLocks/>
            <a:stCxn id="2" idx="3"/>
            <a:endCxn id="88" idx="2"/>
          </p:cNvCxnSpPr>
          <p:nvPr/>
        </p:nvCxnSpPr>
        <p:spPr>
          <a:xfrm flipV="1">
            <a:off x="8516684" y="2923881"/>
            <a:ext cx="14073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83">
            <a:extLst>
              <a:ext uri="{FF2B5EF4-FFF2-40B4-BE49-F238E27FC236}">
                <a16:creationId xmlns:a16="http://schemas.microsoft.com/office/drawing/2014/main" id="{19E9404C-F0A0-BAB4-EEAF-F76B3A088876}"/>
              </a:ext>
            </a:extLst>
          </p:cNvPr>
          <p:cNvSpPr/>
          <p:nvPr/>
        </p:nvSpPr>
        <p:spPr>
          <a:xfrm>
            <a:off x="7238558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7" name="꺾인 연결선 111">
            <a:extLst>
              <a:ext uri="{FF2B5EF4-FFF2-40B4-BE49-F238E27FC236}">
                <a16:creationId xmlns:a16="http://schemas.microsoft.com/office/drawing/2014/main" id="{D8AF9774-825A-F80E-7216-14D587D2F92A}"/>
              </a:ext>
            </a:extLst>
          </p:cNvPr>
          <p:cNvCxnSpPr>
            <a:cxnSpLocks/>
            <a:stCxn id="6" idx="3"/>
            <a:endCxn id="2" idx="2"/>
          </p:cNvCxnSpPr>
          <p:nvPr/>
        </p:nvCxnSpPr>
        <p:spPr>
          <a:xfrm flipV="1">
            <a:off x="7941332" y="3157726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740F1205-4C8F-D95F-5380-6FA6A543806F}"/>
              </a:ext>
            </a:extLst>
          </p:cNvPr>
          <p:cNvSpPr/>
          <p:nvPr/>
        </p:nvSpPr>
        <p:spPr>
          <a:xfrm>
            <a:off x="6511852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FAD185D2-5527-FDCF-C8C3-17AB779DF292}"/>
              </a:ext>
            </a:extLst>
          </p:cNvPr>
          <p:cNvSpPr/>
          <p:nvPr/>
        </p:nvSpPr>
        <p:spPr>
          <a:xfrm>
            <a:off x="5785225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D5DF9662-42E3-D6E1-77FD-79A02A36B801}"/>
              </a:ext>
            </a:extLst>
          </p:cNvPr>
          <p:cNvSpPr/>
          <p:nvPr/>
        </p:nvSpPr>
        <p:spPr>
          <a:xfrm>
            <a:off x="7581292" y="3424686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</a:p>
        </p:txBody>
      </p:sp>
      <p:cxnSp>
        <p:nvCxnSpPr>
          <p:cNvPr id="15" name="꺾인 연결선 111">
            <a:extLst>
              <a:ext uri="{FF2B5EF4-FFF2-40B4-BE49-F238E27FC236}">
                <a16:creationId xmlns:a16="http://schemas.microsoft.com/office/drawing/2014/main" id="{C4786D16-64AC-8604-376D-59EA3B621EE2}"/>
              </a:ext>
            </a:extLst>
          </p:cNvPr>
          <p:cNvCxnSpPr>
            <a:cxnSpLocks/>
            <a:stCxn id="13" idx="3"/>
            <a:endCxn id="88" idx="2"/>
          </p:cNvCxnSpPr>
          <p:nvPr/>
        </p:nvCxnSpPr>
        <p:spPr>
          <a:xfrm flipV="1">
            <a:off x="8516684" y="2923881"/>
            <a:ext cx="140735" cy="586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83">
            <a:extLst>
              <a:ext uri="{FF2B5EF4-FFF2-40B4-BE49-F238E27FC236}">
                <a16:creationId xmlns:a16="http://schemas.microsoft.com/office/drawing/2014/main" id="{D46C006A-2D0A-35D0-D603-8846AE6768AF}"/>
              </a:ext>
            </a:extLst>
          </p:cNvPr>
          <p:cNvSpPr/>
          <p:nvPr/>
        </p:nvSpPr>
        <p:spPr>
          <a:xfrm>
            <a:off x="7238558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17" name="꺾인 연결선 111">
            <a:extLst>
              <a:ext uri="{FF2B5EF4-FFF2-40B4-BE49-F238E27FC236}">
                <a16:creationId xmlns:a16="http://schemas.microsoft.com/office/drawing/2014/main" id="{DB25C30C-8967-1E86-6F5C-E963DDA7E12A}"/>
              </a:ext>
            </a:extLst>
          </p:cNvPr>
          <p:cNvCxnSpPr>
            <a:cxnSpLocks/>
            <a:stCxn id="16" idx="3"/>
            <a:endCxn id="13" idx="2"/>
          </p:cNvCxnSpPr>
          <p:nvPr/>
        </p:nvCxnSpPr>
        <p:spPr>
          <a:xfrm flipV="1">
            <a:off x="7941332" y="3596824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모서리가 둥근 직사각형 83">
            <a:extLst>
              <a:ext uri="{FF2B5EF4-FFF2-40B4-BE49-F238E27FC236}">
                <a16:creationId xmlns:a16="http://schemas.microsoft.com/office/drawing/2014/main" id="{B916EA28-55B1-AF3E-80AE-789635873756}"/>
              </a:ext>
            </a:extLst>
          </p:cNvPr>
          <p:cNvSpPr/>
          <p:nvPr/>
        </p:nvSpPr>
        <p:spPr>
          <a:xfrm>
            <a:off x="6511852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0" name="모서리가 둥근 직사각형 83">
            <a:extLst>
              <a:ext uri="{FF2B5EF4-FFF2-40B4-BE49-F238E27FC236}">
                <a16:creationId xmlns:a16="http://schemas.microsoft.com/office/drawing/2014/main" id="{D4D3230E-1D36-445C-5AE4-5313C797A3F0}"/>
              </a:ext>
            </a:extLst>
          </p:cNvPr>
          <p:cNvSpPr/>
          <p:nvPr/>
        </p:nvSpPr>
        <p:spPr>
          <a:xfrm>
            <a:off x="5785225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9AFC7FC9-829B-203C-CC9B-16FE38F86368}"/>
              </a:ext>
            </a:extLst>
          </p:cNvPr>
          <p:cNvSpPr/>
          <p:nvPr/>
        </p:nvSpPr>
        <p:spPr>
          <a:xfrm>
            <a:off x="7581292" y="3873849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 장학금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64FA4730-02BF-34FC-EA24-01C34994315A}"/>
              </a:ext>
            </a:extLst>
          </p:cNvPr>
          <p:cNvCxnSpPr>
            <a:cxnSpLocks/>
            <a:stCxn id="22" idx="3"/>
            <a:endCxn id="88" idx="2"/>
          </p:cNvCxnSpPr>
          <p:nvPr/>
        </p:nvCxnSpPr>
        <p:spPr>
          <a:xfrm flipV="1">
            <a:off x="8516684" y="2923881"/>
            <a:ext cx="140735" cy="103603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6F475664-58E8-502D-2ABE-DC319F47BB2B}"/>
              </a:ext>
            </a:extLst>
          </p:cNvPr>
          <p:cNvSpPr/>
          <p:nvPr/>
        </p:nvSpPr>
        <p:spPr>
          <a:xfrm>
            <a:off x="7238558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25" name="꺾인 연결선 111">
            <a:extLst>
              <a:ext uri="{FF2B5EF4-FFF2-40B4-BE49-F238E27FC236}">
                <a16:creationId xmlns:a16="http://schemas.microsoft.com/office/drawing/2014/main" id="{2372D599-4895-0A8A-7F3E-B4BD804BC44D}"/>
              </a:ext>
            </a:extLst>
          </p:cNvPr>
          <p:cNvCxnSpPr>
            <a:cxnSpLocks/>
            <a:stCxn id="24" idx="3"/>
            <a:endCxn id="22" idx="2"/>
          </p:cNvCxnSpPr>
          <p:nvPr/>
        </p:nvCxnSpPr>
        <p:spPr>
          <a:xfrm flipV="1">
            <a:off x="7941332" y="4045987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83">
            <a:extLst>
              <a:ext uri="{FF2B5EF4-FFF2-40B4-BE49-F238E27FC236}">
                <a16:creationId xmlns:a16="http://schemas.microsoft.com/office/drawing/2014/main" id="{AA497607-7108-0B74-2D5F-59AF3255F561}"/>
              </a:ext>
            </a:extLst>
          </p:cNvPr>
          <p:cNvSpPr/>
          <p:nvPr/>
        </p:nvSpPr>
        <p:spPr>
          <a:xfrm>
            <a:off x="6511852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7" name="모서리가 둥근 직사각형 83">
            <a:extLst>
              <a:ext uri="{FF2B5EF4-FFF2-40B4-BE49-F238E27FC236}">
                <a16:creationId xmlns:a16="http://schemas.microsoft.com/office/drawing/2014/main" id="{9BFE2903-EEAB-A6A3-79A7-F01F29881482}"/>
              </a:ext>
            </a:extLst>
          </p:cNvPr>
          <p:cNvSpPr/>
          <p:nvPr/>
        </p:nvSpPr>
        <p:spPr>
          <a:xfrm>
            <a:off x="5785225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9" name="모서리가 둥근 직사각형 83">
            <a:extLst>
              <a:ext uri="{FF2B5EF4-FFF2-40B4-BE49-F238E27FC236}">
                <a16:creationId xmlns:a16="http://schemas.microsoft.com/office/drawing/2014/main" id="{7298FDDF-F51D-3A8A-4FE0-590568A0B39F}"/>
              </a:ext>
            </a:extLst>
          </p:cNvPr>
          <p:cNvSpPr/>
          <p:nvPr/>
        </p:nvSpPr>
        <p:spPr>
          <a:xfrm>
            <a:off x="7581292" y="431367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0" name="꺾인 연결선 111">
            <a:extLst>
              <a:ext uri="{FF2B5EF4-FFF2-40B4-BE49-F238E27FC236}">
                <a16:creationId xmlns:a16="http://schemas.microsoft.com/office/drawing/2014/main" id="{CC75EDCA-0C9F-E818-808F-3EB652EAEAC6}"/>
              </a:ext>
            </a:extLst>
          </p:cNvPr>
          <p:cNvCxnSpPr>
            <a:cxnSpLocks/>
            <a:stCxn id="29" idx="3"/>
            <a:endCxn id="88" idx="2"/>
          </p:cNvCxnSpPr>
          <p:nvPr/>
        </p:nvCxnSpPr>
        <p:spPr>
          <a:xfrm flipV="1">
            <a:off x="8516684" y="2923881"/>
            <a:ext cx="140735" cy="147585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모서리가 둥근 직사각형 83">
            <a:extLst>
              <a:ext uri="{FF2B5EF4-FFF2-40B4-BE49-F238E27FC236}">
                <a16:creationId xmlns:a16="http://schemas.microsoft.com/office/drawing/2014/main" id="{AE53A536-75DC-C565-3ECD-FD4575CE4DD2}"/>
              </a:ext>
            </a:extLst>
          </p:cNvPr>
          <p:cNvSpPr/>
          <p:nvPr/>
        </p:nvSpPr>
        <p:spPr>
          <a:xfrm>
            <a:off x="7238558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2" name="꺾인 연결선 111">
            <a:extLst>
              <a:ext uri="{FF2B5EF4-FFF2-40B4-BE49-F238E27FC236}">
                <a16:creationId xmlns:a16="http://schemas.microsoft.com/office/drawing/2014/main" id="{F0EC336B-FE5A-07E7-7F39-50C0E7595604}"/>
              </a:ext>
            </a:extLst>
          </p:cNvPr>
          <p:cNvCxnSpPr>
            <a:cxnSpLocks/>
            <a:stCxn id="31" idx="3"/>
            <a:endCxn id="29" idx="2"/>
          </p:cNvCxnSpPr>
          <p:nvPr/>
        </p:nvCxnSpPr>
        <p:spPr>
          <a:xfrm flipV="1">
            <a:off x="7941332" y="4485808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E70C1012-6A98-AA55-F481-FE77D90924D9}"/>
              </a:ext>
            </a:extLst>
          </p:cNvPr>
          <p:cNvSpPr/>
          <p:nvPr/>
        </p:nvSpPr>
        <p:spPr>
          <a:xfrm>
            <a:off x="6511852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C726C98B-5B31-0F3A-9B61-D235A56719A4}"/>
              </a:ext>
            </a:extLst>
          </p:cNvPr>
          <p:cNvSpPr/>
          <p:nvPr/>
        </p:nvSpPr>
        <p:spPr>
          <a:xfrm>
            <a:off x="5785225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36" name="모서리가 둥근 직사각형 83">
            <a:extLst>
              <a:ext uri="{FF2B5EF4-FFF2-40B4-BE49-F238E27FC236}">
                <a16:creationId xmlns:a16="http://schemas.microsoft.com/office/drawing/2014/main" id="{F159859F-71FD-8A10-6459-E9EF9F962655}"/>
              </a:ext>
            </a:extLst>
          </p:cNvPr>
          <p:cNvSpPr/>
          <p:nvPr/>
        </p:nvSpPr>
        <p:spPr>
          <a:xfrm>
            <a:off x="7581292" y="4758817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cxnSp>
        <p:nvCxnSpPr>
          <p:cNvPr id="37" name="꺾인 연결선 111">
            <a:extLst>
              <a:ext uri="{FF2B5EF4-FFF2-40B4-BE49-F238E27FC236}">
                <a16:creationId xmlns:a16="http://schemas.microsoft.com/office/drawing/2014/main" id="{A0F55A91-D233-FCC3-F864-2CACE543BC37}"/>
              </a:ext>
            </a:extLst>
          </p:cNvPr>
          <p:cNvCxnSpPr>
            <a:cxnSpLocks/>
            <a:stCxn id="36" idx="3"/>
            <a:endCxn id="88" idx="2"/>
          </p:cNvCxnSpPr>
          <p:nvPr/>
        </p:nvCxnSpPr>
        <p:spPr>
          <a:xfrm flipV="1">
            <a:off x="8516684" y="2923881"/>
            <a:ext cx="140735" cy="19210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모서리가 둥근 직사각형 83">
            <a:extLst>
              <a:ext uri="{FF2B5EF4-FFF2-40B4-BE49-F238E27FC236}">
                <a16:creationId xmlns:a16="http://schemas.microsoft.com/office/drawing/2014/main" id="{E9B61188-8855-F2FC-A235-66B271099F79}"/>
              </a:ext>
            </a:extLst>
          </p:cNvPr>
          <p:cNvSpPr/>
          <p:nvPr/>
        </p:nvSpPr>
        <p:spPr>
          <a:xfrm>
            <a:off x="7238558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9" name="꺾인 연결선 111">
            <a:extLst>
              <a:ext uri="{FF2B5EF4-FFF2-40B4-BE49-F238E27FC236}">
                <a16:creationId xmlns:a16="http://schemas.microsoft.com/office/drawing/2014/main" id="{B9C3896D-7998-02ED-3B1A-3ABC19EE3B69}"/>
              </a:ext>
            </a:extLst>
          </p:cNvPr>
          <p:cNvCxnSpPr>
            <a:cxnSpLocks/>
            <a:stCxn id="38" idx="3"/>
            <a:endCxn id="36" idx="2"/>
          </p:cNvCxnSpPr>
          <p:nvPr/>
        </p:nvCxnSpPr>
        <p:spPr>
          <a:xfrm flipV="1">
            <a:off x="7941332" y="4930955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83">
            <a:extLst>
              <a:ext uri="{FF2B5EF4-FFF2-40B4-BE49-F238E27FC236}">
                <a16:creationId xmlns:a16="http://schemas.microsoft.com/office/drawing/2014/main" id="{7AE512D8-8264-A01D-05D3-022139B3016C}"/>
              </a:ext>
            </a:extLst>
          </p:cNvPr>
          <p:cNvSpPr/>
          <p:nvPr/>
        </p:nvSpPr>
        <p:spPr>
          <a:xfrm>
            <a:off x="6511852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4577379D-012F-9083-986E-C680664CFB6D}"/>
              </a:ext>
            </a:extLst>
          </p:cNvPr>
          <p:cNvSpPr/>
          <p:nvPr/>
        </p:nvSpPr>
        <p:spPr>
          <a:xfrm>
            <a:off x="5785225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</p:spTree>
    <p:extLst>
      <p:ext uri="{BB962C8B-B14F-4D97-AF65-F5344CB8AC3E}">
        <p14:creationId xmlns:p14="http://schemas.microsoft.com/office/powerpoint/2010/main" val="367064987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ACB215-A4B3-CF1C-29D5-4B5D57C14F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4524C7A-9E6E-0DDB-B5A1-F2F925C95134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조회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A447F3A-DFF3-8B3A-98D6-3193A778D20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F08C6BD2-7FF3-902D-BE09-CC56E3F1E7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2834578"/>
              </p:ext>
            </p:extLst>
          </p:nvPr>
        </p:nvGraphicFramePr>
        <p:xfrm>
          <a:off x="6969418" y="2548005"/>
          <a:ext cx="2772114" cy="349037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 메뉴 중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고등학생 장학금 신청 내역을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대학생 장학금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평생교육장려금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접수중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현재 접수기간일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마감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접수기간이 지난 경우의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선말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공고 대상 장학금 신청을 등록한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심사중으로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선발로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예비로 처리한 상태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0F0CCECA-275D-557F-88A0-471F7C85ED0F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981A0BD-4B59-F262-395F-01E543799524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2C7E35FA-D176-BBDD-5B04-62BAC93ED6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0D1F7B74-42B0-D04E-A532-513ACD82652F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5D9094F-C0CF-2253-A01C-57693DEE3ACC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D4A4CDF-2CB5-0C0B-B722-D3E4D90BD4AF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6162611-24F2-5FE2-0181-0BC094035FA8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FC2A110-8432-3991-93FC-6BE295D5761E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043B348-06E9-826E-C6E8-20ABE06E150E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8D60AA1-3C06-82B8-6B1E-12A5B0B0BE64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89A384E-5D2C-77EB-29CD-A7D85E732E01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BF91548-173E-6B52-886C-67E6034F5F0B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고등학생 장학금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3C8DD9F-986D-5776-C303-7A01494D9B8D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F510331-6A2B-C132-41F3-A64C628E2CDA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46BBC79-752C-FA52-48F4-66D1BBF0576F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2D21B3B-CAD3-262C-54A6-E620DD8F5363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F65DA479-A664-9D8A-4A5A-DAA20CEDC0CF}"/>
              </a:ext>
            </a:extLst>
          </p:cNvPr>
          <p:cNvSpPr>
            <a:spLocks noChangeAspect="1"/>
          </p:cNvSpPr>
          <p:nvPr/>
        </p:nvSpPr>
        <p:spPr>
          <a:xfrm>
            <a:off x="100411" y="227687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2306A6D-ED79-B217-0508-06F3925A8D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5011648"/>
              </p:ext>
            </p:extLst>
          </p:nvPr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B33AC282-D0E3-BACF-F08D-C1845C92AAEE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9B571F1-06BF-DEB2-9268-E7DD5C3ED9F3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DED8333-8847-63B5-4792-EFC985B26357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BAE3AE9-D685-1EE9-A8B1-5B9A9E990B8E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C609C4F-0CB6-C63B-F934-05C1EBE1B93A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5C40D032-13E1-7113-D9C2-99A4D250D235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C8EE1AF-4549-0680-1917-D915A37BBAC7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E1655FF-91C0-067D-C0BE-B18C7918C1EF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198289064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E1EAE5-FDC1-A627-25FF-36333A1B8F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13B6089-86CC-5BE6-313D-AA9FBBC0654C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조회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95D99B0-EE37-3EFD-F109-7682E1CBC485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E35E8774-C158-E1E1-16E9-3A7FDEABDF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6207888"/>
              </p:ext>
            </p:extLst>
          </p:nvPr>
        </p:nvGraphicFramePr>
        <p:xfrm>
          <a:off x="6969418" y="2548005"/>
          <a:ext cx="2772114" cy="187540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탈락으로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회원이 취소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선발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지급완료로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설정 화면으로 이동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신청완료 시 보임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열람 화면으로 이동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지급완료 시 보임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FB1C6FC6-7952-9212-291C-77159E0841B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BA9EA1A-1A7A-0DFA-41C0-54043BCC413D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A40952BE-06A7-C7B8-8D1B-19468488A0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B24BAB4F-4A7C-93A8-F057-997AADB1734A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6E8D35F-F1DE-3C91-2EB2-4D5B0E0D1EDE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F117AD0-834D-94C4-6C40-49E68267C01E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CCE56C2-8186-744A-9AC9-97426AF50516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393F0B3-AB7A-00C8-B34C-732BFB94C6D7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2C874F1-0E7E-77D9-C613-4253BC3E9758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5026BF4-359C-2971-6006-95A09E43F724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ECFF9F7-8527-33AF-B1B9-1182F18CE679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E7E1A73-1074-9DA3-E583-BAEE44B46EB3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고등학생 장학금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8B291B-FF1F-620E-0222-1D4A466D308E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DEAD353-499C-210B-6A31-86A1FC1490B4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4D057BE-D2FE-BCE5-188C-58E9D5AF4D88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A754F39-6C5D-0912-8C67-B2BAA81263E3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513737F9-5D92-296E-7368-1FE2417E5F5C}"/>
              </a:ext>
            </a:extLst>
          </p:cNvPr>
          <p:cNvSpPr>
            <a:spLocks noChangeAspect="1"/>
          </p:cNvSpPr>
          <p:nvPr/>
        </p:nvSpPr>
        <p:spPr>
          <a:xfrm>
            <a:off x="100411" y="227687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141111C3-F5C0-45AC-F7B3-862447D08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8941944"/>
              </p:ext>
            </p:extLst>
          </p:nvPr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고등학생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0F0A838C-9966-997F-BB8E-71123D38639E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4894EBE-E192-8E4F-606E-FC0508724605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7ED71C7-ECA2-2AF6-44D6-51D805161567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71BE16D-EC48-9756-F27E-42B25095328C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46E04EC-F135-F67A-BEEF-CD99C9EDF9E3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531D0853-4E4D-B507-CF61-A0C53EC99AA6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B034909-8A87-6DA0-A2C2-DA545B904E6E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A86295E-8DF1-576B-2114-1952495FC454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274240469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8AD348-E82D-A016-3873-824370BE39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7E5C1A-99E8-7D26-89D7-8FB1E65027F1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6FF1B4C-E388-4ABB-BBA6-166C3D811FB1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EFBEA06-D260-6E66-0A99-363F1E3A2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0429825"/>
              </p:ext>
            </p:extLst>
          </p:nvPr>
        </p:nvGraphicFramePr>
        <p:xfrm>
          <a:off x="6969418" y="2548005"/>
          <a:ext cx="2772114" cy="329448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신청건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설정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이름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신청자 회원의 이름을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작성한 보호자 이름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생년월일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신청자의 생년월일로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연락처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보호자 연락처로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졸업 중학교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작성한 졸업 중학교로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재학 고등학교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신청자 재학 고등학교로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최종전입일자로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본인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중 선택 및 전입일자를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신청자 주소로 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 찾기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주소검색 팝업창에서 해당 주소 검색 및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기본주소가 주소란에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상세주소 직접입력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18FD44E3-16EF-79EC-170A-23BAA95BDF71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439BC4D-B842-A7E0-C4CF-B799A3765587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AE7CE071-AE9F-FAB4-AB1F-487156CD02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DCE1E0DD-A33B-7510-AF3B-1F23CE582E57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29DA7B1-F528-67F8-3759-7B0976CA187D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1268C2F-6D76-F84A-D97E-B699F39462B7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057BA63-A653-A0D8-8B40-95E64098EA43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7323BC9-2015-22E0-3B53-4CAD36A7143F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654C927-EE4A-D92D-5DCC-BC861BBBB229}"/>
              </a:ext>
            </a:extLst>
          </p:cNvPr>
          <p:cNvSpPr/>
          <p:nvPr/>
        </p:nvSpPr>
        <p:spPr>
          <a:xfrm>
            <a:off x="165100" y="1790190"/>
            <a:ext cx="6732116" cy="4896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497E938-237A-597B-8CFE-871DD1133E79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72CAB76-76C6-7815-701F-E2421A9849A6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CF09574-EB54-3A4F-53DF-7B5E2D7ABBE4}"/>
              </a:ext>
            </a:extLst>
          </p:cNvPr>
          <p:cNvSpPr/>
          <p:nvPr/>
        </p:nvSpPr>
        <p:spPr>
          <a:xfrm>
            <a:off x="262572" y="2132856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고등학생 장학금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4CFF671-2E87-1D3F-4182-C2F89B36AAB7}"/>
              </a:ext>
            </a:extLst>
          </p:cNvPr>
          <p:cNvSpPr/>
          <p:nvPr/>
        </p:nvSpPr>
        <p:spPr>
          <a:xfrm>
            <a:off x="113301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216DEFB-D7EE-13C6-50E7-796145FDD4B0}"/>
              </a:ext>
            </a:extLst>
          </p:cNvPr>
          <p:cNvSpPr/>
          <p:nvPr/>
        </p:nvSpPr>
        <p:spPr>
          <a:xfrm>
            <a:off x="198755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B4CFA63-C8AA-25A9-62E4-CBEAEE9E7139}"/>
              </a:ext>
            </a:extLst>
          </p:cNvPr>
          <p:cNvSpPr/>
          <p:nvPr/>
        </p:nvSpPr>
        <p:spPr>
          <a:xfrm>
            <a:off x="284209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4527012-CEF3-C397-DA23-B8C4DC9C795E}"/>
              </a:ext>
            </a:extLst>
          </p:cNvPr>
          <p:cNvSpPr/>
          <p:nvPr/>
        </p:nvSpPr>
        <p:spPr>
          <a:xfrm>
            <a:off x="369836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A37AEAF-A360-4C21-7987-D2A941693168}"/>
              </a:ext>
            </a:extLst>
          </p:cNvPr>
          <p:cNvSpPr/>
          <p:nvPr/>
        </p:nvSpPr>
        <p:spPr>
          <a:xfrm>
            <a:off x="280582" y="2452387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CE798DE7-2F66-B510-6B66-A884BD40B539}"/>
              </a:ext>
            </a:extLst>
          </p:cNvPr>
          <p:cNvGrpSpPr/>
          <p:nvPr/>
        </p:nvGrpSpPr>
        <p:grpSpPr>
          <a:xfrm>
            <a:off x="6733077" y="2632076"/>
            <a:ext cx="77080" cy="792000"/>
            <a:chOff x="6781481" y="1888563"/>
            <a:chExt cx="77080" cy="792000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A39E8CAE-988E-8A76-9DA2-DE00C7C05A5A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4765D13B-465A-0CD3-AE4F-0E0E5644A0FC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ECA26E8-6668-6920-4EA9-855AA0BB2D28}"/>
              </a:ext>
            </a:extLst>
          </p:cNvPr>
          <p:cNvSpPr/>
          <p:nvPr/>
        </p:nvSpPr>
        <p:spPr>
          <a:xfrm>
            <a:off x="266529" y="2632407"/>
            <a:ext cx="6461468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AD86DEE2-E883-E3E7-0D14-AD182CF49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6678827"/>
              </p:ext>
            </p:extLst>
          </p:nvPr>
        </p:nvGraphicFramePr>
        <p:xfrm>
          <a:off x="266529" y="5921281"/>
          <a:ext cx="6523209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9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3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22BD33B3-8871-7669-AA3B-092D414530A8}"/>
              </a:ext>
            </a:extLst>
          </p:cNvPr>
          <p:cNvSpPr/>
          <p:nvPr/>
        </p:nvSpPr>
        <p:spPr>
          <a:xfrm>
            <a:off x="280582" y="5740914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65" name="Picture 13">
            <a:extLst>
              <a:ext uri="{FF2B5EF4-FFF2-40B4-BE49-F238E27FC236}">
                <a16:creationId xmlns:a16="http://schemas.microsoft.com/office/drawing/2014/main" id="{41442C05-7D66-D044-45AF-335E869FA7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9567" y="595956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C8C00E-54A9-8020-A791-C1A35A741A46}"/>
              </a:ext>
            </a:extLst>
          </p:cNvPr>
          <p:cNvSpPr/>
          <p:nvPr/>
        </p:nvSpPr>
        <p:spPr>
          <a:xfrm>
            <a:off x="1235243" y="5959828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9ABD1B81-8AAC-E2FC-02AB-682CFB2BA924}"/>
              </a:ext>
            </a:extLst>
          </p:cNvPr>
          <p:cNvSpPr/>
          <p:nvPr/>
        </p:nvSpPr>
        <p:spPr>
          <a:xfrm>
            <a:off x="1240466" y="6428597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953CCBA4-B6EB-E902-9761-6D7D36DF89BF}"/>
              </a:ext>
            </a:extLst>
          </p:cNvPr>
          <p:cNvGrpSpPr/>
          <p:nvPr/>
        </p:nvGrpSpPr>
        <p:grpSpPr>
          <a:xfrm>
            <a:off x="261475" y="3453393"/>
            <a:ext cx="1651953" cy="144463"/>
            <a:chOff x="2156839" y="1593629"/>
            <a:chExt cx="1651953" cy="144463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01E85B76-868E-D05C-5DAB-7640CBE0A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1" name="개체 70">
              <a:extLst>
                <a:ext uri="{FF2B5EF4-FFF2-40B4-BE49-F238E27FC236}">
                  <a16:creationId xmlns:a16="http://schemas.microsoft.com/office/drawing/2014/main" id="{4C509764-2C62-0D5B-CE68-6EFBC314EFE9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165660684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81" name="개체 80">
                          <a:extLst>
                            <a:ext uri="{FF2B5EF4-FFF2-40B4-BE49-F238E27FC236}">
                              <a16:creationId xmlns:a16="http://schemas.microsoft.com/office/drawing/2014/main" id="{21402BE1-59BC-2989-8301-C0415675980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7" name="타원 66">
            <a:extLst>
              <a:ext uri="{FF2B5EF4-FFF2-40B4-BE49-F238E27FC236}">
                <a16:creationId xmlns:a16="http://schemas.microsoft.com/office/drawing/2014/main" id="{64C245C5-17CF-5C6E-E5D0-5D1A4B7D2562}"/>
              </a:ext>
            </a:extLst>
          </p:cNvPr>
          <p:cNvSpPr>
            <a:spLocks noChangeAspect="1"/>
          </p:cNvSpPr>
          <p:nvPr/>
        </p:nvSpPr>
        <p:spPr>
          <a:xfrm>
            <a:off x="202609" y="256070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BDB02BD0-06FF-8B0C-AA4D-AAB5AEAE768B}"/>
              </a:ext>
            </a:extLst>
          </p:cNvPr>
          <p:cNvSpPr>
            <a:spLocks noChangeAspect="1"/>
          </p:cNvSpPr>
          <p:nvPr/>
        </p:nvSpPr>
        <p:spPr>
          <a:xfrm>
            <a:off x="202609" y="584928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C0B8C03-7523-6D1A-3BA3-4E19667FD2F6}"/>
              </a:ext>
            </a:extLst>
          </p:cNvPr>
          <p:cNvSpPr/>
          <p:nvPr/>
        </p:nvSpPr>
        <p:spPr>
          <a:xfrm>
            <a:off x="280582" y="3660845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88" name="표 87">
            <a:extLst>
              <a:ext uri="{FF2B5EF4-FFF2-40B4-BE49-F238E27FC236}">
                <a16:creationId xmlns:a16="http://schemas.microsoft.com/office/drawing/2014/main" id="{DEF7B3EE-ACB5-2DF8-347F-35F1DC2156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2676837"/>
              </p:ext>
            </p:extLst>
          </p:nvPr>
        </p:nvGraphicFramePr>
        <p:xfrm>
          <a:off x="266528" y="3833759"/>
          <a:ext cx="6523209" cy="1839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9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32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3437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7094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졸업 중학교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 고등학교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0171961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89" name="Picture 13">
            <a:extLst>
              <a:ext uri="{FF2B5EF4-FFF2-40B4-BE49-F238E27FC236}">
                <a16:creationId xmlns:a16="http://schemas.microsoft.com/office/drawing/2014/main" id="{92375983-28F9-8E3B-D7BB-2B43454E6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5133" y="409889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0" name="직사각형 89">
            <a:extLst>
              <a:ext uri="{FF2B5EF4-FFF2-40B4-BE49-F238E27FC236}">
                <a16:creationId xmlns:a16="http://schemas.microsoft.com/office/drawing/2014/main" id="{4F46ADD9-C395-3968-8E26-3E75B732071A}"/>
              </a:ext>
            </a:extLst>
          </p:cNvPr>
          <p:cNvSpPr/>
          <p:nvPr/>
        </p:nvSpPr>
        <p:spPr>
          <a:xfrm>
            <a:off x="1235243" y="4099158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91" name="Picture 13">
            <a:extLst>
              <a:ext uri="{FF2B5EF4-FFF2-40B4-BE49-F238E27FC236}">
                <a16:creationId xmlns:a16="http://schemas.microsoft.com/office/drawing/2014/main" id="{193E678F-C7A4-950E-9AFE-CAE85CE2E2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5863" y="409889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2" name="직사각형 91">
            <a:extLst>
              <a:ext uri="{FF2B5EF4-FFF2-40B4-BE49-F238E27FC236}">
                <a16:creationId xmlns:a16="http://schemas.microsoft.com/office/drawing/2014/main" id="{7737F4A9-BDC3-B2FF-BB51-24818E9E0E00}"/>
              </a:ext>
            </a:extLst>
          </p:cNvPr>
          <p:cNvSpPr/>
          <p:nvPr/>
        </p:nvSpPr>
        <p:spPr>
          <a:xfrm>
            <a:off x="1761211" y="4099158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93" name="Picture 13">
            <a:extLst>
              <a:ext uri="{FF2B5EF4-FFF2-40B4-BE49-F238E27FC236}">
                <a16:creationId xmlns:a16="http://schemas.microsoft.com/office/drawing/2014/main" id="{43BC3941-B355-9E81-B328-565DA97FAC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7716" y="409889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4" name="직사각형 93">
            <a:extLst>
              <a:ext uri="{FF2B5EF4-FFF2-40B4-BE49-F238E27FC236}">
                <a16:creationId xmlns:a16="http://schemas.microsoft.com/office/drawing/2014/main" id="{2A4D3C59-C473-33F5-E47B-C076D3F17439}"/>
              </a:ext>
            </a:extLst>
          </p:cNvPr>
          <p:cNvSpPr/>
          <p:nvPr/>
        </p:nvSpPr>
        <p:spPr>
          <a:xfrm>
            <a:off x="2233064" y="4099158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95" name="Picture 13">
            <a:extLst>
              <a:ext uri="{FF2B5EF4-FFF2-40B4-BE49-F238E27FC236}">
                <a16:creationId xmlns:a16="http://schemas.microsoft.com/office/drawing/2014/main" id="{C1F605F0-6A49-B475-5F90-02B2E9BC93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10551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6" name="직사각형 95">
            <a:extLst>
              <a:ext uri="{FF2B5EF4-FFF2-40B4-BE49-F238E27FC236}">
                <a16:creationId xmlns:a16="http://schemas.microsoft.com/office/drawing/2014/main" id="{24E446E6-722B-5667-694A-50A4AB3E8A50}"/>
              </a:ext>
            </a:extLst>
          </p:cNvPr>
          <p:cNvSpPr/>
          <p:nvPr/>
        </p:nvSpPr>
        <p:spPr>
          <a:xfrm>
            <a:off x="4605112" y="4105774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23C3C656-A290-527A-243D-5AF548474172}"/>
              </a:ext>
            </a:extLst>
          </p:cNvPr>
          <p:cNvSpPr/>
          <p:nvPr/>
        </p:nvSpPr>
        <p:spPr>
          <a:xfrm>
            <a:off x="5107225" y="4105774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CECA1CCC-D3F0-E588-62CD-104AADC68B97}"/>
              </a:ext>
            </a:extLst>
          </p:cNvPr>
          <p:cNvSpPr/>
          <p:nvPr/>
        </p:nvSpPr>
        <p:spPr>
          <a:xfrm>
            <a:off x="5046128" y="411596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7E9E38DB-6DCE-1911-E859-32E4A1F3D2E2}"/>
              </a:ext>
            </a:extLst>
          </p:cNvPr>
          <p:cNvSpPr/>
          <p:nvPr/>
        </p:nvSpPr>
        <p:spPr>
          <a:xfrm>
            <a:off x="5463065" y="4123913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DF9B5A4-ECAA-1AAB-0125-8CA04DA6AB1C}"/>
              </a:ext>
            </a:extLst>
          </p:cNvPr>
          <p:cNvSpPr/>
          <p:nvPr/>
        </p:nvSpPr>
        <p:spPr>
          <a:xfrm>
            <a:off x="5530638" y="4105774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61DCFA5-978E-66C7-4869-C89D619E75D9}"/>
              </a:ext>
            </a:extLst>
          </p:cNvPr>
          <p:cNvSpPr/>
          <p:nvPr/>
        </p:nvSpPr>
        <p:spPr>
          <a:xfrm>
            <a:off x="4605111" y="4566926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오산고등학교</a:t>
            </a:r>
          </a:p>
        </p:txBody>
      </p:sp>
      <p:pic>
        <p:nvPicPr>
          <p:cNvPr id="102" name="Picture 13">
            <a:extLst>
              <a:ext uri="{FF2B5EF4-FFF2-40B4-BE49-F238E27FC236}">
                <a16:creationId xmlns:a16="http://schemas.microsoft.com/office/drawing/2014/main" id="{C36DF55E-AC2A-F70A-94F0-39E753DA12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5530" y="456758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9B39B7BA-6233-95A9-1FF3-D2D809FC41A9}"/>
              </a:ext>
            </a:extLst>
          </p:cNvPr>
          <p:cNvSpPr/>
          <p:nvPr/>
        </p:nvSpPr>
        <p:spPr>
          <a:xfrm>
            <a:off x="5500529" y="4567844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EE3885F0-8417-542D-6281-181C7DB1ED34}"/>
              </a:ext>
            </a:extLst>
          </p:cNvPr>
          <p:cNvSpPr/>
          <p:nvPr/>
        </p:nvSpPr>
        <p:spPr>
          <a:xfrm>
            <a:off x="1240466" y="4566926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오산중학교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F14FCA66-354D-0A68-04D0-744DBCF8A5B4}"/>
              </a:ext>
            </a:extLst>
          </p:cNvPr>
          <p:cNvGrpSpPr/>
          <p:nvPr/>
        </p:nvGrpSpPr>
        <p:grpSpPr>
          <a:xfrm>
            <a:off x="1569057" y="4331755"/>
            <a:ext cx="236445" cy="144462"/>
            <a:chOff x="2716253" y="2405617"/>
            <a:chExt cx="236445" cy="144462"/>
          </a:xfrm>
        </p:grpSpPr>
        <p:sp>
          <p:nvSpPr>
            <p:cNvPr id="106" name="Rectangle 191">
              <a:extLst>
                <a:ext uri="{FF2B5EF4-FFF2-40B4-BE49-F238E27FC236}">
                  <a16:creationId xmlns:a16="http://schemas.microsoft.com/office/drawing/2014/main" id="{B531994C-6B3E-F145-2776-B243B6802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07" name="개체 106">
              <a:extLst>
                <a:ext uri="{FF2B5EF4-FFF2-40B4-BE49-F238E27FC236}">
                  <a16:creationId xmlns:a16="http://schemas.microsoft.com/office/drawing/2014/main" id="{20CFEE57-B30D-0529-2924-A52B8C48877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62" name="개체 61">
                          <a:extLst>
                            <a:ext uri="{FF2B5EF4-FFF2-40B4-BE49-F238E27FC236}">
                              <a16:creationId xmlns:a16="http://schemas.microsoft.com/office/drawing/2014/main" id="{276C0B59-E243-69EE-13D1-1AEEACD51E9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84A83B1C-9A88-371A-3231-45A387758E10}"/>
              </a:ext>
            </a:extLst>
          </p:cNvPr>
          <p:cNvGrpSpPr/>
          <p:nvPr/>
        </p:nvGrpSpPr>
        <p:grpSpPr>
          <a:xfrm>
            <a:off x="1245021" y="4337641"/>
            <a:ext cx="237128" cy="144463"/>
            <a:chOff x="2864768" y="2513669"/>
            <a:chExt cx="237128" cy="144463"/>
          </a:xfrm>
        </p:grpSpPr>
        <p:sp>
          <p:nvSpPr>
            <p:cNvPr id="109" name="Rectangle 191">
              <a:extLst>
                <a:ext uri="{FF2B5EF4-FFF2-40B4-BE49-F238E27FC236}">
                  <a16:creationId xmlns:a16="http://schemas.microsoft.com/office/drawing/2014/main" id="{B74B64D2-497B-D230-3723-085BB6828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10" name="개체 109">
              <a:extLst>
                <a:ext uri="{FF2B5EF4-FFF2-40B4-BE49-F238E27FC236}">
                  <a16:creationId xmlns:a16="http://schemas.microsoft.com/office/drawing/2014/main" id="{F943F95E-0D54-69F8-0939-A79E050436E4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823236180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65" name="개체 64">
                          <a:extLst>
                            <a:ext uri="{FF2B5EF4-FFF2-40B4-BE49-F238E27FC236}">
                              <a16:creationId xmlns:a16="http://schemas.microsoft.com/office/drawing/2014/main" id="{E3EB4740-51B0-379A-7CD6-6F768CF64E9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226B6290-A1E5-32BE-C7D7-859D3F5C7880}"/>
              </a:ext>
            </a:extLst>
          </p:cNvPr>
          <p:cNvSpPr/>
          <p:nvPr/>
        </p:nvSpPr>
        <p:spPr>
          <a:xfrm>
            <a:off x="4605111" y="387451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A901040-925D-83EA-5A84-823B55EBA6EE}"/>
              </a:ext>
            </a:extLst>
          </p:cNvPr>
          <p:cNvSpPr/>
          <p:nvPr/>
        </p:nvSpPr>
        <p:spPr>
          <a:xfrm>
            <a:off x="1772160" y="5008767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320519AD-AFB9-A251-8B98-AAFC0458A7E8}"/>
              </a:ext>
            </a:extLst>
          </p:cNvPr>
          <p:cNvSpPr/>
          <p:nvPr/>
        </p:nvSpPr>
        <p:spPr>
          <a:xfrm>
            <a:off x="1248658" y="5009371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7FC6C6F6-2B14-8C3E-478E-2E5960C84D13}"/>
              </a:ext>
            </a:extLst>
          </p:cNvPr>
          <p:cNvSpPr/>
          <p:nvPr/>
        </p:nvSpPr>
        <p:spPr>
          <a:xfrm>
            <a:off x="1248658" y="5243611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D0C705E-2998-43C7-30AE-3941E143A7CC}"/>
              </a:ext>
            </a:extLst>
          </p:cNvPr>
          <p:cNvSpPr/>
          <p:nvPr/>
        </p:nvSpPr>
        <p:spPr>
          <a:xfrm>
            <a:off x="1248658" y="5477310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EBC84D1-76CF-02AF-3FC1-8788EFF6FA7C}"/>
              </a:ext>
            </a:extLst>
          </p:cNvPr>
          <p:cNvSpPr/>
          <p:nvPr/>
        </p:nvSpPr>
        <p:spPr>
          <a:xfrm>
            <a:off x="3731496" y="5269444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2A0739A-1481-57D0-DE28-D07D5B0AFADF}"/>
              </a:ext>
            </a:extLst>
          </p:cNvPr>
          <p:cNvSpPr/>
          <p:nvPr/>
        </p:nvSpPr>
        <p:spPr>
          <a:xfrm>
            <a:off x="3731496" y="5503143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118" name="Picture 13">
            <a:extLst>
              <a:ext uri="{FF2B5EF4-FFF2-40B4-BE49-F238E27FC236}">
                <a16:creationId xmlns:a16="http://schemas.microsoft.com/office/drawing/2014/main" id="{C9A6A444-86FD-8FA2-E611-4839BC864F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33557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58F6D66E-F102-70AA-C904-DCACFACD3262}"/>
              </a:ext>
            </a:extLst>
          </p:cNvPr>
          <p:cNvSpPr/>
          <p:nvPr/>
        </p:nvSpPr>
        <p:spPr>
          <a:xfrm>
            <a:off x="4605112" y="4335835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3376865-4C3B-B9C8-A28A-DAED0492FD21}"/>
              </a:ext>
            </a:extLst>
          </p:cNvPr>
          <p:cNvSpPr/>
          <p:nvPr/>
        </p:nvSpPr>
        <p:spPr>
          <a:xfrm>
            <a:off x="5107225" y="4335835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71F1B02-A7F6-75FD-DF06-7F7334A6E6D1}"/>
              </a:ext>
            </a:extLst>
          </p:cNvPr>
          <p:cNvSpPr/>
          <p:nvPr/>
        </p:nvSpPr>
        <p:spPr>
          <a:xfrm>
            <a:off x="5046128" y="4346023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C892F5C8-91FF-FE25-9090-B14132727DFC}"/>
              </a:ext>
            </a:extLst>
          </p:cNvPr>
          <p:cNvSpPr/>
          <p:nvPr/>
        </p:nvSpPr>
        <p:spPr>
          <a:xfrm>
            <a:off x="5463065" y="4353974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8738D29E-3DF9-B4B5-E0F8-7FC78ED0E7DD}"/>
              </a:ext>
            </a:extLst>
          </p:cNvPr>
          <p:cNvSpPr/>
          <p:nvPr/>
        </p:nvSpPr>
        <p:spPr>
          <a:xfrm>
            <a:off x="5530638" y="4335835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0472380B-E661-3202-7EBB-019CC59DA462}"/>
              </a:ext>
            </a:extLst>
          </p:cNvPr>
          <p:cNvSpPr>
            <a:spLocks noChangeAspect="1"/>
          </p:cNvSpPr>
          <p:nvPr/>
        </p:nvSpPr>
        <p:spPr>
          <a:xfrm>
            <a:off x="200472" y="376010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EEE871E-3CDF-2C8F-A4B1-3A59CE3A8FD3}"/>
              </a:ext>
            </a:extLst>
          </p:cNvPr>
          <p:cNvGrpSpPr/>
          <p:nvPr/>
        </p:nvGrpSpPr>
        <p:grpSpPr>
          <a:xfrm>
            <a:off x="1229119" y="4794412"/>
            <a:ext cx="3974981" cy="147301"/>
            <a:chOff x="1229119" y="4562220"/>
            <a:chExt cx="3974981" cy="147301"/>
          </a:xfrm>
        </p:grpSpPr>
        <p:sp>
          <p:nvSpPr>
            <p:cNvPr id="126" name="Rectangle 191">
              <a:extLst>
                <a:ext uri="{FF2B5EF4-FFF2-40B4-BE49-F238E27FC236}">
                  <a16:creationId xmlns:a16="http://schemas.microsoft.com/office/drawing/2014/main" id="{E31636E9-74FB-CD0E-242D-6D0CE1E4F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9703"/>
              <a:ext cx="1644681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년 이상 거주 확인 후 신청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27" name="그룹 126">
              <a:extLst>
                <a:ext uri="{FF2B5EF4-FFF2-40B4-BE49-F238E27FC236}">
                  <a16:creationId xmlns:a16="http://schemas.microsoft.com/office/drawing/2014/main" id="{DAA95D1B-71A5-6571-5A26-94DAEDEE9E2A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137" name="Rectangle 191">
                <a:extLst>
                  <a:ext uri="{FF2B5EF4-FFF2-40B4-BE49-F238E27FC236}">
                    <a16:creationId xmlns:a16="http://schemas.microsoft.com/office/drawing/2014/main" id="{A702DED7-5FD4-5FA6-18BE-4902C4F85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38" name="개체 137">
                <a:extLst>
                  <a:ext uri="{FF2B5EF4-FFF2-40B4-BE49-F238E27FC236}">
                    <a16:creationId xmlns:a16="http://schemas.microsoft.com/office/drawing/2014/main" id="{A6A80095-BF8B-F943-D565-4C94521E034A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40" name="개체 39">
                            <a:extLst>
                              <a:ext uri="{FF2B5EF4-FFF2-40B4-BE49-F238E27FC236}">
                                <a16:creationId xmlns:a16="http://schemas.microsoft.com/office/drawing/2014/main" id="{799E54F7-3588-2E91-64C5-87A8C14BC80D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0BCF9938-2527-796E-87EC-D65C1E789839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135" name="Rectangle 191">
                <a:extLst>
                  <a:ext uri="{FF2B5EF4-FFF2-40B4-BE49-F238E27FC236}">
                    <a16:creationId xmlns:a16="http://schemas.microsoft.com/office/drawing/2014/main" id="{500A29F7-5F4A-C375-14E7-773426D18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136" name="개체 135">
                <a:extLst>
                  <a:ext uri="{FF2B5EF4-FFF2-40B4-BE49-F238E27FC236}">
                    <a16:creationId xmlns:a16="http://schemas.microsoft.com/office/drawing/2014/main" id="{309A601C-31FF-99EB-1943-30E408D66E74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543299586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88" name="개체 87">
                            <a:extLst>
                              <a:ext uri="{FF2B5EF4-FFF2-40B4-BE49-F238E27FC236}">
                                <a16:creationId xmlns:a16="http://schemas.microsoft.com/office/drawing/2014/main" id="{490D6870-FF18-48BF-A6DB-37DAA685FF30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129" name="Picture 13">
              <a:extLst>
                <a:ext uri="{FF2B5EF4-FFF2-40B4-BE49-F238E27FC236}">
                  <a16:creationId xmlns:a16="http://schemas.microsoft.com/office/drawing/2014/main" id="{C7D02EA6-4E63-FB11-0E47-15FAB912D9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04014277-6378-B4B6-81F1-30EA8D033E7A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131" name="Picture 13">
              <a:extLst>
                <a:ext uri="{FF2B5EF4-FFF2-40B4-BE49-F238E27FC236}">
                  <a16:creationId xmlns:a16="http://schemas.microsoft.com/office/drawing/2014/main" id="{E2B0BF2A-BE67-4121-20FB-3EFAE6F21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AECF33ED-C0E0-3533-AA77-4592D50B8932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133" name="Picture 13">
              <a:extLst>
                <a:ext uri="{FF2B5EF4-FFF2-40B4-BE49-F238E27FC236}">
                  <a16:creationId xmlns:a16="http://schemas.microsoft.com/office/drawing/2014/main" id="{BD3700F5-9D31-815F-6E65-7C505A36E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23B92BA5-D872-C129-4772-7FA76AE2992B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C49040B3-E433-619D-C4D0-9EC3A305C107}"/>
              </a:ext>
            </a:extLst>
          </p:cNvPr>
          <p:cNvSpPr/>
          <p:nvPr/>
        </p:nvSpPr>
        <p:spPr>
          <a:xfrm>
            <a:off x="283314" y="4757214"/>
            <a:ext cx="650642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432529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A322-00FF-2A9B-AF65-3E9A77F5D3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92C794F-6E34-9F24-A1DA-53835EA9F3BC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80DD809-CBE0-997B-82E1-68BD9B390A4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E2C1EAC0-2F08-DAE6-43E1-56B0EA5421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42656"/>
              </p:ext>
            </p:extLst>
          </p:nvPr>
        </p:nvGraphicFramePr>
        <p:xfrm>
          <a:off x="6969418" y="2548005"/>
          <a:ext cx="2772114" cy="54952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은행명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설정한신청자 본인 계좌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은행명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예금주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자동 신청자의 회원 이름을 자동으로 표시하며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계좌번호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본인 계좌의 계좌번호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D7DCD660-E8FB-727A-8397-738AC6A5681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6434BC8-8C2D-77E8-A69C-4B421A95E4CA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8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D83E91B9-3803-B0D6-023B-1D6EE87101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9" name="직사각형 88">
            <a:extLst>
              <a:ext uri="{FF2B5EF4-FFF2-40B4-BE49-F238E27FC236}">
                <a16:creationId xmlns:a16="http://schemas.microsoft.com/office/drawing/2014/main" id="{DFDEBD10-87D2-100F-6000-0E8D1826C1AF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AD35A86-FE69-4A36-4776-53347B9DCBFE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5BA8811-04F1-7768-28F8-DF85BF4B72C3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68DDA26-64AC-B4D3-BCF6-20ED80C3C3FB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E20F8652-9F3E-2527-3028-497B3EA091A8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3523864-C363-810A-676B-B51077311A33}"/>
              </a:ext>
            </a:extLst>
          </p:cNvPr>
          <p:cNvSpPr/>
          <p:nvPr/>
        </p:nvSpPr>
        <p:spPr>
          <a:xfrm>
            <a:off x="165100" y="1790190"/>
            <a:ext cx="6732116" cy="4896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6C4F223-30DB-5914-3860-874A9DF3E05F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09D5F1E-06A6-28AD-9DCF-EB62FF2FDC8E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1DC4EF6F-165C-952C-B7E8-6832DA31C8B9}"/>
              </a:ext>
            </a:extLst>
          </p:cNvPr>
          <p:cNvSpPr/>
          <p:nvPr/>
        </p:nvSpPr>
        <p:spPr>
          <a:xfrm>
            <a:off x="262572" y="2132856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고등학생 장학금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67F8A9E8-85EC-C347-726C-E88281A006B8}"/>
              </a:ext>
            </a:extLst>
          </p:cNvPr>
          <p:cNvSpPr/>
          <p:nvPr/>
        </p:nvSpPr>
        <p:spPr>
          <a:xfrm>
            <a:off x="113301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AA0E20A1-0ADA-D5C6-F763-A53724D2CEBA}"/>
              </a:ext>
            </a:extLst>
          </p:cNvPr>
          <p:cNvSpPr/>
          <p:nvPr/>
        </p:nvSpPr>
        <p:spPr>
          <a:xfrm>
            <a:off x="198755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4A6A1F1-919C-F0BF-BBD4-D9FDCF1910B4}"/>
              </a:ext>
            </a:extLst>
          </p:cNvPr>
          <p:cNvSpPr/>
          <p:nvPr/>
        </p:nvSpPr>
        <p:spPr>
          <a:xfrm>
            <a:off x="284209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CCF9BEA-201B-C4AF-16A3-4F13C64A0FBB}"/>
              </a:ext>
            </a:extLst>
          </p:cNvPr>
          <p:cNvSpPr/>
          <p:nvPr/>
        </p:nvSpPr>
        <p:spPr>
          <a:xfrm>
            <a:off x="369836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4706B6E-6A0C-CB58-751E-21CD104756F1}"/>
              </a:ext>
            </a:extLst>
          </p:cNvPr>
          <p:cNvSpPr/>
          <p:nvPr/>
        </p:nvSpPr>
        <p:spPr>
          <a:xfrm>
            <a:off x="280582" y="2452387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E6A9C67-F208-9D83-0785-B1B93D9608DA}"/>
              </a:ext>
            </a:extLst>
          </p:cNvPr>
          <p:cNvGrpSpPr/>
          <p:nvPr/>
        </p:nvGrpSpPr>
        <p:grpSpPr>
          <a:xfrm>
            <a:off x="6733077" y="2632076"/>
            <a:ext cx="77080" cy="792000"/>
            <a:chOff x="6781481" y="1888563"/>
            <a:chExt cx="77080" cy="792000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249BD7FC-ECCD-5F3A-562A-FCAFC4F21B6A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A1B15BCE-96F6-E42A-410A-BC10BC4FB445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9E673C0D-38A2-4949-C0C2-6C51A7F7A903}"/>
              </a:ext>
            </a:extLst>
          </p:cNvPr>
          <p:cNvSpPr/>
          <p:nvPr/>
        </p:nvSpPr>
        <p:spPr>
          <a:xfrm>
            <a:off x="266529" y="2632407"/>
            <a:ext cx="6461468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107" name="표 106">
            <a:extLst>
              <a:ext uri="{FF2B5EF4-FFF2-40B4-BE49-F238E27FC236}">
                <a16:creationId xmlns:a16="http://schemas.microsoft.com/office/drawing/2014/main" id="{3D5460D5-769A-7E06-6691-D5438311E2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6553365"/>
              </p:ext>
            </p:extLst>
          </p:nvPr>
        </p:nvGraphicFramePr>
        <p:xfrm>
          <a:off x="266529" y="5921281"/>
          <a:ext cx="6523209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9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3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B93F27E-10AB-B7C3-B4C2-074116842615}"/>
              </a:ext>
            </a:extLst>
          </p:cNvPr>
          <p:cNvSpPr/>
          <p:nvPr/>
        </p:nvSpPr>
        <p:spPr>
          <a:xfrm>
            <a:off x="280582" y="5740914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109" name="Picture 13">
            <a:extLst>
              <a:ext uri="{FF2B5EF4-FFF2-40B4-BE49-F238E27FC236}">
                <a16:creationId xmlns:a16="http://schemas.microsoft.com/office/drawing/2014/main" id="{5A3E8083-2F44-7338-A841-434CDD51C8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9567" y="595956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B508491-EEFA-0A9C-4E3C-C56F14237CCE}"/>
              </a:ext>
            </a:extLst>
          </p:cNvPr>
          <p:cNvSpPr/>
          <p:nvPr/>
        </p:nvSpPr>
        <p:spPr>
          <a:xfrm>
            <a:off x="1235243" y="5959828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AE98307-1647-4AD4-7DF0-BAE387F98EEB}"/>
              </a:ext>
            </a:extLst>
          </p:cNvPr>
          <p:cNvSpPr/>
          <p:nvPr/>
        </p:nvSpPr>
        <p:spPr>
          <a:xfrm>
            <a:off x="1240466" y="6428597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7FDBC757-42AE-786F-0FE4-8F68C0DDC8EF}"/>
              </a:ext>
            </a:extLst>
          </p:cNvPr>
          <p:cNvGrpSpPr/>
          <p:nvPr/>
        </p:nvGrpSpPr>
        <p:grpSpPr>
          <a:xfrm>
            <a:off x="261475" y="3453393"/>
            <a:ext cx="1651953" cy="144463"/>
            <a:chOff x="2156839" y="1593629"/>
            <a:chExt cx="1651953" cy="144463"/>
          </a:xfrm>
        </p:grpSpPr>
        <p:sp>
          <p:nvSpPr>
            <p:cNvPr id="113" name="Rectangle 191">
              <a:extLst>
                <a:ext uri="{FF2B5EF4-FFF2-40B4-BE49-F238E27FC236}">
                  <a16:creationId xmlns:a16="http://schemas.microsoft.com/office/drawing/2014/main" id="{CB32C10A-0E20-EF26-A3B0-68B32E6D6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114" name="개체 113">
              <a:extLst>
                <a:ext uri="{FF2B5EF4-FFF2-40B4-BE49-F238E27FC236}">
                  <a16:creationId xmlns:a16="http://schemas.microsoft.com/office/drawing/2014/main" id="{E1131AC7-8374-92E7-BAC4-B953FEA7E63C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789400840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71" name="개체 70">
                          <a:extLst>
                            <a:ext uri="{FF2B5EF4-FFF2-40B4-BE49-F238E27FC236}">
                              <a16:creationId xmlns:a16="http://schemas.microsoft.com/office/drawing/2014/main" id="{4C509764-2C62-0D5B-CE68-6EFBC314EFE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5" name="타원 114">
            <a:extLst>
              <a:ext uri="{FF2B5EF4-FFF2-40B4-BE49-F238E27FC236}">
                <a16:creationId xmlns:a16="http://schemas.microsoft.com/office/drawing/2014/main" id="{7302368B-3082-CE15-17ED-2637EEA22716}"/>
              </a:ext>
            </a:extLst>
          </p:cNvPr>
          <p:cNvSpPr>
            <a:spLocks noChangeAspect="1"/>
          </p:cNvSpPr>
          <p:nvPr/>
        </p:nvSpPr>
        <p:spPr>
          <a:xfrm>
            <a:off x="202609" y="256070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72633FEE-7BF6-9592-ADB9-116CAC56DEE6}"/>
              </a:ext>
            </a:extLst>
          </p:cNvPr>
          <p:cNvSpPr>
            <a:spLocks noChangeAspect="1"/>
          </p:cNvSpPr>
          <p:nvPr/>
        </p:nvSpPr>
        <p:spPr>
          <a:xfrm>
            <a:off x="202609" y="584928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B25A96E-6AA7-2B8A-E1F4-C7EA6FD465C5}"/>
              </a:ext>
            </a:extLst>
          </p:cNvPr>
          <p:cNvSpPr/>
          <p:nvPr/>
        </p:nvSpPr>
        <p:spPr>
          <a:xfrm>
            <a:off x="280582" y="3660845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118" name="표 117">
            <a:extLst>
              <a:ext uri="{FF2B5EF4-FFF2-40B4-BE49-F238E27FC236}">
                <a16:creationId xmlns:a16="http://schemas.microsoft.com/office/drawing/2014/main" id="{01866530-52B4-A670-A7FF-8C39C48FCB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026192"/>
              </p:ext>
            </p:extLst>
          </p:nvPr>
        </p:nvGraphicFramePr>
        <p:xfrm>
          <a:off x="266528" y="3833759"/>
          <a:ext cx="6523209" cy="1839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9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32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3437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7094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졸업 중학교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 고등학교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0171961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119" name="Picture 13">
            <a:extLst>
              <a:ext uri="{FF2B5EF4-FFF2-40B4-BE49-F238E27FC236}">
                <a16:creationId xmlns:a16="http://schemas.microsoft.com/office/drawing/2014/main" id="{4C650AFA-AF3E-3331-0C4D-21E8D5B3E9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5133" y="409889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C5F07B90-1EA3-B9A0-2B63-E43BF7050FC0}"/>
              </a:ext>
            </a:extLst>
          </p:cNvPr>
          <p:cNvSpPr/>
          <p:nvPr/>
        </p:nvSpPr>
        <p:spPr>
          <a:xfrm>
            <a:off x="1235243" y="4099158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121" name="Picture 13">
            <a:extLst>
              <a:ext uri="{FF2B5EF4-FFF2-40B4-BE49-F238E27FC236}">
                <a16:creationId xmlns:a16="http://schemas.microsoft.com/office/drawing/2014/main" id="{EF9A82EE-B506-D51E-0E46-0B155075ED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5863" y="409889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DD4A5988-9282-D0CA-1C94-07AF903E3A93}"/>
              </a:ext>
            </a:extLst>
          </p:cNvPr>
          <p:cNvSpPr/>
          <p:nvPr/>
        </p:nvSpPr>
        <p:spPr>
          <a:xfrm>
            <a:off x="1761211" y="4099158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123" name="Picture 13">
            <a:extLst>
              <a:ext uri="{FF2B5EF4-FFF2-40B4-BE49-F238E27FC236}">
                <a16:creationId xmlns:a16="http://schemas.microsoft.com/office/drawing/2014/main" id="{6257FB25-D209-F629-61AA-A71F6272E6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7716" y="4098894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0BF05413-3E20-36C0-12BC-26697D687ED6}"/>
              </a:ext>
            </a:extLst>
          </p:cNvPr>
          <p:cNvSpPr/>
          <p:nvPr/>
        </p:nvSpPr>
        <p:spPr>
          <a:xfrm>
            <a:off x="2233064" y="4099158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125" name="Picture 13">
            <a:extLst>
              <a:ext uri="{FF2B5EF4-FFF2-40B4-BE49-F238E27FC236}">
                <a16:creationId xmlns:a16="http://schemas.microsoft.com/office/drawing/2014/main" id="{73B09821-9221-1C7F-614B-165C7502F8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10551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B2CB5471-BC86-1057-5523-A0AA7A5331B2}"/>
              </a:ext>
            </a:extLst>
          </p:cNvPr>
          <p:cNvSpPr/>
          <p:nvPr/>
        </p:nvSpPr>
        <p:spPr>
          <a:xfrm>
            <a:off x="4605112" y="4105774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998E34B-61C9-09A5-4E64-00E1106A04F6}"/>
              </a:ext>
            </a:extLst>
          </p:cNvPr>
          <p:cNvSpPr/>
          <p:nvPr/>
        </p:nvSpPr>
        <p:spPr>
          <a:xfrm>
            <a:off x="5107225" y="4105774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D937584E-400F-BA1A-E96C-8698E633650D}"/>
              </a:ext>
            </a:extLst>
          </p:cNvPr>
          <p:cNvSpPr/>
          <p:nvPr/>
        </p:nvSpPr>
        <p:spPr>
          <a:xfrm>
            <a:off x="5046128" y="411596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E4E4A784-7E12-0ACA-AEFE-82777F30072F}"/>
              </a:ext>
            </a:extLst>
          </p:cNvPr>
          <p:cNvSpPr/>
          <p:nvPr/>
        </p:nvSpPr>
        <p:spPr>
          <a:xfrm>
            <a:off x="5463065" y="4123913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3C90EEB-E2FE-B611-6AAA-99D6464812DE}"/>
              </a:ext>
            </a:extLst>
          </p:cNvPr>
          <p:cNvSpPr/>
          <p:nvPr/>
        </p:nvSpPr>
        <p:spPr>
          <a:xfrm>
            <a:off x="5530638" y="4105774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C1E90BC7-3980-8A8E-9402-510FCCE937A0}"/>
              </a:ext>
            </a:extLst>
          </p:cNvPr>
          <p:cNvSpPr/>
          <p:nvPr/>
        </p:nvSpPr>
        <p:spPr>
          <a:xfrm>
            <a:off x="4605111" y="4566926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오산고등학교</a:t>
            </a:r>
          </a:p>
        </p:txBody>
      </p:sp>
      <p:pic>
        <p:nvPicPr>
          <p:cNvPr id="132" name="Picture 13">
            <a:extLst>
              <a:ext uri="{FF2B5EF4-FFF2-40B4-BE49-F238E27FC236}">
                <a16:creationId xmlns:a16="http://schemas.microsoft.com/office/drawing/2014/main" id="{1EEBB04F-89AA-7F56-E1BF-1BA5531E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5530" y="456758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704D9E5-67A1-199F-CB92-7C2BA530C4EC}"/>
              </a:ext>
            </a:extLst>
          </p:cNvPr>
          <p:cNvSpPr/>
          <p:nvPr/>
        </p:nvSpPr>
        <p:spPr>
          <a:xfrm>
            <a:off x="5500529" y="4567844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4788397B-9476-1830-B929-C5BB034EA18E}"/>
              </a:ext>
            </a:extLst>
          </p:cNvPr>
          <p:cNvSpPr/>
          <p:nvPr/>
        </p:nvSpPr>
        <p:spPr>
          <a:xfrm>
            <a:off x="1240466" y="4566926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오산중학교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D3E38E1B-7E44-B6B0-A38A-849FEA5387FD}"/>
              </a:ext>
            </a:extLst>
          </p:cNvPr>
          <p:cNvGrpSpPr/>
          <p:nvPr/>
        </p:nvGrpSpPr>
        <p:grpSpPr>
          <a:xfrm>
            <a:off x="1569057" y="4331755"/>
            <a:ext cx="236445" cy="144462"/>
            <a:chOff x="2716253" y="2405617"/>
            <a:chExt cx="236445" cy="144462"/>
          </a:xfrm>
        </p:grpSpPr>
        <p:sp>
          <p:nvSpPr>
            <p:cNvPr id="136" name="Rectangle 191">
              <a:extLst>
                <a:ext uri="{FF2B5EF4-FFF2-40B4-BE49-F238E27FC236}">
                  <a16:creationId xmlns:a16="http://schemas.microsoft.com/office/drawing/2014/main" id="{CE586F05-D3E2-90F1-3013-A412E6442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37" name="개체 136">
              <a:extLst>
                <a:ext uri="{FF2B5EF4-FFF2-40B4-BE49-F238E27FC236}">
                  <a16:creationId xmlns:a16="http://schemas.microsoft.com/office/drawing/2014/main" id="{9B711B16-3F2B-A9CC-D153-D1BB34E8575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07" name="개체 106">
                          <a:extLst>
                            <a:ext uri="{FF2B5EF4-FFF2-40B4-BE49-F238E27FC236}">
                              <a16:creationId xmlns:a16="http://schemas.microsoft.com/office/drawing/2014/main" id="{20CFEE57-B30D-0529-2924-A52B8C48877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84F8B8B5-D816-B7D1-5D8A-C3426BA794E8}"/>
              </a:ext>
            </a:extLst>
          </p:cNvPr>
          <p:cNvGrpSpPr/>
          <p:nvPr/>
        </p:nvGrpSpPr>
        <p:grpSpPr>
          <a:xfrm>
            <a:off x="1245021" y="4337641"/>
            <a:ext cx="237128" cy="144463"/>
            <a:chOff x="2864768" y="2513669"/>
            <a:chExt cx="237128" cy="144463"/>
          </a:xfrm>
        </p:grpSpPr>
        <p:sp>
          <p:nvSpPr>
            <p:cNvPr id="139" name="Rectangle 191">
              <a:extLst>
                <a:ext uri="{FF2B5EF4-FFF2-40B4-BE49-F238E27FC236}">
                  <a16:creationId xmlns:a16="http://schemas.microsoft.com/office/drawing/2014/main" id="{F8453D75-3C3B-2FC4-00BB-3B1706D7E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40" name="개체 139">
              <a:extLst>
                <a:ext uri="{FF2B5EF4-FFF2-40B4-BE49-F238E27FC236}">
                  <a16:creationId xmlns:a16="http://schemas.microsoft.com/office/drawing/2014/main" id="{29EB0964-B7CC-CF55-73E8-E154C343B008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42604345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110" name="개체 109">
                          <a:extLst>
                            <a:ext uri="{FF2B5EF4-FFF2-40B4-BE49-F238E27FC236}">
                              <a16:creationId xmlns:a16="http://schemas.microsoft.com/office/drawing/2014/main" id="{F943F95E-0D54-69F8-0939-A79E050436E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1FB30E05-4CF5-9FFB-FF39-189495245EA1}"/>
              </a:ext>
            </a:extLst>
          </p:cNvPr>
          <p:cNvSpPr/>
          <p:nvPr/>
        </p:nvSpPr>
        <p:spPr>
          <a:xfrm>
            <a:off x="4605111" y="387451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2451A743-440A-0B82-FB21-B6FF219BC05C}"/>
              </a:ext>
            </a:extLst>
          </p:cNvPr>
          <p:cNvSpPr/>
          <p:nvPr/>
        </p:nvSpPr>
        <p:spPr>
          <a:xfrm>
            <a:off x="1772160" y="5008767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2F1588A-D338-CC0A-B737-CF1F008216C1}"/>
              </a:ext>
            </a:extLst>
          </p:cNvPr>
          <p:cNvSpPr/>
          <p:nvPr/>
        </p:nvSpPr>
        <p:spPr>
          <a:xfrm>
            <a:off x="1248658" y="5009371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9B7F9FF0-F3E2-5F07-293E-997C832F7206}"/>
              </a:ext>
            </a:extLst>
          </p:cNvPr>
          <p:cNvSpPr/>
          <p:nvPr/>
        </p:nvSpPr>
        <p:spPr>
          <a:xfrm>
            <a:off x="1248658" y="5243611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7C060BB-5E4D-3DA8-7BB4-A9EBEFF89D3E}"/>
              </a:ext>
            </a:extLst>
          </p:cNvPr>
          <p:cNvSpPr/>
          <p:nvPr/>
        </p:nvSpPr>
        <p:spPr>
          <a:xfrm>
            <a:off x="1248658" y="5477310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74AB6AB7-E8D5-D585-914F-D29D4AC1511D}"/>
              </a:ext>
            </a:extLst>
          </p:cNvPr>
          <p:cNvSpPr/>
          <p:nvPr/>
        </p:nvSpPr>
        <p:spPr>
          <a:xfrm>
            <a:off x="3731496" y="5269444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0DBF59A8-9B7A-AEAE-487E-57F4F91803B4}"/>
              </a:ext>
            </a:extLst>
          </p:cNvPr>
          <p:cNvSpPr/>
          <p:nvPr/>
        </p:nvSpPr>
        <p:spPr>
          <a:xfrm>
            <a:off x="3731496" y="5503143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148" name="Picture 13">
            <a:extLst>
              <a:ext uri="{FF2B5EF4-FFF2-40B4-BE49-F238E27FC236}">
                <a16:creationId xmlns:a16="http://schemas.microsoft.com/office/drawing/2014/main" id="{61C13694-6AF5-D7B6-AB9A-C280AF98A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33557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29C06BE2-1E0F-6927-EC7D-D7FE87BC08B8}"/>
              </a:ext>
            </a:extLst>
          </p:cNvPr>
          <p:cNvSpPr/>
          <p:nvPr/>
        </p:nvSpPr>
        <p:spPr>
          <a:xfrm>
            <a:off x="4605112" y="4335835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D11F8E9B-AF48-4052-738A-EDB25F8597CB}"/>
              </a:ext>
            </a:extLst>
          </p:cNvPr>
          <p:cNvSpPr/>
          <p:nvPr/>
        </p:nvSpPr>
        <p:spPr>
          <a:xfrm>
            <a:off x="5107225" y="4335835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D668AF76-8D2C-FF5E-9949-B585745076E6}"/>
              </a:ext>
            </a:extLst>
          </p:cNvPr>
          <p:cNvSpPr/>
          <p:nvPr/>
        </p:nvSpPr>
        <p:spPr>
          <a:xfrm>
            <a:off x="5046128" y="4346023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D4693156-2B88-5D09-EA71-D2B4C856D9BC}"/>
              </a:ext>
            </a:extLst>
          </p:cNvPr>
          <p:cNvSpPr/>
          <p:nvPr/>
        </p:nvSpPr>
        <p:spPr>
          <a:xfrm>
            <a:off x="5463065" y="4353974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8B14898-17EA-1FA1-6A8B-5F7DB696B065}"/>
              </a:ext>
            </a:extLst>
          </p:cNvPr>
          <p:cNvSpPr/>
          <p:nvPr/>
        </p:nvSpPr>
        <p:spPr>
          <a:xfrm>
            <a:off x="5530638" y="4335835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7A5A16A5-7813-5B02-7BDB-F0BCBCFAB4FA}"/>
              </a:ext>
            </a:extLst>
          </p:cNvPr>
          <p:cNvSpPr>
            <a:spLocks noChangeAspect="1"/>
          </p:cNvSpPr>
          <p:nvPr/>
        </p:nvSpPr>
        <p:spPr>
          <a:xfrm>
            <a:off x="200472" y="376010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0ACAA446-DFEF-6F82-8FBF-96C66357E223}"/>
              </a:ext>
            </a:extLst>
          </p:cNvPr>
          <p:cNvGrpSpPr/>
          <p:nvPr/>
        </p:nvGrpSpPr>
        <p:grpSpPr>
          <a:xfrm>
            <a:off x="1229119" y="4794412"/>
            <a:ext cx="3974981" cy="147301"/>
            <a:chOff x="1229119" y="4562220"/>
            <a:chExt cx="3974981" cy="147301"/>
          </a:xfrm>
        </p:grpSpPr>
        <p:sp>
          <p:nvSpPr>
            <p:cNvPr id="156" name="Rectangle 191">
              <a:extLst>
                <a:ext uri="{FF2B5EF4-FFF2-40B4-BE49-F238E27FC236}">
                  <a16:creationId xmlns:a16="http://schemas.microsoft.com/office/drawing/2014/main" id="{CDA2FC5E-22BC-8FAE-D5E5-59A6B07FC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9703"/>
              <a:ext cx="1644681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년 이상 거주 확인 후 신청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2B7981D2-D7CF-82D9-0A67-58A9A9739AC0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167" name="Rectangle 191">
                <a:extLst>
                  <a:ext uri="{FF2B5EF4-FFF2-40B4-BE49-F238E27FC236}">
                    <a16:creationId xmlns:a16="http://schemas.microsoft.com/office/drawing/2014/main" id="{8757DD12-EF10-0503-2003-465B3421B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68" name="개체 167">
                <a:extLst>
                  <a:ext uri="{FF2B5EF4-FFF2-40B4-BE49-F238E27FC236}">
                    <a16:creationId xmlns:a16="http://schemas.microsoft.com/office/drawing/2014/main" id="{7B0D1147-5959-9438-49F5-827E45537E3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138" name="개체 137">
                            <a:extLst>
                              <a:ext uri="{FF2B5EF4-FFF2-40B4-BE49-F238E27FC236}">
                                <a16:creationId xmlns:a16="http://schemas.microsoft.com/office/drawing/2014/main" id="{A6A80095-BF8B-F943-D565-4C94521E034A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9933E8D5-D443-7637-F09F-DC02EB3D658F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165" name="Rectangle 191">
                <a:extLst>
                  <a:ext uri="{FF2B5EF4-FFF2-40B4-BE49-F238E27FC236}">
                    <a16:creationId xmlns:a16="http://schemas.microsoft.com/office/drawing/2014/main" id="{DABB345D-2C22-5FD0-C269-37C894912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166" name="개체 165">
                <a:extLst>
                  <a:ext uri="{FF2B5EF4-FFF2-40B4-BE49-F238E27FC236}">
                    <a16:creationId xmlns:a16="http://schemas.microsoft.com/office/drawing/2014/main" id="{5E69A904-C105-9579-08EE-76EA57424EC4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48774044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136" name="개체 135">
                            <a:extLst>
                              <a:ext uri="{FF2B5EF4-FFF2-40B4-BE49-F238E27FC236}">
                                <a16:creationId xmlns:a16="http://schemas.microsoft.com/office/drawing/2014/main" id="{309A601C-31FF-99EB-1943-30E408D66E74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159" name="Picture 13">
              <a:extLst>
                <a:ext uri="{FF2B5EF4-FFF2-40B4-BE49-F238E27FC236}">
                  <a16:creationId xmlns:a16="http://schemas.microsoft.com/office/drawing/2014/main" id="{92BB9C84-553D-7BD2-D42A-E3E656E3D9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00DF3B68-406B-A5EA-2C40-B81B7CF67605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161" name="Picture 13">
              <a:extLst>
                <a:ext uri="{FF2B5EF4-FFF2-40B4-BE49-F238E27FC236}">
                  <a16:creationId xmlns:a16="http://schemas.microsoft.com/office/drawing/2014/main" id="{9121C18D-DC0E-AD2A-A37B-DDBD5CE12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D6DD87B5-B0C2-C7F0-8F24-131BA6D24B1D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163" name="Picture 13">
              <a:extLst>
                <a:ext uri="{FF2B5EF4-FFF2-40B4-BE49-F238E27FC236}">
                  <a16:creationId xmlns:a16="http://schemas.microsoft.com/office/drawing/2014/main" id="{8AFB74A4-4010-DD05-FAE9-64565F362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AB3E5DB8-F6EC-E052-2066-843ABA0412F2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803F3B23-623C-8C65-0CD8-2C16C446E390}"/>
              </a:ext>
            </a:extLst>
          </p:cNvPr>
          <p:cNvSpPr/>
          <p:nvPr/>
        </p:nvSpPr>
        <p:spPr>
          <a:xfrm>
            <a:off x="283314" y="4757214"/>
            <a:ext cx="650642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3055262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7018CD-56F7-6702-E7C1-50735F5B5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354C565-2AEB-2C79-B231-B8763B2A94C6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F4ACC93-FBF5-097E-664F-65F08F101A15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3694C1D1-D280-348A-B7B5-5C841ED0E3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6996690"/>
              </p:ext>
            </p:extLst>
          </p:nvPr>
        </p:nvGraphicFramePr>
        <p:xfrm>
          <a:off x="6969418" y="2548005"/>
          <a:ext cx="2772114" cy="322160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선택 시 전형별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공통 제출 서류 항목이 달라 진다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우수인재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희망인재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건강보험료납입증명서 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모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근로자자녀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기업체 재직 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가족관계증명서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한국노총오산시지부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장학생 추천서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다자녀가정자녀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지방세 세목별 과세증명서 본인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건강보험료 납입증명서 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가족관계증명서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다문화가정자녀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가족관계증명서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기본증명서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전형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우수인재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전형별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신청 회원의 성적을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1604911A-1AF2-427A-3FD1-6DAA4BD844B9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D1005EC-7A52-4E5C-D536-B985C0381615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71ACB68-CCE0-351E-5516-BDA8822E84D4}"/>
              </a:ext>
            </a:extLst>
          </p:cNvPr>
          <p:cNvSpPr/>
          <p:nvPr/>
        </p:nvSpPr>
        <p:spPr>
          <a:xfrm>
            <a:off x="6397011" y="5049180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DAF0E2F-3FB4-855D-424E-EE3F9DF14B99}"/>
              </a:ext>
            </a:extLst>
          </p:cNvPr>
          <p:cNvSpPr/>
          <p:nvPr/>
        </p:nvSpPr>
        <p:spPr>
          <a:xfrm>
            <a:off x="5936915" y="5049180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4C4027EE-CD64-8427-943A-2FB6F8E408E3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25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A5A40B6D-D3B6-547B-1775-DB483E21F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6" name="TextBox 125">
            <a:extLst>
              <a:ext uri="{FF2B5EF4-FFF2-40B4-BE49-F238E27FC236}">
                <a16:creationId xmlns:a16="http://schemas.microsoft.com/office/drawing/2014/main" id="{DEAE8959-D086-09BF-AC85-943C48573DA3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D526DBA-6EAA-1C2D-6E1D-6FDEEDF2F9B2}"/>
              </a:ext>
            </a:extLst>
          </p:cNvPr>
          <p:cNvSpPr>
            <a:spLocks noChangeAspect="1"/>
          </p:cNvSpPr>
          <p:nvPr/>
        </p:nvSpPr>
        <p:spPr>
          <a:xfrm>
            <a:off x="5768957" y="507603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818DE-4674-29FF-4493-E31202FE18CB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9945A44-2FCF-467F-9CBB-3E03772822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1908372"/>
              </p:ext>
            </p:extLst>
          </p:nvPr>
        </p:nvGraphicFramePr>
        <p:xfrm>
          <a:off x="273050" y="1629971"/>
          <a:ext cx="6516688" cy="32862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54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48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07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차상위계층확인서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72943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B794A285-6095-61D0-F05E-A775D9E939C9}"/>
              </a:ext>
            </a:extLst>
          </p:cNvPr>
          <p:cNvGrpSpPr/>
          <p:nvPr/>
        </p:nvGrpSpPr>
        <p:grpSpPr>
          <a:xfrm>
            <a:off x="2474227" y="2381265"/>
            <a:ext cx="505750" cy="144462"/>
            <a:chOff x="2716253" y="2405617"/>
            <a:chExt cx="505750" cy="144462"/>
          </a:xfrm>
        </p:grpSpPr>
        <p:sp>
          <p:nvSpPr>
            <p:cNvPr id="20" name="Rectangle 191">
              <a:extLst>
                <a:ext uri="{FF2B5EF4-FFF2-40B4-BE49-F238E27FC236}">
                  <a16:creationId xmlns:a16="http://schemas.microsoft.com/office/drawing/2014/main" id="{951FABC3-77C9-47A7-01AA-D2B785C61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22" name="개체 21">
              <a:extLst>
                <a:ext uri="{FF2B5EF4-FFF2-40B4-BE49-F238E27FC236}">
                  <a16:creationId xmlns:a16="http://schemas.microsoft.com/office/drawing/2014/main" id="{CFD630E8-BF1B-C56B-2738-169A0F302F4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2" name="개체 121">
                          <a:extLst>
                            <a:ext uri="{FF2B5EF4-FFF2-40B4-BE49-F238E27FC236}">
                              <a16:creationId xmlns:a16="http://schemas.microsoft.com/office/drawing/2014/main" id="{763DB448-8F83-B8C7-4864-19BDF870FBA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CD2A9543-164C-8648-D5A3-C034DC0C0593}"/>
              </a:ext>
            </a:extLst>
          </p:cNvPr>
          <p:cNvGrpSpPr/>
          <p:nvPr/>
        </p:nvGrpSpPr>
        <p:grpSpPr>
          <a:xfrm>
            <a:off x="3051036" y="2381265"/>
            <a:ext cx="595518" cy="144462"/>
            <a:chOff x="2716253" y="2405617"/>
            <a:chExt cx="595518" cy="144462"/>
          </a:xfrm>
        </p:grpSpPr>
        <p:sp>
          <p:nvSpPr>
            <p:cNvPr id="24" name="Rectangle 191">
              <a:extLst>
                <a:ext uri="{FF2B5EF4-FFF2-40B4-BE49-F238E27FC236}">
                  <a16:creationId xmlns:a16="http://schemas.microsoft.com/office/drawing/2014/main" id="{44DBAB9F-F48F-6B16-5DA7-03BDA3D50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25" name="개체 24">
              <a:extLst>
                <a:ext uri="{FF2B5EF4-FFF2-40B4-BE49-F238E27FC236}">
                  <a16:creationId xmlns:a16="http://schemas.microsoft.com/office/drawing/2014/main" id="{FD24EFF1-D5DC-4F47-D97F-ED8EB1B7D2B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5" name="개체 124">
                          <a:extLst>
                            <a:ext uri="{FF2B5EF4-FFF2-40B4-BE49-F238E27FC236}">
                              <a16:creationId xmlns:a16="http://schemas.microsoft.com/office/drawing/2014/main" id="{3AEF0B8D-03CA-1E96-5808-8ECF1790BCF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058FBA93-AE60-22C5-906B-AC502A51B697}"/>
              </a:ext>
            </a:extLst>
          </p:cNvPr>
          <p:cNvGrpSpPr/>
          <p:nvPr/>
        </p:nvGrpSpPr>
        <p:grpSpPr>
          <a:xfrm>
            <a:off x="3701320" y="2381265"/>
            <a:ext cx="775054" cy="144462"/>
            <a:chOff x="2716253" y="2405617"/>
            <a:chExt cx="775054" cy="144462"/>
          </a:xfrm>
        </p:grpSpPr>
        <p:sp>
          <p:nvSpPr>
            <p:cNvPr id="35" name="Rectangle 191">
              <a:extLst>
                <a:ext uri="{FF2B5EF4-FFF2-40B4-BE49-F238E27FC236}">
                  <a16:creationId xmlns:a16="http://schemas.microsoft.com/office/drawing/2014/main" id="{5E80898B-F30D-592B-E69E-5B137FDDD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36" name="개체 35">
              <a:extLst>
                <a:ext uri="{FF2B5EF4-FFF2-40B4-BE49-F238E27FC236}">
                  <a16:creationId xmlns:a16="http://schemas.microsoft.com/office/drawing/2014/main" id="{18C55765-3A44-4BD3-9587-12FD6566939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8" name="개체 127">
                          <a:extLst>
                            <a:ext uri="{FF2B5EF4-FFF2-40B4-BE49-F238E27FC236}">
                              <a16:creationId xmlns:a16="http://schemas.microsoft.com/office/drawing/2014/main" id="{B09B7FEE-BC2A-E771-9A17-1A66C4B730C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25A08F5-8B79-13E0-5E6C-A20BD775E988}"/>
              </a:ext>
            </a:extLst>
          </p:cNvPr>
          <p:cNvGrpSpPr/>
          <p:nvPr/>
        </p:nvGrpSpPr>
        <p:grpSpPr>
          <a:xfrm>
            <a:off x="4531981" y="2381265"/>
            <a:ext cx="775054" cy="144462"/>
            <a:chOff x="2716253" y="2405617"/>
            <a:chExt cx="775054" cy="144462"/>
          </a:xfrm>
        </p:grpSpPr>
        <p:sp>
          <p:nvSpPr>
            <p:cNvPr id="38" name="Rectangle 191">
              <a:extLst>
                <a:ext uri="{FF2B5EF4-FFF2-40B4-BE49-F238E27FC236}">
                  <a16:creationId xmlns:a16="http://schemas.microsoft.com/office/drawing/2014/main" id="{AC4357B8-3B06-70C8-453B-A0679883B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39" name="개체 38">
              <a:extLst>
                <a:ext uri="{FF2B5EF4-FFF2-40B4-BE49-F238E27FC236}">
                  <a16:creationId xmlns:a16="http://schemas.microsoft.com/office/drawing/2014/main" id="{5335521B-300F-305A-5D88-5CCEFF54C50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31" name="개체 130">
                          <a:extLst>
                            <a:ext uri="{FF2B5EF4-FFF2-40B4-BE49-F238E27FC236}">
                              <a16:creationId xmlns:a16="http://schemas.microsoft.com/office/drawing/2014/main" id="{477CE4A3-21CA-FCA8-645E-7A679500A9C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95C57D9-65EA-0864-75C2-F89FF22A577A}"/>
              </a:ext>
            </a:extLst>
          </p:cNvPr>
          <p:cNvGrpSpPr/>
          <p:nvPr/>
        </p:nvGrpSpPr>
        <p:grpSpPr>
          <a:xfrm>
            <a:off x="1897884" y="2387151"/>
            <a:ext cx="506433" cy="144463"/>
            <a:chOff x="3327015" y="1527346"/>
            <a:chExt cx="506433" cy="144463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B272A846-DAE5-57F1-34D1-5D0AC56E0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42" name="개체 41">
              <a:extLst>
                <a:ext uri="{FF2B5EF4-FFF2-40B4-BE49-F238E27FC236}">
                  <a16:creationId xmlns:a16="http://schemas.microsoft.com/office/drawing/2014/main" id="{B7445DB3-1802-1CD9-F6FD-718CF8078D61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914594223"/>
                </p:ext>
              </p:extLst>
            </p:nvPr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134" name="개체 133">
                          <a:extLst>
                            <a:ext uri="{FF2B5EF4-FFF2-40B4-BE49-F238E27FC236}">
                              <a16:creationId xmlns:a16="http://schemas.microsoft.com/office/drawing/2014/main" id="{B18B0B88-5B8F-1FA9-BD45-8644EFCE40A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578916F6-0608-6700-36C4-CECAF0E495E8}"/>
              </a:ext>
            </a:extLst>
          </p:cNvPr>
          <p:cNvSpPr/>
          <p:nvPr/>
        </p:nvSpPr>
        <p:spPr>
          <a:xfrm>
            <a:off x="1897884" y="330243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576B2F4-C20E-9226-86B9-60CB99A56DD4}"/>
              </a:ext>
            </a:extLst>
          </p:cNvPr>
          <p:cNvSpPr/>
          <p:nvPr/>
        </p:nvSpPr>
        <p:spPr>
          <a:xfrm>
            <a:off x="3550882" y="330242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A6E6EA8-182C-DAA0-D436-B90C0C6BCB44}"/>
              </a:ext>
            </a:extLst>
          </p:cNvPr>
          <p:cNvSpPr/>
          <p:nvPr/>
        </p:nvSpPr>
        <p:spPr>
          <a:xfrm>
            <a:off x="1897884" y="353851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A40C5F5-232F-1024-A342-AFF87EE750C7}"/>
              </a:ext>
            </a:extLst>
          </p:cNvPr>
          <p:cNvSpPr/>
          <p:nvPr/>
        </p:nvSpPr>
        <p:spPr>
          <a:xfrm>
            <a:off x="3550882" y="353850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46FE7BF-EC51-604B-BAAE-B4B6D231A6FD}"/>
              </a:ext>
            </a:extLst>
          </p:cNvPr>
          <p:cNvSpPr/>
          <p:nvPr/>
        </p:nvSpPr>
        <p:spPr>
          <a:xfrm>
            <a:off x="1897884" y="377843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7D1FDC5-6AC7-A03F-9C2D-CA4A07287179}"/>
              </a:ext>
            </a:extLst>
          </p:cNvPr>
          <p:cNvSpPr/>
          <p:nvPr/>
        </p:nvSpPr>
        <p:spPr>
          <a:xfrm>
            <a:off x="3550882" y="377842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1567E9D3-D5D4-F7AD-5ECE-2AC46B7B7EB2}"/>
              </a:ext>
            </a:extLst>
          </p:cNvPr>
          <p:cNvSpPr/>
          <p:nvPr/>
        </p:nvSpPr>
        <p:spPr>
          <a:xfrm>
            <a:off x="1897884" y="400240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93DC9616-E08B-958C-7695-96E46A9A11DE}"/>
              </a:ext>
            </a:extLst>
          </p:cNvPr>
          <p:cNvSpPr/>
          <p:nvPr/>
        </p:nvSpPr>
        <p:spPr>
          <a:xfrm>
            <a:off x="3550882" y="400240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2E0BA918-90FC-498E-CCFE-A9527BAD9ED5}"/>
              </a:ext>
            </a:extLst>
          </p:cNvPr>
          <p:cNvSpPr/>
          <p:nvPr/>
        </p:nvSpPr>
        <p:spPr>
          <a:xfrm>
            <a:off x="1897884" y="423853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8F6C8DD-C031-A582-6067-F99607BA18F8}"/>
              </a:ext>
            </a:extLst>
          </p:cNvPr>
          <p:cNvSpPr/>
          <p:nvPr/>
        </p:nvSpPr>
        <p:spPr>
          <a:xfrm>
            <a:off x="3550882" y="423853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0166BB31-8908-B9F4-76C7-887B2C4D7A4D}"/>
              </a:ext>
            </a:extLst>
          </p:cNvPr>
          <p:cNvGrpSpPr/>
          <p:nvPr/>
        </p:nvGrpSpPr>
        <p:grpSpPr>
          <a:xfrm>
            <a:off x="1933165" y="4744531"/>
            <a:ext cx="1105196" cy="128396"/>
            <a:chOff x="3438680" y="4305150"/>
            <a:chExt cx="1105196" cy="128396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25B3404-4933-EF3C-99B5-C40576854AD5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6" name="Picture 10">
              <a:extLst>
                <a:ext uri="{FF2B5EF4-FFF2-40B4-BE49-F238E27FC236}">
                  <a16:creationId xmlns:a16="http://schemas.microsoft.com/office/drawing/2014/main" id="{555E24B1-97B0-3B19-CA50-1C1497E11A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540A62BF-3BB8-9BB8-80CE-F9B08E076E78}"/>
              </a:ext>
            </a:extLst>
          </p:cNvPr>
          <p:cNvGrpSpPr/>
          <p:nvPr/>
        </p:nvGrpSpPr>
        <p:grpSpPr>
          <a:xfrm>
            <a:off x="3119578" y="4744531"/>
            <a:ext cx="1105196" cy="128396"/>
            <a:chOff x="3438680" y="4305150"/>
            <a:chExt cx="1105196" cy="128396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3C67380-104C-B1FB-25AB-06172FDF4F02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9" name="Picture 10">
              <a:extLst>
                <a:ext uri="{FF2B5EF4-FFF2-40B4-BE49-F238E27FC236}">
                  <a16:creationId xmlns:a16="http://schemas.microsoft.com/office/drawing/2014/main" id="{B3260A64-8252-354C-D6E4-6114421F6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42E7632-8359-E293-C1E7-DA2F52483D7C}"/>
              </a:ext>
            </a:extLst>
          </p:cNvPr>
          <p:cNvSpPr/>
          <p:nvPr/>
        </p:nvSpPr>
        <p:spPr>
          <a:xfrm>
            <a:off x="3859392" y="330126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BF297D2-C2AF-4FDD-85DA-86FF4882A7C2}"/>
              </a:ext>
            </a:extLst>
          </p:cNvPr>
          <p:cNvSpPr/>
          <p:nvPr/>
        </p:nvSpPr>
        <p:spPr>
          <a:xfrm>
            <a:off x="3859392" y="353854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F73C09A-31D9-0FA0-E048-163FE91FC73A}"/>
              </a:ext>
            </a:extLst>
          </p:cNvPr>
          <p:cNvSpPr/>
          <p:nvPr/>
        </p:nvSpPr>
        <p:spPr>
          <a:xfrm>
            <a:off x="3859392" y="37778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5B4F6DA-A342-9AC5-F6BA-BF1C500F890E}"/>
              </a:ext>
            </a:extLst>
          </p:cNvPr>
          <p:cNvSpPr/>
          <p:nvPr/>
        </p:nvSpPr>
        <p:spPr>
          <a:xfrm>
            <a:off x="3859392" y="399650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8472DA1-6B24-0714-32D5-127869C70091}"/>
              </a:ext>
            </a:extLst>
          </p:cNvPr>
          <p:cNvSpPr/>
          <p:nvPr/>
        </p:nvSpPr>
        <p:spPr>
          <a:xfrm>
            <a:off x="3859392" y="424039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1A7C7ED1-C031-58F4-1AF5-64F16B1CD1DE}"/>
              </a:ext>
            </a:extLst>
          </p:cNvPr>
          <p:cNvSpPr/>
          <p:nvPr/>
        </p:nvSpPr>
        <p:spPr>
          <a:xfrm>
            <a:off x="2724980" y="26181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012E54C-05DA-3937-B25F-DD580B13F5E6}"/>
              </a:ext>
            </a:extLst>
          </p:cNvPr>
          <p:cNvSpPr/>
          <p:nvPr/>
        </p:nvSpPr>
        <p:spPr>
          <a:xfrm>
            <a:off x="4377978" y="26181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0D49E04-699E-CF98-40C8-0E0556610E07}"/>
              </a:ext>
            </a:extLst>
          </p:cNvPr>
          <p:cNvSpPr/>
          <p:nvPr/>
        </p:nvSpPr>
        <p:spPr>
          <a:xfrm>
            <a:off x="4686488" y="26181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Rectangle 191">
            <a:extLst>
              <a:ext uri="{FF2B5EF4-FFF2-40B4-BE49-F238E27FC236}">
                <a16:creationId xmlns:a16="http://schemas.microsoft.com/office/drawing/2014/main" id="{86BCF4EA-A5EC-2101-643D-6DFC4D768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56" y="26395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8DFC520-43B1-0E69-77B3-657A17E1CFB8}"/>
              </a:ext>
            </a:extLst>
          </p:cNvPr>
          <p:cNvSpPr/>
          <p:nvPr/>
        </p:nvSpPr>
        <p:spPr>
          <a:xfrm>
            <a:off x="2096990" y="2618178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Rectangle 191">
            <a:extLst>
              <a:ext uri="{FF2B5EF4-FFF2-40B4-BE49-F238E27FC236}">
                <a16:creationId xmlns:a16="http://schemas.microsoft.com/office/drawing/2014/main" id="{128DB448-488C-4BFC-546C-24A847D7F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525" y="26395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D3AFDCD-049F-34C7-67C3-9B384826FC5E}"/>
              </a:ext>
            </a:extLst>
          </p:cNvPr>
          <p:cNvSpPr/>
          <p:nvPr/>
        </p:nvSpPr>
        <p:spPr>
          <a:xfrm>
            <a:off x="2897048" y="308715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8894731-FC03-3154-9C93-C3885B301234}"/>
              </a:ext>
            </a:extLst>
          </p:cNvPr>
          <p:cNvSpPr/>
          <p:nvPr/>
        </p:nvSpPr>
        <p:spPr>
          <a:xfrm>
            <a:off x="4550046" y="308714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38417C-CAB0-1C1D-A3C8-E4DDA6361CFA}"/>
              </a:ext>
            </a:extLst>
          </p:cNvPr>
          <p:cNvSpPr/>
          <p:nvPr/>
        </p:nvSpPr>
        <p:spPr>
          <a:xfrm>
            <a:off x="4858556" y="308714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5" name="Rectangle 191">
            <a:extLst>
              <a:ext uri="{FF2B5EF4-FFF2-40B4-BE49-F238E27FC236}">
                <a16:creationId xmlns:a16="http://schemas.microsoft.com/office/drawing/2014/main" id="{D80F2754-60B5-B3AE-03CC-4234AA8DA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593" y="310169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76" name="Rectangle 191">
            <a:extLst>
              <a:ext uri="{FF2B5EF4-FFF2-40B4-BE49-F238E27FC236}">
                <a16:creationId xmlns:a16="http://schemas.microsoft.com/office/drawing/2014/main" id="{E7B618F2-4901-2F13-6942-03149AA72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55" y="311006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7C5B73D1-A43F-E32B-72B7-0238F3E5A642}"/>
              </a:ext>
            </a:extLst>
          </p:cNvPr>
          <p:cNvSpPr/>
          <p:nvPr/>
        </p:nvSpPr>
        <p:spPr>
          <a:xfrm>
            <a:off x="2275687" y="3088709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440DE843-FF3C-5524-FBA9-5491689D9FD8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1334E06D-E6AF-17A7-2D52-49A514EC9368}"/>
              </a:ext>
            </a:extLst>
          </p:cNvPr>
          <p:cNvGrpSpPr/>
          <p:nvPr/>
        </p:nvGrpSpPr>
        <p:grpSpPr>
          <a:xfrm>
            <a:off x="1897884" y="2847629"/>
            <a:ext cx="2704513" cy="144016"/>
            <a:chOff x="1897884" y="2847629"/>
            <a:chExt cx="2704513" cy="144016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CB7DF70A-A797-6672-FD64-5D2E75368E96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6C10BAD-1FC2-EC21-0C9E-6F127F9C2786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51B8B9F6-4E95-E3BC-D689-76863E1337B5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388597FF-CCDF-288E-A53A-E61DEA244C92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120F5AB-A18E-F9D6-870D-BE28550E47F5}"/>
              </a:ext>
            </a:extLst>
          </p:cNvPr>
          <p:cNvSpPr/>
          <p:nvPr/>
        </p:nvSpPr>
        <p:spPr>
          <a:xfrm>
            <a:off x="668524" y="2812709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17A55F4-86EB-4B12-AE6B-1FFCDC406C26}"/>
              </a:ext>
            </a:extLst>
          </p:cNvPr>
          <p:cNvGrpSpPr/>
          <p:nvPr/>
        </p:nvGrpSpPr>
        <p:grpSpPr>
          <a:xfrm>
            <a:off x="1897884" y="4484757"/>
            <a:ext cx="2386963" cy="144016"/>
            <a:chOff x="1897884" y="4476806"/>
            <a:chExt cx="2386963" cy="144016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3426E50F-6BF2-7214-63F7-8C0C5E08FB0F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33C7750C-91C2-3CF6-4754-B321C1983AF6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BD98E991-8E2A-6872-E4BC-9E110AD11F1E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BFFEC4E9-D68F-CDB5-0FDA-BEED0E2F23CE}"/>
              </a:ext>
            </a:extLst>
          </p:cNvPr>
          <p:cNvSpPr/>
          <p:nvPr/>
        </p:nvSpPr>
        <p:spPr>
          <a:xfrm>
            <a:off x="668524" y="4449263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8835935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BAB4A3-8B8A-7412-1E1E-7BDEFE7FE0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571A3EF-9877-2309-4802-B1EC0160B659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836B468-630E-71DB-1AE1-71B080FC601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9C4A198-369D-2BBE-2FD9-6F8056BC18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384420"/>
              </p:ext>
            </p:extLst>
          </p:nvPr>
        </p:nvGraphicFramePr>
        <p:xfrm>
          <a:off x="6969418" y="2548005"/>
          <a:ext cx="2772114" cy="247572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5606452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신청정보 설정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접수관리에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9A4E333A-F11E-4E2A-3DB7-222ED48E14CC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8556D17-982C-68B6-F525-A719C11C7EDC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E3EFB52-F4AC-4616-5760-352E2BE4FE71}"/>
              </a:ext>
            </a:extLst>
          </p:cNvPr>
          <p:cNvSpPr/>
          <p:nvPr/>
        </p:nvSpPr>
        <p:spPr>
          <a:xfrm>
            <a:off x="6397011" y="5049180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14EE2D7-3F12-004C-5B1A-BA1E4902C229}"/>
              </a:ext>
            </a:extLst>
          </p:cNvPr>
          <p:cNvSpPr/>
          <p:nvPr/>
        </p:nvSpPr>
        <p:spPr>
          <a:xfrm>
            <a:off x="5936915" y="5049180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EEA6378-2549-DE76-5279-5E27D8AC503B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2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01EA4504-D76D-4B74-0A34-5FFF2F280B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AAE2D259-D270-CA6A-AA4C-39F2D0FA951D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C31F9374-4172-5551-2EF3-98A3171B447D}"/>
              </a:ext>
            </a:extLst>
          </p:cNvPr>
          <p:cNvSpPr>
            <a:spLocks noChangeAspect="1"/>
          </p:cNvSpPr>
          <p:nvPr/>
        </p:nvSpPr>
        <p:spPr>
          <a:xfrm>
            <a:off x="5768957" y="507603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B3E513E-E8EB-CA50-9FA2-E5A77601C3EB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0CD9DFB5-EF8D-0863-96CF-4D4AB5B8C1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9331202"/>
              </p:ext>
            </p:extLst>
          </p:nvPr>
        </p:nvGraphicFramePr>
        <p:xfrm>
          <a:off x="273050" y="1629971"/>
          <a:ext cx="6516688" cy="32862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54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48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07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차상위계층확인서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72943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35" name="그룹 34">
            <a:extLst>
              <a:ext uri="{FF2B5EF4-FFF2-40B4-BE49-F238E27FC236}">
                <a16:creationId xmlns:a16="http://schemas.microsoft.com/office/drawing/2014/main" id="{099E6FAD-31DC-07A2-6E72-3A4BC1762F6F}"/>
              </a:ext>
            </a:extLst>
          </p:cNvPr>
          <p:cNvGrpSpPr/>
          <p:nvPr/>
        </p:nvGrpSpPr>
        <p:grpSpPr>
          <a:xfrm>
            <a:off x="2474227" y="2381265"/>
            <a:ext cx="505750" cy="144462"/>
            <a:chOff x="2716253" y="2405617"/>
            <a:chExt cx="505750" cy="144462"/>
          </a:xfrm>
        </p:grpSpPr>
        <p:sp>
          <p:nvSpPr>
            <p:cNvPr id="36" name="Rectangle 191">
              <a:extLst>
                <a:ext uri="{FF2B5EF4-FFF2-40B4-BE49-F238E27FC236}">
                  <a16:creationId xmlns:a16="http://schemas.microsoft.com/office/drawing/2014/main" id="{54F0EDAD-C94E-28F4-5DF2-426ADEF4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7" name="개체 36">
              <a:extLst>
                <a:ext uri="{FF2B5EF4-FFF2-40B4-BE49-F238E27FC236}">
                  <a16:creationId xmlns:a16="http://schemas.microsoft.com/office/drawing/2014/main" id="{33CAA427-FCC6-66E1-87C8-C7DCFA9E06A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2" name="개체 21">
                          <a:extLst>
                            <a:ext uri="{FF2B5EF4-FFF2-40B4-BE49-F238E27FC236}">
                              <a16:creationId xmlns:a16="http://schemas.microsoft.com/office/drawing/2014/main" id="{CFD630E8-BF1B-C56B-2738-169A0F302F4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A44FC40-F999-595C-3211-AFBF1FDA8A46}"/>
              </a:ext>
            </a:extLst>
          </p:cNvPr>
          <p:cNvGrpSpPr/>
          <p:nvPr/>
        </p:nvGrpSpPr>
        <p:grpSpPr>
          <a:xfrm>
            <a:off x="3051036" y="2381265"/>
            <a:ext cx="595518" cy="144462"/>
            <a:chOff x="2716253" y="2405617"/>
            <a:chExt cx="595518" cy="144462"/>
          </a:xfrm>
        </p:grpSpPr>
        <p:sp>
          <p:nvSpPr>
            <p:cNvPr id="39" name="Rectangle 191">
              <a:extLst>
                <a:ext uri="{FF2B5EF4-FFF2-40B4-BE49-F238E27FC236}">
                  <a16:creationId xmlns:a16="http://schemas.microsoft.com/office/drawing/2014/main" id="{29F68343-C721-421F-6AE0-38A1A1962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40" name="개체 39">
              <a:extLst>
                <a:ext uri="{FF2B5EF4-FFF2-40B4-BE49-F238E27FC236}">
                  <a16:creationId xmlns:a16="http://schemas.microsoft.com/office/drawing/2014/main" id="{15C1E03F-3770-4E3C-A7ED-34967791FFC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5" name="개체 24">
                          <a:extLst>
                            <a:ext uri="{FF2B5EF4-FFF2-40B4-BE49-F238E27FC236}">
                              <a16:creationId xmlns:a16="http://schemas.microsoft.com/office/drawing/2014/main" id="{FD24EFF1-D5DC-4F47-D97F-ED8EB1B7D2B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C7822391-8743-AB8A-BACC-2FB3C5384F38}"/>
              </a:ext>
            </a:extLst>
          </p:cNvPr>
          <p:cNvGrpSpPr/>
          <p:nvPr/>
        </p:nvGrpSpPr>
        <p:grpSpPr>
          <a:xfrm>
            <a:off x="3701320" y="2381265"/>
            <a:ext cx="775054" cy="144462"/>
            <a:chOff x="2716253" y="2405617"/>
            <a:chExt cx="775054" cy="144462"/>
          </a:xfrm>
        </p:grpSpPr>
        <p:sp>
          <p:nvSpPr>
            <p:cNvPr id="42" name="Rectangle 191">
              <a:extLst>
                <a:ext uri="{FF2B5EF4-FFF2-40B4-BE49-F238E27FC236}">
                  <a16:creationId xmlns:a16="http://schemas.microsoft.com/office/drawing/2014/main" id="{9766C645-CA95-F952-33A5-D2CC1F215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43" name="개체 42">
              <a:extLst>
                <a:ext uri="{FF2B5EF4-FFF2-40B4-BE49-F238E27FC236}">
                  <a16:creationId xmlns:a16="http://schemas.microsoft.com/office/drawing/2014/main" id="{5310F4AC-3D7F-EC12-2DEC-4C520840ECC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36" name="개체 35">
                          <a:extLst>
                            <a:ext uri="{FF2B5EF4-FFF2-40B4-BE49-F238E27FC236}">
                              <a16:creationId xmlns:a16="http://schemas.microsoft.com/office/drawing/2014/main" id="{18C55765-3A44-4BD3-9587-12FD6566939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FC129FFD-73D7-D73E-4F2C-2BB7A4E3408D}"/>
              </a:ext>
            </a:extLst>
          </p:cNvPr>
          <p:cNvGrpSpPr/>
          <p:nvPr/>
        </p:nvGrpSpPr>
        <p:grpSpPr>
          <a:xfrm>
            <a:off x="4531981" y="2381265"/>
            <a:ext cx="775054" cy="144462"/>
            <a:chOff x="2716253" y="2405617"/>
            <a:chExt cx="775054" cy="144462"/>
          </a:xfrm>
        </p:grpSpPr>
        <p:sp>
          <p:nvSpPr>
            <p:cNvPr id="46" name="Rectangle 191">
              <a:extLst>
                <a:ext uri="{FF2B5EF4-FFF2-40B4-BE49-F238E27FC236}">
                  <a16:creationId xmlns:a16="http://schemas.microsoft.com/office/drawing/2014/main" id="{BE7CD58A-F8C7-C554-77E3-E3697204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47" name="개체 46">
              <a:extLst>
                <a:ext uri="{FF2B5EF4-FFF2-40B4-BE49-F238E27FC236}">
                  <a16:creationId xmlns:a16="http://schemas.microsoft.com/office/drawing/2014/main" id="{C6F1BD36-D05F-29C8-1919-634AFDB1A53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39" name="개체 38">
                          <a:extLst>
                            <a:ext uri="{FF2B5EF4-FFF2-40B4-BE49-F238E27FC236}">
                              <a16:creationId xmlns:a16="http://schemas.microsoft.com/office/drawing/2014/main" id="{5335521B-300F-305A-5D88-5CCEFF54C50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7674040D-E83D-EFA7-9F57-F933647B0AC6}"/>
              </a:ext>
            </a:extLst>
          </p:cNvPr>
          <p:cNvGrpSpPr/>
          <p:nvPr/>
        </p:nvGrpSpPr>
        <p:grpSpPr>
          <a:xfrm>
            <a:off x="1897884" y="2387151"/>
            <a:ext cx="506433" cy="144463"/>
            <a:chOff x="3327015" y="1527346"/>
            <a:chExt cx="506433" cy="144463"/>
          </a:xfrm>
        </p:grpSpPr>
        <p:sp>
          <p:nvSpPr>
            <p:cNvPr id="49" name="Rectangle 191">
              <a:extLst>
                <a:ext uri="{FF2B5EF4-FFF2-40B4-BE49-F238E27FC236}">
                  <a16:creationId xmlns:a16="http://schemas.microsoft.com/office/drawing/2014/main" id="{81A6BDDD-9A41-C3ED-A49F-014BDDA69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50" name="개체 49">
              <a:extLst>
                <a:ext uri="{FF2B5EF4-FFF2-40B4-BE49-F238E27FC236}">
                  <a16:creationId xmlns:a16="http://schemas.microsoft.com/office/drawing/2014/main" id="{242709F0-7627-C230-58E8-88294061A2A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427428115"/>
                </p:ext>
              </p:extLst>
            </p:nvPr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42" name="개체 41">
                          <a:extLst>
                            <a:ext uri="{FF2B5EF4-FFF2-40B4-BE49-F238E27FC236}">
                              <a16:creationId xmlns:a16="http://schemas.microsoft.com/office/drawing/2014/main" id="{B7445DB3-1802-1CD9-F6FD-718CF8078D6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929706B-C605-88D6-DCFF-6DD652C06469}"/>
              </a:ext>
            </a:extLst>
          </p:cNvPr>
          <p:cNvSpPr/>
          <p:nvPr/>
        </p:nvSpPr>
        <p:spPr>
          <a:xfrm>
            <a:off x="1897884" y="330243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532E22DB-4F44-AD91-8351-A3440F87F713}"/>
              </a:ext>
            </a:extLst>
          </p:cNvPr>
          <p:cNvSpPr/>
          <p:nvPr/>
        </p:nvSpPr>
        <p:spPr>
          <a:xfrm>
            <a:off x="3550882" y="330242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1311EAD-EC31-2229-7045-F545ECAEFD05}"/>
              </a:ext>
            </a:extLst>
          </p:cNvPr>
          <p:cNvSpPr/>
          <p:nvPr/>
        </p:nvSpPr>
        <p:spPr>
          <a:xfrm>
            <a:off x="1897884" y="353851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82EC410-2553-5E42-E31C-70D97DB5ADD7}"/>
              </a:ext>
            </a:extLst>
          </p:cNvPr>
          <p:cNvSpPr/>
          <p:nvPr/>
        </p:nvSpPr>
        <p:spPr>
          <a:xfrm>
            <a:off x="3550882" y="353850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7857A8E-EA30-EC35-7A71-BB0590462365}"/>
              </a:ext>
            </a:extLst>
          </p:cNvPr>
          <p:cNvSpPr/>
          <p:nvPr/>
        </p:nvSpPr>
        <p:spPr>
          <a:xfrm>
            <a:off x="1897884" y="377843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B934380-E710-FEDB-F3A5-27A6ED91471E}"/>
              </a:ext>
            </a:extLst>
          </p:cNvPr>
          <p:cNvSpPr/>
          <p:nvPr/>
        </p:nvSpPr>
        <p:spPr>
          <a:xfrm>
            <a:off x="3550882" y="377842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9DE5B41-1114-53E8-2E6C-C4B0CAF580C3}"/>
              </a:ext>
            </a:extLst>
          </p:cNvPr>
          <p:cNvSpPr/>
          <p:nvPr/>
        </p:nvSpPr>
        <p:spPr>
          <a:xfrm>
            <a:off x="1897884" y="400240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E1AD6C8-EEE6-8FC0-F930-F02E52C8DDF8}"/>
              </a:ext>
            </a:extLst>
          </p:cNvPr>
          <p:cNvSpPr/>
          <p:nvPr/>
        </p:nvSpPr>
        <p:spPr>
          <a:xfrm>
            <a:off x="3550882" y="400240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E3D6222-D1C9-6566-9F95-05416B6853D4}"/>
              </a:ext>
            </a:extLst>
          </p:cNvPr>
          <p:cNvSpPr/>
          <p:nvPr/>
        </p:nvSpPr>
        <p:spPr>
          <a:xfrm>
            <a:off x="1897884" y="423853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6BC20B5E-AD73-92FE-4549-C40DBB4B62CB}"/>
              </a:ext>
            </a:extLst>
          </p:cNvPr>
          <p:cNvSpPr/>
          <p:nvPr/>
        </p:nvSpPr>
        <p:spPr>
          <a:xfrm>
            <a:off x="3550882" y="423853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491670C1-473D-2BAB-41A2-D337B5B5AD5A}"/>
              </a:ext>
            </a:extLst>
          </p:cNvPr>
          <p:cNvGrpSpPr/>
          <p:nvPr/>
        </p:nvGrpSpPr>
        <p:grpSpPr>
          <a:xfrm>
            <a:off x="1933165" y="4744531"/>
            <a:ext cx="1105196" cy="128396"/>
            <a:chOff x="3438680" y="4305150"/>
            <a:chExt cx="1105196" cy="128396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9E79942-26BF-0924-A51D-4B6C9F06185F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3" name="Picture 10">
              <a:extLst>
                <a:ext uri="{FF2B5EF4-FFF2-40B4-BE49-F238E27FC236}">
                  <a16:creationId xmlns:a16="http://schemas.microsoft.com/office/drawing/2014/main" id="{456B3C6C-F5B6-4EA6-8A3E-1C65171430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530A19F0-C80C-17A8-6223-014D1DA2DDA5}"/>
              </a:ext>
            </a:extLst>
          </p:cNvPr>
          <p:cNvGrpSpPr/>
          <p:nvPr/>
        </p:nvGrpSpPr>
        <p:grpSpPr>
          <a:xfrm>
            <a:off x="3119578" y="4744531"/>
            <a:ext cx="1105196" cy="128396"/>
            <a:chOff x="3438680" y="4305150"/>
            <a:chExt cx="1105196" cy="12839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F22AC97-B4F1-0032-8764-02C06E9DF95C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6" name="Picture 10">
              <a:extLst>
                <a:ext uri="{FF2B5EF4-FFF2-40B4-BE49-F238E27FC236}">
                  <a16:creationId xmlns:a16="http://schemas.microsoft.com/office/drawing/2014/main" id="{8DAB28A0-E4DB-F96A-A010-7E33BBDF0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336B0E3-36C5-1144-07C8-D24890C69E0F}"/>
              </a:ext>
            </a:extLst>
          </p:cNvPr>
          <p:cNvSpPr/>
          <p:nvPr/>
        </p:nvSpPr>
        <p:spPr>
          <a:xfrm>
            <a:off x="3859392" y="330126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82BE322-AB44-5944-2DF5-71F6D64CCE6D}"/>
              </a:ext>
            </a:extLst>
          </p:cNvPr>
          <p:cNvSpPr/>
          <p:nvPr/>
        </p:nvSpPr>
        <p:spPr>
          <a:xfrm>
            <a:off x="3859392" y="353854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EFC8136-CC2F-D888-7C91-082A3FD95B4B}"/>
              </a:ext>
            </a:extLst>
          </p:cNvPr>
          <p:cNvSpPr/>
          <p:nvPr/>
        </p:nvSpPr>
        <p:spPr>
          <a:xfrm>
            <a:off x="3859392" y="37778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EBF37C3-6BA5-FC2D-0791-70ED1FEE47A1}"/>
              </a:ext>
            </a:extLst>
          </p:cNvPr>
          <p:cNvSpPr/>
          <p:nvPr/>
        </p:nvSpPr>
        <p:spPr>
          <a:xfrm>
            <a:off x="3859392" y="399650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1280873-FE5C-74E4-8089-C06804CFD1BA}"/>
              </a:ext>
            </a:extLst>
          </p:cNvPr>
          <p:cNvSpPr/>
          <p:nvPr/>
        </p:nvSpPr>
        <p:spPr>
          <a:xfrm>
            <a:off x="3859392" y="424039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02FA9B4-6F12-8ED9-8FB0-5CA55E46D908}"/>
              </a:ext>
            </a:extLst>
          </p:cNvPr>
          <p:cNvSpPr/>
          <p:nvPr/>
        </p:nvSpPr>
        <p:spPr>
          <a:xfrm>
            <a:off x="2724980" y="26181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9D81A5-DD58-18B9-F10B-CEB9B9E883D7}"/>
              </a:ext>
            </a:extLst>
          </p:cNvPr>
          <p:cNvSpPr/>
          <p:nvPr/>
        </p:nvSpPr>
        <p:spPr>
          <a:xfrm>
            <a:off x="4377978" y="26181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EB60679-BF54-F141-8CA2-8A302318FDA7}"/>
              </a:ext>
            </a:extLst>
          </p:cNvPr>
          <p:cNvSpPr/>
          <p:nvPr/>
        </p:nvSpPr>
        <p:spPr>
          <a:xfrm>
            <a:off x="4686488" y="26181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6" name="Rectangle 191">
            <a:extLst>
              <a:ext uri="{FF2B5EF4-FFF2-40B4-BE49-F238E27FC236}">
                <a16:creationId xmlns:a16="http://schemas.microsoft.com/office/drawing/2014/main" id="{C3D6A47D-3B1B-D17F-5184-A807FA89F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56" y="26395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10D1BDE-70FD-C8BE-1181-AF00EE33E81A}"/>
              </a:ext>
            </a:extLst>
          </p:cNvPr>
          <p:cNvSpPr/>
          <p:nvPr/>
        </p:nvSpPr>
        <p:spPr>
          <a:xfrm>
            <a:off x="2096990" y="2618178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Rectangle 191">
            <a:extLst>
              <a:ext uri="{FF2B5EF4-FFF2-40B4-BE49-F238E27FC236}">
                <a16:creationId xmlns:a16="http://schemas.microsoft.com/office/drawing/2014/main" id="{DD2349B1-7D37-C45B-8058-3C10D066F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525" y="26395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7C02519-F085-04B6-5A9E-6D899D2FBC69}"/>
              </a:ext>
            </a:extLst>
          </p:cNvPr>
          <p:cNvSpPr/>
          <p:nvPr/>
        </p:nvSpPr>
        <p:spPr>
          <a:xfrm>
            <a:off x="2897048" y="308715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3C83A6C2-42EA-1665-7356-78B16F7A6AC6}"/>
              </a:ext>
            </a:extLst>
          </p:cNvPr>
          <p:cNvSpPr/>
          <p:nvPr/>
        </p:nvSpPr>
        <p:spPr>
          <a:xfrm>
            <a:off x="4550046" y="308714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B9C561F9-422C-D751-FD01-B10C40784DA4}"/>
              </a:ext>
            </a:extLst>
          </p:cNvPr>
          <p:cNvSpPr/>
          <p:nvPr/>
        </p:nvSpPr>
        <p:spPr>
          <a:xfrm>
            <a:off x="4858556" y="308714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6" name="Rectangle 191">
            <a:extLst>
              <a:ext uri="{FF2B5EF4-FFF2-40B4-BE49-F238E27FC236}">
                <a16:creationId xmlns:a16="http://schemas.microsoft.com/office/drawing/2014/main" id="{FFDDC494-7D09-C391-26E3-3975EDF4D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593" y="310169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97" name="Rectangle 191">
            <a:extLst>
              <a:ext uri="{FF2B5EF4-FFF2-40B4-BE49-F238E27FC236}">
                <a16:creationId xmlns:a16="http://schemas.microsoft.com/office/drawing/2014/main" id="{45D2AF05-7897-5940-405D-895C3AA20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55" y="311006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F80F87A-9FE0-C108-4E5A-9DDA631D5539}"/>
              </a:ext>
            </a:extLst>
          </p:cNvPr>
          <p:cNvSpPr/>
          <p:nvPr/>
        </p:nvSpPr>
        <p:spPr>
          <a:xfrm>
            <a:off x="2275687" y="3088709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87953370-DEE5-318E-3CBD-7581992BF22F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32C4A4D2-693C-BBAA-0A00-33EA40B79EF9}"/>
              </a:ext>
            </a:extLst>
          </p:cNvPr>
          <p:cNvGrpSpPr/>
          <p:nvPr/>
        </p:nvGrpSpPr>
        <p:grpSpPr>
          <a:xfrm>
            <a:off x="1897884" y="2847629"/>
            <a:ext cx="2704513" cy="144016"/>
            <a:chOff x="1897884" y="2847629"/>
            <a:chExt cx="2704513" cy="144016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B3864A66-6A26-7A88-4755-52EE93779939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268963-2807-1B8C-F8DC-A1936D3BB407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024C1FB6-D6B5-12D5-B96B-61738A733054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125D7753-E674-A4FA-D438-09DFD2760B4E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D25DE901-E900-042F-B35E-B38C84B98218}"/>
              </a:ext>
            </a:extLst>
          </p:cNvPr>
          <p:cNvSpPr/>
          <p:nvPr/>
        </p:nvSpPr>
        <p:spPr>
          <a:xfrm>
            <a:off x="668524" y="2812709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72F5CBEE-BFDD-3525-E6D0-686BC7AB9594}"/>
              </a:ext>
            </a:extLst>
          </p:cNvPr>
          <p:cNvGrpSpPr/>
          <p:nvPr/>
        </p:nvGrpSpPr>
        <p:grpSpPr>
          <a:xfrm>
            <a:off x="1897884" y="4484757"/>
            <a:ext cx="2386963" cy="144016"/>
            <a:chOff x="1897884" y="4476806"/>
            <a:chExt cx="2386963" cy="144016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F44A3E9A-D6DA-8776-A6A2-77D1467226B1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340B22E3-3755-9A34-D485-955D7E7DE1A7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58D5B431-8187-38F4-9AE4-DB87C16CEF39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1F7A932-C433-479B-82C3-9957B7013D27}"/>
              </a:ext>
            </a:extLst>
          </p:cNvPr>
          <p:cNvSpPr/>
          <p:nvPr/>
        </p:nvSpPr>
        <p:spPr>
          <a:xfrm>
            <a:off x="668524" y="4449263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8278334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52FD0A-41F3-FFD9-8437-EA5E58B0F0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7F82C50-70B4-4AC7-9FAE-35828E98D25F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D7CECB5-9426-B29F-7066-862CDDE5DA7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EF3D47E-2970-BAA5-5213-E02650A7F0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311820"/>
              </p:ext>
            </p:extLst>
          </p:nvPr>
        </p:nvGraphicFramePr>
        <p:xfrm>
          <a:off x="6969418" y="2548005"/>
          <a:ext cx="2772114" cy="33320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희망인재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보험료납입확인서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보험료납입확인서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납부액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 합산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건강보험료 납부액을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성적을 입력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C5556BA0-FE0E-C3E1-C427-8081A7090791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5328375-5E61-5C7F-E402-283541A6E65F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F3E4E82-1068-BE30-6958-86C790AF7C2E}"/>
              </a:ext>
            </a:extLst>
          </p:cNvPr>
          <p:cNvSpPr/>
          <p:nvPr/>
        </p:nvSpPr>
        <p:spPr>
          <a:xfrm>
            <a:off x="6397011" y="5302395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74DEA9F-A562-EE35-D1F8-1A0AD831F6B2}"/>
              </a:ext>
            </a:extLst>
          </p:cNvPr>
          <p:cNvSpPr/>
          <p:nvPr/>
        </p:nvSpPr>
        <p:spPr>
          <a:xfrm>
            <a:off x="5936915" y="5302395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523BAE9-8A29-A361-9283-AFE2E2A353ED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48B85BEC-7462-E9EA-57C1-23BDA777CC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C42F4B6-2CA8-FFED-F004-55F12D0710CF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5EBBF5C-FFB2-8FA7-ADC5-6296B5597A74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EF1D55A5-1E43-7353-CECC-53916452EB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8147495"/>
              </p:ext>
            </p:extLst>
          </p:nvPr>
        </p:nvGraphicFramePr>
        <p:xfrm>
          <a:off x="273050" y="1628800"/>
          <a:ext cx="6516688" cy="35210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54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825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보험료납입확인서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108985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34" name="그룹 33">
            <a:extLst>
              <a:ext uri="{FF2B5EF4-FFF2-40B4-BE49-F238E27FC236}">
                <a16:creationId xmlns:a16="http://schemas.microsoft.com/office/drawing/2014/main" id="{45284F75-4184-015A-16FE-BAB29610CFD9}"/>
              </a:ext>
            </a:extLst>
          </p:cNvPr>
          <p:cNvGrpSpPr/>
          <p:nvPr/>
        </p:nvGrpSpPr>
        <p:grpSpPr>
          <a:xfrm>
            <a:off x="3149151" y="2380094"/>
            <a:ext cx="595518" cy="144462"/>
            <a:chOff x="2716253" y="2405617"/>
            <a:chExt cx="595518" cy="144462"/>
          </a:xfrm>
        </p:grpSpPr>
        <p:sp>
          <p:nvSpPr>
            <p:cNvPr id="35" name="Rectangle 191">
              <a:extLst>
                <a:ext uri="{FF2B5EF4-FFF2-40B4-BE49-F238E27FC236}">
                  <a16:creationId xmlns:a16="http://schemas.microsoft.com/office/drawing/2014/main" id="{8445F832-722F-2DF5-019B-D932F885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6" name="개체 35">
              <a:extLst>
                <a:ext uri="{FF2B5EF4-FFF2-40B4-BE49-F238E27FC236}">
                  <a16:creationId xmlns:a16="http://schemas.microsoft.com/office/drawing/2014/main" id="{B8F32FDC-5AC8-EBA4-EBFE-6DF8595EFC2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" name="개체 6">
                          <a:extLst>
                            <a:ext uri="{FF2B5EF4-FFF2-40B4-BE49-F238E27FC236}">
                              <a16:creationId xmlns:a16="http://schemas.microsoft.com/office/drawing/2014/main" id="{42D65F00-FFD7-A3A3-D30D-9E6AC64E2B4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8CE33B3F-BE87-F881-FE2B-60EC34CEA331}"/>
              </a:ext>
            </a:extLst>
          </p:cNvPr>
          <p:cNvGrpSpPr/>
          <p:nvPr/>
        </p:nvGrpSpPr>
        <p:grpSpPr>
          <a:xfrm>
            <a:off x="3799435" y="2380094"/>
            <a:ext cx="775054" cy="144462"/>
            <a:chOff x="2716253" y="2405617"/>
            <a:chExt cx="775054" cy="144462"/>
          </a:xfrm>
        </p:grpSpPr>
        <p:sp>
          <p:nvSpPr>
            <p:cNvPr id="38" name="Rectangle 191">
              <a:extLst>
                <a:ext uri="{FF2B5EF4-FFF2-40B4-BE49-F238E27FC236}">
                  <a16:creationId xmlns:a16="http://schemas.microsoft.com/office/drawing/2014/main" id="{8AB8DB5E-2143-1A73-1098-11A9951D4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39" name="개체 38">
              <a:extLst>
                <a:ext uri="{FF2B5EF4-FFF2-40B4-BE49-F238E27FC236}">
                  <a16:creationId xmlns:a16="http://schemas.microsoft.com/office/drawing/2014/main" id="{A576264E-2FFC-897A-6D59-C9533BE1F83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" name="개체 11">
                          <a:extLst>
                            <a:ext uri="{FF2B5EF4-FFF2-40B4-BE49-F238E27FC236}">
                              <a16:creationId xmlns:a16="http://schemas.microsoft.com/office/drawing/2014/main" id="{F0D75DCC-B670-2721-DBE1-B863174EEBF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A3E3CF0E-8CC7-DE63-817B-FB0C0358017E}"/>
              </a:ext>
            </a:extLst>
          </p:cNvPr>
          <p:cNvGrpSpPr/>
          <p:nvPr/>
        </p:nvGrpSpPr>
        <p:grpSpPr>
          <a:xfrm>
            <a:off x="4630096" y="2380094"/>
            <a:ext cx="775054" cy="144462"/>
            <a:chOff x="2716253" y="2405617"/>
            <a:chExt cx="775054" cy="144462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C1954541-8579-97F2-9A6A-E7A77042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42" name="개체 41">
              <a:extLst>
                <a:ext uri="{FF2B5EF4-FFF2-40B4-BE49-F238E27FC236}">
                  <a16:creationId xmlns:a16="http://schemas.microsoft.com/office/drawing/2014/main" id="{398EEF39-DC4F-EAAB-4DF6-30EA6F9CA59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7" name="개체 16">
                          <a:extLst>
                            <a:ext uri="{FF2B5EF4-FFF2-40B4-BE49-F238E27FC236}">
                              <a16:creationId xmlns:a16="http://schemas.microsoft.com/office/drawing/2014/main" id="{B43666DC-5739-1BA6-8D64-AC343608E48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E750CDF-81FA-16BC-ED12-E8CBE03635A7}"/>
              </a:ext>
            </a:extLst>
          </p:cNvPr>
          <p:cNvSpPr/>
          <p:nvPr/>
        </p:nvSpPr>
        <p:spPr>
          <a:xfrm>
            <a:off x="1995999" y="331276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1C18118-55DE-A7BB-0FFD-853B5A8B7712}"/>
              </a:ext>
            </a:extLst>
          </p:cNvPr>
          <p:cNvSpPr/>
          <p:nvPr/>
        </p:nvSpPr>
        <p:spPr>
          <a:xfrm>
            <a:off x="3648997" y="331275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AA9912B-4C73-D610-D120-98A1E779699A}"/>
              </a:ext>
            </a:extLst>
          </p:cNvPr>
          <p:cNvSpPr/>
          <p:nvPr/>
        </p:nvSpPr>
        <p:spPr>
          <a:xfrm>
            <a:off x="1995999" y="378081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3C0DA2E-4BD1-2F64-DFE2-7A4CFC5A8553}"/>
              </a:ext>
            </a:extLst>
          </p:cNvPr>
          <p:cNvSpPr/>
          <p:nvPr/>
        </p:nvSpPr>
        <p:spPr>
          <a:xfrm>
            <a:off x="3648997" y="378080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F316387-2EF1-0ECE-8B20-5197590C5E95}"/>
              </a:ext>
            </a:extLst>
          </p:cNvPr>
          <p:cNvSpPr/>
          <p:nvPr/>
        </p:nvSpPr>
        <p:spPr>
          <a:xfrm>
            <a:off x="1995999" y="401694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5A723648-B960-7816-C5A7-DFBD857022C7}"/>
              </a:ext>
            </a:extLst>
          </p:cNvPr>
          <p:cNvSpPr/>
          <p:nvPr/>
        </p:nvSpPr>
        <p:spPr>
          <a:xfrm>
            <a:off x="3648997" y="401693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ED9FD07-4229-98B6-EEA4-81A5E2998DA7}"/>
              </a:ext>
            </a:extLst>
          </p:cNvPr>
          <p:cNvSpPr/>
          <p:nvPr/>
        </p:nvSpPr>
        <p:spPr>
          <a:xfrm>
            <a:off x="1995999" y="425681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한부모가족보호대상확인서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8F2AC61-66EB-8A76-616C-D526DF942E50}"/>
              </a:ext>
            </a:extLst>
          </p:cNvPr>
          <p:cNvSpPr/>
          <p:nvPr/>
        </p:nvSpPr>
        <p:spPr>
          <a:xfrm>
            <a:off x="3648997" y="425680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668129B-7111-903C-023D-A737E72C9BA6}"/>
              </a:ext>
            </a:extLst>
          </p:cNvPr>
          <p:cNvSpPr/>
          <p:nvPr/>
        </p:nvSpPr>
        <p:spPr>
          <a:xfrm>
            <a:off x="1995999" y="448217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장애인증명서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3E5BF07-87A4-E52D-9A9F-27CC448722BA}"/>
              </a:ext>
            </a:extLst>
          </p:cNvPr>
          <p:cNvSpPr/>
          <p:nvPr/>
        </p:nvSpPr>
        <p:spPr>
          <a:xfrm>
            <a:off x="3648997" y="448216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9236F858-0E7B-1AB2-3CCC-48624194C2D6}"/>
              </a:ext>
            </a:extLst>
          </p:cNvPr>
          <p:cNvGrpSpPr/>
          <p:nvPr/>
        </p:nvGrpSpPr>
        <p:grpSpPr>
          <a:xfrm>
            <a:off x="2031280" y="4980216"/>
            <a:ext cx="1105196" cy="128396"/>
            <a:chOff x="3438680" y="4305150"/>
            <a:chExt cx="1105196" cy="128396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2F23554-350E-59F8-E48F-A4D0792FB1C7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2" name="Picture 10">
              <a:extLst>
                <a:ext uri="{FF2B5EF4-FFF2-40B4-BE49-F238E27FC236}">
                  <a16:creationId xmlns:a16="http://schemas.microsoft.com/office/drawing/2014/main" id="{73C5729B-0EB4-5727-3E52-71F50FB9DF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6F5D7C9E-3471-6A6D-DC2C-4ABC0E0173EB}"/>
              </a:ext>
            </a:extLst>
          </p:cNvPr>
          <p:cNvGrpSpPr/>
          <p:nvPr/>
        </p:nvGrpSpPr>
        <p:grpSpPr>
          <a:xfrm>
            <a:off x="3217693" y="4980216"/>
            <a:ext cx="1105196" cy="128396"/>
            <a:chOff x="3438680" y="4305150"/>
            <a:chExt cx="1105196" cy="128396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00FD51B5-658B-12CD-B605-963ADF22DF2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5" name="Picture 10">
              <a:extLst>
                <a:ext uri="{FF2B5EF4-FFF2-40B4-BE49-F238E27FC236}">
                  <a16:creationId xmlns:a16="http://schemas.microsoft.com/office/drawing/2014/main" id="{AA4FA24B-1836-D0E9-4DBD-997F2EF566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0971A16C-7390-DBE7-07EF-181651C319FC}"/>
              </a:ext>
            </a:extLst>
          </p:cNvPr>
          <p:cNvGrpSpPr/>
          <p:nvPr/>
        </p:nvGrpSpPr>
        <p:grpSpPr>
          <a:xfrm>
            <a:off x="1990953" y="2380094"/>
            <a:ext cx="505750" cy="144462"/>
            <a:chOff x="2716253" y="2405617"/>
            <a:chExt cx="505750" cy="144462"/>
          </a:xfrm>
        </p:grpSpPr>
        <p:sp>
          <p:nvSpPr>
            <p:cNvPr id="67" name="Rectangle 191">
              <a:extLst>
                <a:ext uri="{FF2B5EF4-FFF2-40B4-BE49-F238E27FC236}">
                  <a16:creationId xmlns:a16="http://schemas.microsoft.com/office/drawing/2014/main" id="{CE7B9773-C6BC-C770-3565-3D7179B9B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8" name="개체 67">
              <a:extLst>
                <a:ext uri="{FF2B5EF4-FFF2-40B4-BE49-F238E27FC236}">
                  <a16:creationId xmlns:a16="http://schemas.microsoft.com/office/drawing/2014/main" id="{AA376ED0-87E0-093E-0902-385DF92AC26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46" name="개체 45">
                          <a:extLst>
                            <a:ext uri="{FF2B5EF4-FFF2-40B4-BE49-F238E27FC236}">
                              <a16:creationId xmlns:a16="http://schemas.microsoft.com/office/drawing/2014/main" id="{030D45C8-C4A7-0EE9-CD49-8B39B63ABC5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CFA53D47-7EBF-E040-35A2-93CADE340F59}"/>
              </a:ext>
            </a:extLst>
          </p:cNvPr>
          <p:cNvGrpSpPr/>
          <p:nvPr/>
        </p:nvGrpSpPr>
        <p:grpSpPr>
          <a:xfrm>
            <a:off x="2576170" y="2385980"/>
            <a:ext cx="506433" cy="144463"/>
            <a:chOff x="3327015" y="1527346"/>
            <a:chExt cx="506433" cy="144463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A422B0BF-0C4A-23AA-6266-23E20F2D3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105" name="개체 104">
              <a:extLst>
                <a:ext uri="{FF2B5EF4-FFF2-40B4-BE49-F238E27FC236}">
                  <a16:creationId xmlns:a16="http://schemas.microsoft.com/office/drawing/2014/main" id="{C1A1A7B3-3139-2E52-DA15-6F66A09E27A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49" name="개체 48">
                          <a:extLst>
                            <a:ext uri="{FF2B5EF4-FFF2-40B4-BE49-F238E27FC236}">
                              <a16:creationId xmlns:a16="http://schemas.microsoft.com/office/drawing/2014/main" id="{59EBCB00-F7A4-2245-BBF1-C2C99CA9D24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07979E7-A857-4FD5-4C29-F4E45BE3BAF6}"/>
              </a:ext>
            </a:extLst>
          </p:cNvPr>
          <p:cNvSpPr/>
          <p:nvPr/>
        </p:nvSpPr>
        <p:spPr>
          <a:xfrm>
            <a:off x="1995999" y="354888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2E8107B5-3EA4-C8DC-C97E-1DEEF0551835}"/>
              </a:ext>
            </a:extLst>
          </p:cNvPr>
          <p:cNvSpPr/>
          <p:nvPr/>
        </p:nvSpPr>
        <p:spPr>
          <a:xfrm>
            <a:off x="3648997" y="354888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7600D0AB-3F59-928E-059E-D23437788FD4}"/>
              </a:ext>
            </a:extLst>
          </p:cNvPr>
          <p:cNvSpPr/>
          <p:nvPr/>
        </p:nvSpPr>
        <p:spPr>
          <a:xfrm>
            <a:off x="3957404" y="330926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8FEF5DC1-7B56-0C12-AF46-42B01F3643F1}"/>
              </a:ext>
            </a:extLst>
          </p:cNvPr>
          <p:cNvSpPr/>
          <p:nvPr/>
        </p:nvSpPr>
        <p:spPr>
          <a:xfrm>
            <a:off x="3957404" y="354376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3D7346AC-378E-543D-2A42-D8483C3E57F0}"/>
              </a:ext>
            </a:extLst>
          </p:cNvPr>
          <p:cNvSpPr/>
          <p:nvPr/>
        </p:nvSpPr>
        <p:spPr>
          <a:xfrm>
            <a:off x="3957404" y="378080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B3D620-E71E-4B9F-3775-90C441D1E70A}"/>
              </a:ext>
            </a:extLst>
          </p:cNvPr>
          <p:cNvSpPr/>
          <p:nvPr/>
        </p:nvSpPr>
        <p:spPr>
          <a:xfrm>
            <a:off x="3957404" y="401693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084DE2F-E757-D439-6F6E-1837F0226022}"/>
              </a:ext>
            </a:extLst>
          </p:cNvPr>
          <p:cNvSpPr/>
          <p:nvPr/>
        </p:nvSpPr>
        <p:spPr>
          <a:xfrm>
            <a:off x="3957404" y="425460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AA1FE67A-139F-780E-0ADC-7D990BB7CBC3}"/>
              </a:ext>
            </a:extLst>
          </p:cNvPr>
          <p:cNvSpPr/>
          <p:nvPr/>
        </p:nvSpPr>
        <p:spPr>
          <a:xfrm>
            <a:off x="3957404" y="448028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2527D714-0282-F89D-9820-5574FEAD1B97}"/>
              </a:ext>
            </a:extLst>
          </p:cNvPr>
          <p:cNvSpPr/>
          <p:nvPr/>
        </p:nvSpPr>
        <p:spPr>
          <a:xfrm>
            <a:off x="3008403" y="307767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1B96ED68-3692-09CF-224D-9495C6259082}"/>
              </a:ext>
            </a:extLst>
          </p:cNvPr>
          <p:cNvSpPr/>
          <p:nvPr/>
        </p:nvSpPr>
        <p:spPr>
          <a:xfrm>
            <a:off x="4661401" y="307766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00464E24-5231-2EA3-6778-F0713A7F6B6E}"/>
              </a:ext>
            </a:extLst>
          </p:cNvPr>
          <p:cNvSpPr/>
          <p:nvPr/>
        </p:nvSpPr>
        <p:spPr>
          <a:xfrm>
            <a:off x="4969808" y="307765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7" name="Rectangle 191">
            <a:extLst>
              <a:ext uri="{FF2B5EF4-FFF2-40B4-BE49-F238E27FC236}">
                <a16:creationId xmlns:a16="http://schemas.microsoft.com/office/drawing/2014/main" id="{0740AE0B-C3CD-188D-D1BB-85DE161C2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049" y="308663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18" name="Rectangle 191">
            <a:extLst>
              <a:ext uri="{FF2B5EF4-FFF2-40B4-BE49-F238E27FC236}">
                <a16:creationId xmlns:a16="http://schemas.microsoft.com/office/drawing/2014/main" id="{A2DDD59A-5C1E-A91C-4B11-D1EA98043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811" y="3095008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24B47C2-4856-499E-7441-36A1A017EBE6}"/>
              </a:ext>
            </a:extLst>
          </p:cNvPr>
          <p:cNvSpPr/>
          <p:nvPr/>
        </p:nvSpPr>
        <p:spPr>
          <a:xfrm>
            <a:off x="2385143" y="3073650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90653E1E-10F7-D438-472F-59E6CBAFD0B1}"/>
              </a:ext>
            </a:extLst>
          </p:cNvPr>
          <p:cNvSpPr>
            <a:spLocks noChangeAspect="1"/>
          </p:cNvSpPr>
          <p:nvPr/>
        </p:nvSpPr>
        <p:spPr>
          <a:xfrm>
            <a:off x="2823446" y="223527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2D4C9CC4-3FDC-B1C3-7BAA-954893DD1898}"/>
              </a:ext>
            </a:extLst>
          </p:cNvPr>
          <p:cNvSpPr>
            <a:spLocks noChangeAspect="1"/>
          </p:cNvSpPr>
          <p:nvPr/>
        </p:nvSpPr>
        <p:spPr>
          <a:xfrm>
            <a:off x="512127" y="260882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6AD486F1-E04E-AD34-DC8D-5242CB5A28A8}"/>
              </a:ext>
            </a:extLst>
          </p:cNvPr>
          <p:cNvSpPr>
            <a:spLocks noChangeAspect="1"/>
          </p:cNvSpPr>
          <p:nvPr/>
        </p:nvSpPr>
        <p:spPr>
          <a:xfrm>
            <a:off x="512127" y="306849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26ED8B87-CC09-5520-B29F-0A6C813B3122}"/>
              </a:ext>
            </a:extLst>
          </p:cNvPr>
          <p:cNvGrpSpPr/>
          <p:nvPr/>
        </p:nvGrpSpPr>
        <p:grpSpPr>
          <a:xfrm>
            <a:off x="1992268" y="2607710"/>
            <a:ext cx="3660710" cy="144016"/>
            <a:chOff x="2008170" y="2687952"/>
            <a:chExt cx="3660710" cy="144016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807E98A0-F458-E623-CA9A-D2C5B49DC075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BD7CFCD2-CFBE-6F40-F9DE-2F42512513D9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5265ACF-1FAE-F31E-4DA5-E634B582FA12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27" name="Rectangle 191">
              <a:extLst>
                <a:ext uri="{FF2B5EF4-FFF2-40B4-BE49-F238E27FC236}">
                  <a16:creationId xmlns:a16="http://schemas.microsoft.com/office/drawing/2014/main" id="{2623E7EB-2691-EDBB-34D4-5D0461F96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28" name="Rectangle 191">
              <a:extLst>
                <a:ext uri="{FF2B5EF4-FFF2-40B4-BE49-F238E27FC236}">
                  <a16:creationId xmlns:a16="http://schemas.microsoft.com/office/drawing/2014/main" id="{5576BDCA-AE06-D3C7-68C8-335D9E674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99E15BA7-16B2-D4EB-92C4-C1413728174A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824D6EDE-361C-FA08-0A9C-B5614B5E1CA1}"/>
              </a:ext>
            </a:extLst>
          </p:cNvPr>
          <p:cNvSpPr/>
          <p:nvPr/>
        </p:nvSpPr>
        <p:spPr>
          <a:xfrm>
            <a:off x="668524" y="2572572"/>
            <a:ext cx="6121214" cy="471084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BB0775D5-BE79-8C24-47B0-6133CB256206}"/>
              </a:ext>
            </a:extLst>
          </p:cNvPr>
          <p:cNvGrpSpPr/>
          <p:nvPr/>
        </p:nvGrpSpPr>
        <p:grpSpPr>
          <a:xfrm>
            <a:off x="1992820" y="2848453"/>
            <a:ext cx="2704513" cy="144016"/>
            <a:chOff x="1897884" y="2847629"/>
            <a:chExt cx="2704513" cy="144016"/>
          </a:xfrm>
        </p:grpSpPr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CED27427-3609-C4B3-3614-DF64DD8DC5E5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1D757424-2693-DB4F-8121-6A9481BC7093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783B2165-CADE-94FA-602F-95CD662ED751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54456999-489B-E071-992A-1052CEC2F84F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09022B36-47D8-F961-BBF0-0F27B3D6963E}"/>
              </a:ext>
            </a:extLst>
          </p:cNvPr>
          <p:cNvSpPr/>
          <p:nvPr/>
        </p:nvSpPr>
        <p:spPr>
          <a:xfrm>
            <a:off x="668524" y="4688881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43722208-4EF3-1515-B7EF-95966803B8C4}"/>
              </a:ext>
            </a:extLst>
          </p:cNvPr>
          <p:cNvSpPr>
            <a:spLocks noChangeAspect="1"/>
          </p:cNvSpPr>
          <p:nvPr/>
        </p:nvSpPr>
        <p:spPr>
          <a:xfrm>
            <a:off x="512127" y="472068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D92E1CD1-F2F3-56DF-ED96-FE76DD608128}"/>
              </a:ext>
            </a:extLst>
          </p:cNvPr>
          <p:cNvSpPr>
            <a:spLocks noChangeAspect="1"/>
          </p:cNvSpPr>
          <p:nvPr/>
        </p:nvSpPr>
        <p:spPr>
          <a:xfrm>
            <a:off x="512127" y="284706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FF419F23-89D4-818E-753F-B0DE419F5BFB}"/>
              </a:ext>
            </a:extLst>
          </p:cNvPr>
          <p:cNvGrpSpPr/>
          <p:nvPr/>
        </p:nvGrpSpPr>
        <p:grpSpPr>
          <a:xfrm>
            <a:off x="2011811" y="4720685"/>
            <a:ext cx="3233421" cy="147760"/>
            <a:chOff x="2011811" y="4800927"/>
            <a:chExt cx="3233421" cy="147760"/>
          </a:xfrm>
        </p:grpSpPr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ECE14D1E-5AFD-6029-99BD-D7C16ECC560B}"/>
                </a:ext>
              </a:extLst>
            </p:cNvPr>
            <p:cNvGrpSpPr/>
            <p:nvPr/>
          </p:nvGrpSpPr>
          <p:grpSpPr>
            <a:xfrm>
              <a:off x="2858269" y="4804671"/>
              <a:ext cx="2386963" cy="144016"/>
              <a:chOff x="1897884" y="4476806"/>
              <a:chExt cx="2386963" cy="144016"/>
            </a:xfrm>
          </p:grpSpPr>
          <p:sp>
            <p:nvSpPr>
              <p:cNvPr id="145" name="직사각형 144">
                <a:extLst>
                  <a:ext uri="{FF2B5EF4-FFF2-40B4-BE49-F238E27FC236}">
                    <a16:creationId xmlns:a16="http://schemas.microsoft.com/office/drawing/2014/main" id="{A0AC06C3-0F93-456E-9683-CA1167150F89}"/>
                  </a:ext>
                </a:extLst>
              </p:cNvPr>
              <p:cNvSpPr/>
              <p:nvPr/>
            </p:nvSpPr>
            <p:spPr>
              <a:xfrm>
                <a:off x="1897884" y="4476814"/>
                <a:ext cx="1620000" cy="144000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Ins="36000"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6" name="직사각형 145">
                <a:extLst>
                  <a:ext uri="{FF2B5EF4-FFF2-40B4-BE49-F238E27FC236}">
                    <a16:creationId xmlns:a16="http://schemas.microsoft.com/office/drawing/2014/main" id="{1B439E16-B59B-4AE4-34F8-608EEF1FC1BE}"/>
                  </a:ext>
                </a:extLst>
              </p:cNvPr>
              <p:cNvSpPr/>
              <p:nvPr/>
            </p:nvSpPr>
            <p:spPr>
              <a:xfrm>
                <a:off x="3550882" y="4476806"/>
                <a:ext cx="264174" cy="144016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추가</a:t>
                </a:r>
              </a:p>
            </p:txBody>
          </p:sp>
          <p:sp>
            <p:nvSpPr>
              <p:cNvPr id="147" name="직사각형 146">
                <a:extLst>
                  <a:ext uri="{FF2B5EF4-FFF2-40B4-BE49-F238E27FC236}">
                    <a16:creationId xmlns:a16="http://schemas.microsoft.com/office/drawing/2014/main" id="{A89B35FB-41D2-2A36-E616-4447BB550C8C}"/>
                  </a:ext>
                </a:extLst>
              </p:cNvPr>
              <p:cNvSpPr/>
              <p:nvPr/>
            </p:nvSpPr>
            <p:spPr>
              <a:xfrm>
                <a:off x="3859392" y="4476806"/>
                <a:ext cx="425455" cy="144016"/>
              </a:xfrm>
              <a:prstGeom prst="rect">
                <a:avLst/>
              </a:prstGeom>
              <a:solidFill>
                <a:srgbClr val="FFFF00"/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양식받기</a:t>
                </a: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42" name="Rectangle 191">
              <a:extLst>
                <a:ext uri="{FF2B5EF4-FFF2-40B4-BE49-F238E27FC236}">
                  <a16:creationId xmlns:a16="http://schemas.microsoft.com/office/drawing/2014/main" id="{9CC620EF-76F4-177A-42BA-35E3F205D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811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성적</a:t>
              </a: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2A7E4740-4B2D-C45C-F6D4-BD879CE2E563}"/>
                </a:ext>
              </a:extLst>
            </p:cNvPr>
            <p:cNvSpPr/>
            <p:nvPr/>
          </p:nvSpPr>
          <p:spPr>
            <a:xfrm>
              <a:off x="2216445" y="4800927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4.5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4" name="Rectangle 191">
              <a:extLst>
                <a:ext uri="{FF2B5EF4-FFF2-40B4-BE49-F238E27FC236}">
                  <a16:creationId xmlns:a16="http://schemas.microsoft.com/office/drawing/2014/main" id="{2503E3FB-6396-49EE-3A28-CD1459FD0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882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4221076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61B30-5EF4-30AA-7E1B-51D5E43D0D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74C524A-113D-3FFA-F12B-811B285AE67B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414B8C2-284B-A5BF-2878-D4A23A920991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A70F12C4-C322-332D-5E54-EE7E28D055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56572"/>
              </p:ext>
            </p:extLst>
          </p:nvPr>
        </p:nvGraphicFramePr>
        <p:xfrm>
          <a:off x="6969418" y="2548005"/>
          <a:ext cx="2772114" cy="32812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근로자자녀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기업체 재직 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한국노총오산시지부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장학생 추천서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기업체 재직 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재직기간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 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모의 재직기간을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가족인원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가족인원 수를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70B11462-2275-2BA3-E666-E1EBE7D50F7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A1AD95B-ECC5-51D5-640E-4D4BD3E515ED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A5D45FA-D538-0358-2C43-9FB91E80C507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9924218-1915-236A-A040-B84C2C8EBB2D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34F4707E-D9C8-ACB9-B692-2BD8FCA5E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74AB732B-124B-9D24-CC2C-8C089C54641D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981140A-5ACC-C70F-FE50-9FE96C32CA2B}"/>
              </a:ext>
            </a:extLst>
          </p:cNvPr>
          <p:cNvSpPr/>
          <p:nvPr/>
        </p:nvSpPr>
        <p:spPr>
          <a:xfrm>
            <a:off x="6397011" y="5715276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1279C0EA-83AF-9E6E-2421-8D8BFE145314}"/>
              </a:ext>
            </a:extLst>
          </p:cNvPr>
          <p:cNvSpPr/>
          <p:nvPr/>
        </p:nvSpPr>
        <p:spPr>
          <a:xfrm>
            <a:off x="5936915" y="5715276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B2C7716-DE8C-D650-02DA-32779D508B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8664560"/>
              </p:ext>
            </p:extLst>
          </p:nvPr>
        </p:nvGraphicFramePr>
        <p:xfrm>
          <a:off x="275976" y="1644308"/>
          <a:ext cx="6513760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5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8172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5730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기업체 재직증명서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19183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한국노총오산시지부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장학생추천서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629346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108985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69" name="그룹 68">
            <a:extLst>
              <a:ext uri="{FF2B5EF4-FFF2-40B4-BE49-F238E27FC236}">
                <a16:creationId xmlns:a16="http://schemas.microsoft.com/office/drawing/2014/main" id="{29451476-1EE0-0297-4696-93136FE86EFE}"/>
              </a:ext>
            </a:extLst>
          </p:cNvPr>
          <p:cNvGrpSpPr/>
          <p:nvPr/>
        </p:nvGrpSpPr>
        <p:grpSpPr>
          <a:xfrm>
            <a:off x="4043512" y="2395602"/>
            <a:ext cx="775054" cy="144462"/>
            <a:chOff x="2716253" y="2405617"/>
            <a:chExt cx="775054" cy="144462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795C0B85-4497-3157-9560-315B13646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76" name="개체 75">
              <a:extLst>
                <a:ext uri="{FF2B5EF4-FFF2-40B4-BE49-F238E27FC236}">
                  <a16:creationId xmlns:a16="http://schemas.microsoft.com/office/drawing/2014/main" id="{D7080816-E620-B300-3FEB-C1635FA9A17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84" name="개체 183">
                          <a:extLst>
                            <a:ext uri="{FF2B5EF4-FFF2-40B4-BE49-F238E27FC236}">
                              <a16:creationId xmlns:a16="http://schemas.microsoft.com/office/drawing/2014/main" id="{66790F31-8B51-9A0F-ECDF-D2710C2540D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2EFE34BF-0D95-F55E-3030-FFEB092D4421}"/>
              </a:ext>
            </a:extLst>
          </p:cNvPr>
          <p:cNvGrpSpPr/>
          <p:nvPr/>
        </p:nvGrpSpPr>
        <p:grpSpPr>
          <a:xfrm>
            <a:off x="4874173" y="2395602"/>
            <a:ext cx="775054" cy="144462"/>
            <a:chOff x="2716253" y="2405617"/>
            <a:chExt cx="775054" cy="144462"/>
          </a:xfrm>
        </p:grpSpPr>
        <p:sp>
          <p:nvSpPr>
            <p:cNvPr id="78" name="Rectangle 191">
              <a:extLst>
                <a:ext uri="{FF2B5EF4-FFF2-40B4-BE49-F238E27FC236}">
                  <a16:creationId xmlns:a16="http://schemas.microsoft.com/office/drawing/2014/main" id="{E5A5A26B-8AA3-DEE0-3C89-CE153927A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79" name="개체 78">
              <a:extLst>
                <a:ext uri="{FF2B5EF4-FFF2-40B4-BE49-F238E27FC236}">
                  <a16:creationId xmlns:a16="http://schemas.microsoft.com/office/drawing/2014/main" id="{1EE3549B-3D56-59CB-C622-EBC145FE271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87" name="개체 186">
                          <a:extLst>
                            <a:ext uri="{FF2B5EF4-FFF2-40B4-BE49-F238E27FC236}">
                              <a16:creationId xmlns:a16="http://schemas.microsoft.com/office/drawing/2014/main" id="{9A8EFF4B-E511-6C21-752D-F0C57F6314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42DE7F03-C57A-D590-A83F-6EF53DF23F2E}"/>
              </a:ext>
            </a:extLst>
          </p:cNvPr>
          <p:cNvSpPr/>
          <p:nvPr/>
        </p:nvSpPr>
        <p:spPr>
          <a:xfrm>
            <a:off x="2240076" y="379637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3B580791-3B6E-7F21-EE2B-F61BD8A527EA}"/>
              </a:ext>
            </a:extLst>
          </p:cNvPr>
          <p:cNvSpPr/>
          <p:nvPr/>
        </p:nvSpPr>
        <p:spPr>
          <a:xfrm>
            <a:off x="3893074" y="379637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CE4503C-843C-F3E2-2870-49D2014A0154}"/>
              </a:ext>
            </a:extLst>
          </p:cNvPr>
          <p:cNvSpPr/>
          <p:nvPr/>
        </p:nvSpPr>
        <p:spPr>
          <a:xfrm>
            <a:off x="2240076" y="427300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A97FAEF-FE45-5873-473E-D1562CDEFEB9}"/>
              </a:ext>
            </a:extLst>
          </p:cNvPr>
          <p:cNvSpPr/>
          <p:nvPr/>
        </p:nvSpPr>
        <p:spPr>
          <a:xfrm>
            <a:off x="3893074" y="427299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47C8B8CE-F51F-195C-DFD8-AD14A756D665}"/>
              </a:ext>
            </a:extLst>
          </p:cNvPr>
          <p:cNvSpPr/>
          <p:nvPr/>
        </p:nvSpPr>
        <p:spPr>
          <a:xfrm>
            <a:off x="2240076" y="450912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325F02D3-546A-E02D-063F-E481FFF5DE40}"/>
              </a:ext>
            </a:extLst>
          </p:cNvPr>
          <p:cNvSpPr/>
          <p:nvPr/>
        </p:nvSpPr>
        <p:spPr>
          <a:xfrm>
            <a:off x="3893074" y="450912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28002EA0-FDFB-F089-663A-9BEBB20663BD}"/>
              </a:ext>
            </a:extLst>
          </p:cNvPr>
          <p:cNvSpPr/>
          <p:nvPr/>
        </p:nvSpPr>
        <p:spPr>
          <a:xfrm>
            <a:off x="2240076" y="47395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한부모가족보호대상확인서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1DB22593-0DEF-4705-8A6E-E948B3B6B29B}"/>
              </a:ext>
            </a:extLst>
          </p:cNvPr>
          <p:cNvSpPr/>
          <p:nvPr/>
        </p:nvSpPr>
        <p:spPr>
          <a:xfrm>
            <a:off x="3893074" y="47395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F47ACFA-8A02-4FF0-7513-0F5F2CD0F1C5}"/>
              </a:ext>
            </a:extLst>
          </p:cNvPr>
          <p:cNvSpPr/>
          <p:nvPr/>
        </p:nvSpPr>
        <p:spPr>
          <a:xfrm>
            <a:off x="2240076" y="497906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장애인증명서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CC490CB-C9C1-8061-4BC2-5550FD76C082}"/>
              </a:ext>
            </a:extLst>
          </p:cNvPr>
          <p:cNvSpPr/>
          <p:nvPr/>
        </p:nvSpPr>
        <p:spPr>
          <a:xfrm>
            <a:off x="3893074" y="497905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D1976355-5AF8-A9D0-7B21-967EFD30388A}"/>
              </a:ext>
            </a:extLst>
          </p:cNvPr>
          <p:cNvGrpSpPr/>
          <p:nvPr/>
        </p:nvGrpSpPr>
        <p:grpSpPr>
          <a:xfrm>
            <a:off x="2275357" y="5461347"/>
            <a:ext cx="1105196" cy="128396"/>
            <a:chOff x="3438680" y="4305150"/>
            <a:chExt cx="1105196" cy="128396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1A7E025-1BF4-FD2B-8F7D-6536DA1932BE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2" name="Picture 10">
              <a:extLst>
                <a:ext uri="{FF2B5EF4-FFF2-40B4-BE49-F238E27FC236}">
                  <a16:creationId xmlns:a16="http://schemas.microsoft.com/office/drawing/2014/main" id="{991FEFDF-8414-5A24-1CEA-9122B92ABF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79134A2F-BAE3-4E85-0C7A-C5C2E8D4541C}"/>
              </a:ext>
            </a:extLst>
          </p:cNvPr>
          <p:cNvGrpSpPr/>
          <p:nvPr/>
        </p:nvGrpSpPr>
        <p:grpSpPr>
          <a:xfrm>
            <a:off x="3461770" y="5461347"/>
            <a:ext cx="1105196" cy="128396"/>
            <a:chOff x="3438680" y="4305150"/>
            <a:chExt cx="1105196" cy="128396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3CF9ABA7-F23C-8E0F-D975-61161C41357D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5" name="Picture 10">
              <a:extLst>
                <a:ext uri="{FF2B5EF4-FFF2-40B4-BE49-F238E27FC236}">
                  <a16:creationId xmlns:a16="http://schemas.microsoft.com/office/drawing/2014/main" id="{819E3F7B-7217-F862-B736-FCCDFB707B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CC0CC172-53FF-F259-4589-59F58B5E12F6}"/>
              </a:ext>
            </a:extLst>
          </p:cNvPr>
          <p:cNvGrpSpPr/>
          <p:nvPr/>
        </p:nvGrpSpPr>
        <p:grpSpPr>
          <a:xfrm>
            <a:off x="2235030" y="2395602"/>
            <a:ext cx="505750" cy="144462"/>
            <a:chOff x="2716253" y="2405617"/>
            <a:chExt cx="505750" cy="144462"/>
          </a:xfrm>
        </p:grpSpPr>
        <p:sp>
          <p:nvSpPr>
            <p:cNvPr id="97" name="Rectangle 191">
              <a:extLst>
                <a:ext uri="{FF2B5EF4-FFF2-40B4-BE49-F238E27FC236}">
                  <a16:creationId xmlns:a16="http://schemas.microsoft.com/office/drawing/2014/main" id="{DBB141F1-3248-CC8A-26CC-04646E16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98" name="개체 97">
              <a:extLst>
                <a:ext uri="{FF2B5EF4-FFF2-40B4-BE49-F238E27FC236}">
                  <a16:creationId xmlns:a16="http://schemas.microsoft.com/office/drawing/2014/main" id="{AC384C4C-5077-8ADC-632E-31B0CB22335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14" name="개체 213">
                          <a:extLst>
                            <a:ext uri="{FF2B5EF4-FFF2-40B4-BE49-F238E27FC236}">
                              <a16:creationId xmlns:a16="http://schemas.microsoft.com/office/drawing/2014/main" id="{22261ED3-03D0-9448-99AF-77AA0123507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EDDF8A59-5FA5-0902-52CB-3729CBC0E864}"/>
              </a:ext>
            </a:extLst>
          </p:cNvPr>
          <p:cNvSpPr/>
          <p:nvPr/>
        </p:nvSpPr>
        <p:spPr>
          <a:xfrm>
            <a:off x="2240076" y="403430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FA7FE54-00A8-80C3-D64D-5542FC7F4AC2}"/>
              </a:ext>
            </a:extLst>
          </p:cNvPr>
          <p:cNvSpPr/>
          <p:nvPr/>
        </p:nvSpPr>
        <p:spPr>
          <a:xfrm>
            <a:off x="3893074" y="403429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5F312B0-91F9-B62F-F2FB-54E4C3F09789}"/>
              </a:ext>
            </a:extLst>
          </p:cNvPr>
          <p:cNvSpPr/>
          <p:nvPr/>
        </p:nvSpPr>
        <p:spPr>
          <a:xfrm>
            <a:off x="4201481" y="379324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C2212B03-5389-B65E-828F-8ABEA1E9B2D1}"/>
              </a:ext>
            </a:extLst>
          </p:cNvPr>
          <p:cNvSpPr/>
          <p:nvPr/>
        </p:nvSpPr>
        <p:spPr>
          <a:xfrm>
            <a:off x="4201481" y="402891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10748E2-1A0B-7854-1EE9-2A21DDD4FDFC}"/>
              </a:ext>
            </a:extLst>
          </p:cNvPr>
          <p:cNvSpPr/>
          <p:nvPr/>
        </p:nvSpPr>
        <p:spPr>
          <a:xfrm>
            <a:off x="4201481" y="427299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3BA14F5-BE04-7BB9-61B2-AD03C7D01732}"/>
              </a:ext>
            </a:extLst>
          </p:cNvPr>
          <p:cNvSpPr/>
          <p:nvPr/>
        </p:nvSpPr>
        <p:spPr>
          <a:xfrm>
            <a:off x="4201481" y="450912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C943B3B-639D-7715-9795-94B88CAACBA5}"/>
              </a:ext>
            </a:extLst>
          </p:cNvPr>
          <p:cNvSpPr/>
          <p:nvPr/>
        </p:nvSpPr>
        <p:spPr>
          <a:xfrm>
            <a:off x="4201481" y="473729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F2589625-AD5B-876F-CD8A-3DD9E48FE4FC}"/>
              </a:ext>
            </a:extLst>
          </p:cNvPr>
          <p:cNvSpPr/>
          <p:nvPr/>
        </p:nvSpPr>
        <p:spPr>
          <a:xfrm>
            <a:off x="4201481" y="497717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2086E0D8-05F1-52B4-FDFF-D8B6F7DB4659}"/>
              </a:ext>
            </a:extLst>
          </p:cNvPr>
          <p:cNvGrpSpPr/>
          <p:nvPr/>
        </p:nvGrpSpPr>
        <p:grpSpPr>
          <a:xfrm>
            <a:off x="2819969" y="2395602"/>
            <a:ext cx="505750" cy="144462"/>
            <a:chOff x="2716253" y="2405617"/>
            <a:chExt cx="505750" cy="144462"/>
          </a:xfrm>
        </p:grpSpPr>
        <p:sp>
          <p:nvSpPr>
            <p:cNvPr id="111" name="Rectangle 191">
              <a:extLst>
                <a:ext uri="{FF2B5EF4-FFF2-40B4-BE49-F238E27FC236}">
                  <a16:creationId xmlns:a16="http://schemas.microsoft.com/office/drawing/2014/main" id="{1437611E-C012-A7B3-986E-12236F47D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112" name="개체 111">
              <a:extLst>
                <a:ext uri="{FF2B5EF4-FFF2-40B4-BE49-F238E27FC236}">
                  <a16:creationId xmlns:a16="http://schemas.microsoft.com/office/drawing/2014/main" id="{89E16350-2D5B-13B7-0CB2-12A685CCD12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28" name="개체 227">
                          <a:extLst>
                            <a:ext uri="{FF2B5EF4-FFF2-40B4-BE49-F238E27FC236}">
                              <a16:creationId xmlns:a16="http://schemas.microsoft.com/office/drawing/2014/main" id="{009F3A81-6D5E-57F5-A5EB-936C128B3F5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DF440367-9D08-897C-C0F7-FD76D005FE6F}"/>
              </a:ext>
            </a:extLst>
          </p:cNvPr>
          <p:cNvGrpSpPr/>
          <p:nvPr/>
        </p:nvGrpSpPr>
        <p:grpSpPr>
          <a:xfrm>
            <a:off x="3391704" y="2401488"/>
            <a:ext cx="596201" cy="144463"/>
            <a:chOff x="3327015" y="1527346"/>
            <a:chExt cx="596201" cy="144463"/>
          </a:xfrm>
        </p:grpSpPr>
        <p:sp>
          <p:nvSpPr>
            <p:cNvPr id="120" name="Rectangle 191">
              <a:extLst>
                <a:ext uri="{FF2B5EF4-FFF2-40B4-BE49-F238E27FC236}">
                  <a16:creationId xmlns:a16="http://schemas.microsoft.com/office/drawing/2014/main" id="{224F00CB-8E9D-7E3C-179C-274C34A4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21" name="개체 120">
              <a:extLst>
                <a:ext uri="{FF2B5EF4-FFF2-40B4-BE49-F238E27FC236}">
                  <a16:creationId xmlns:a16="http://schemas.microsoft.com/office/drawing/2014/main" id="{53AAC8B2-B9CB-64D4-C2C9-1D3448D1F33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231" name="개체 230">
                          <a:extLst>
                            <a:ext uri="{FF2B5EF4-FFF2-40B4-BE49-F238E27FC236}">
                              <a16:creationId xmlns:a16="http://schemas.microsoft.com/office/drawing/2014/main" id="{25BF2C32-D9FA-2256-CE8A-02AF5387441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77A60647-81F2-67BF-512A-D17A7EB8BFB8}"/>
              </a:ext>
            </a:extLst>
          </p:cNvPr>
          <p:cNvSpPr/>
          <p:nvPr/>
        </p:nvSpPr>
        <p:spPr>
          <a:xfrm>
            <a:off x="2240076" y="309282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한국노총오산시지부장학생추천서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34FD913-02C2-10B1-C00E-C6479B808D3D}"/>
              </a:ext>
            </a:extLst>
          </p:cNvPr>
          <p:cNvSpPr/>
          <p:nvPr/>
        </p:nvSpPr>
        <p:spPr>
          <a:xfrm>
            <a:off x="3893074" y="309282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08A96801-BDB1-087A-3777-55B329163D0F}"/>
              </a:ext>
            </a:extLst>
          </p:cNvPr>
          <p:cNvSpPr/>
          <p:nvPr/>
        </p:nvSpPr>
        <p:spPr>
          <a:xfrm>
            <a:off x="4201481" y="309281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ED24C6C-523E-FD97-E4E5-E3A5D4F85B46}"/>
              </a:ext>
            </a:extLst>
          </p:cNvPr>
          <p:cNvSpPr/>
          <p:nvPr/>
        </p:nvSpPr>
        <p:spPr>
          <a:xfrm>
            <a:off x="3314733" y="262185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기업체재직증명서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317DD1E-4F07-18C6-5EDB-133602F227BF}"/>
              </a:ext>
            </a:extLst>
          </p:cNvPr>
          <p:cNvSpPr/>
          <p:nvPr/>
        </p:nvSpPr>
        <p:spPr>
          <a:xfrm>
            <a:off x="4967731" y="262184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9211091F-BA70-005C-860A-30014E56DF83}"/>
              </a:ext>
            </a:extLst>
          </p:cNvPr>
          <p:cNvSpPr/>
          <p:nvPr/>
        </p:nvSpPr>
        <p:spPr>
          <a:xfrm>
            <a:off x="5276138" y="262183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0" name="Rectangle 191">
            <a:extLst>
              <a:ext uri="{FF2B5EF4-FFF2-40B4-BE49-F238E27FC236}">
                <a16:creationId xmlns:a16="http://schemas.microsoft.com/office/drawing/2014/main" id="{51DE0B5F-3BCC-5BBF-A6BF-C0F03A203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2981" y="2644292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재직기간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9A3C7BF-E680-A5EE-8E82-BB8F510B2EB3}"/>
              </a:ext>
            </a:extLst>
          </p:cNvPr>
          <p:cNvSpPr/>
          <p:nvPr/>
        </p:nvSpPr>
        <p:spPr>
          <a:xfrm>
            <a:off x="2626874" y="2622934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2" name="Rectangle 191">
            <a:extLst>
              <a:ext uri="{FF2B5EF4-FFF2-40B4-BE49-F238E27FC236}">
                <a16:creationId xmlns:a16="http://schemas.microsoft.com/office/drawing/2014/main" id="{EEFEF051-F270-5BBA-BB77-C5A288A67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7077" y="264429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307F8485-83BD-2072-1CBF-8FE6BB9AEB88}"/>
              </a:ext>
            </a:extLst>
          </p:cNvPr>
          <p:cNvSpPr/>
          <p:nvPr/>
        </p:nvSpPr>
        <p:spPr>
          <a:xfrm>
            <a:off x="3319181" y="286357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13823F07-77AD-70A1-8EF2-9AB2D60F5B64}"/>
              </a:ext>
            </a:extLst>
          </p:cNvPr>
          <p:cNvSpPr/>
          <p:nvPr/>
        </p:nvSpPr>
        <p:spPr>
          <a:xfrm>
            <a:off x="4972179" y="286356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64DB2C90-1C96-1E26-BFC2-630B40001282}"/>
              </a:ext>
            </a:extLst>
          </p:cNvPr>
          <p:cNvSpPr/>
          <p:nvPr/>
        </p:nvSpPr>
        <p:spPr>
          <a:xfrm>
            <a:off x="5280586" y="286355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6" name="Rectangle 191">
            <a:extLst>
              <a:ext uri="{FF2B5EF4-FFF2-40B4-BE49-F238E27FC236}">
                <a16:creationId xmlns:a16="http://schemas.microsoft.com/office/drawing/2014/main" id="{D40C0242-4853-89C7-CA5C-D7102A693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7429" y="2882245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가족인원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F23B2F49-7F49-9570-C6AC-A2CE8DBCA540}"/>
              </a:ext>
            </a:extLst>
          </p:cNvPr>
          <p:cNvSpPr/>
          <p:nvPr/>
        </p:nvSpPr>
        <p:spPr>
          <a:xfrm>
            <a:off x="2631322" y="2860887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8" name="Rectangle 191">
            <a:extLst>
              <a:ext uri="{FF2B5EF4-FFF2-40B4-BE49-F238E27FC236}">
                <a16:creationId xmlns:a16="http://schemas.microsoft.com/office/drawing/2014/main" id="{191C3307-93A5-9BFE-2D28-DF5272CD8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525" y="288224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4B60C3A3-61A4-A62B-D2DA-782DB59E5F2D}"/>
              </a:ext>
            </a:extLst>
          </p:cNvPr>
          <p:cNvSpPr/>
          <p:nvPr/>
        </p:nvSpPr>
        <p:spPr>
          <a:xfrm>
            <a:off x="3259961" y="356571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4A4CFD94-177B-35A3-D7CB-206C208880BF}"/>
              </a:ext>
            </a:extLst>
          </p:cNvPr>
          <p:cNvSpPr/>
          <p:nvPr/>
        </p:nvSpPr>
        <p:spPr>
          <a:xfrm>
            <a:off x="4912959" y="356570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49DBE5D2-6585-32A3-EA29-086AD9894AFB}"/>
              </a:ext>
            </a:extLst>
          </p:cNvPr>
          <p:cNvSpPr/>
          <p:nvPr/>
        </p:nvSpPr>
        <p:spPr>
          <a:xfrm>
            <a:off x="5221366" y="356569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42" name="Rectangle 191">
            <a:extLst>
              <a:ext uri="{FF2B5EF4-FFF2-40B4-BE49-F238E27FC236}">
                <a16:creationId xmlns:a16="http://schemas.microsoft.com/office/drawing/2014/main" id="{ABABA079-9BA2-DFB7-4A3B-7F777BC46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5690" y="358099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3" name="Rectangle 191">
            <a:extLst>
              <a:ext uri="{FF2B5EF4-FFF2-40B4-BE49-F238E27FC236}">
                <a16:creationId xmlns:a16="http://schemas.microsoft.com/office/drawing/2014/main" id="{2B964248-32A8-BD9C-E585-3F76380E0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0452" y="3581416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0D533365-A8D8-EC23-650B-A37DF60D0A88}"/>
              </a:ext>
            </a:extLst>
          </p:cNvPr>
          <p:cNvSpPr/>
          <p:nvPr/>
        </p:nvSpPr>
        <p:spPr>
          <a:xfrm>
            <a:off x="2633784" y="3560058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0197CB29-3D69-F054-9489-54DD3F4F6BAD}"/>
              </a:ext>
            </a:extLst>
          </p:cNvPr>
          <p:cNvSpPr>
            <a:spLocks noChangeAspect="1"/>
          </p:cNvSpPr>
          <p:nvPr/>
        </p:nvSpPr>
        <p:spPr>
          <a:xfrm>
            <a:off x="3725790" y="225190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43D9F99-ECC5-EF18-8AB2-A1D9C6580B4F}"/>
              </a:ext>
            </a:extLst>
          </p:cNvPr>
          <p:cNvSpPr>
            <a:spLocks noChangeAspect="1"/>
          </p:cNvSpPr>
          <p:nvPr/>
        </p:nvSpPr>
        <p:spPr>
          <a:xfrm>
            <a:off x="512127" y="26130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E3D5FC8E-520A-3505-AD8E-274C04323234}"/>
              </a:ext>
            </a:extLst>
          </p:cNvPr>
          <p:cNvSpPr>
            <a:spLocks noChangeAspect="1"/>
          </p:cNvSpPr>
          <p:nvPr/>
        </p:nvSpPr>
        <p:spPr>
          <a:xfrm>
            <a:off x="512127" y="285365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B8D71FCB-342F-A4F5-CAC6-5E1934499E7A}"/>
              </a:ext>
            </a:extLst>
          </p:cNvPr>
          <p:cNvSpPr>
            <a:spLocks noChangeAspect="1"/>
          </p:cNvSpPr>
          <p:nvPr/>
        </p:nvSpPr>
        <p:spPr>
          <a:xfrm>
            <a:off x="512127" y="309282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AC876ECF-B541-A4F8-0BFF-393592A04A82}"/>
              </a:ext>
            </a:extLst>
          </p:cNvPr>
          <p:cNvSpPr>
            <a:spLocks noChangeAspect="1"/>
          </p:cNvSpPr>
          <p:nvPr/>
        </p:nvSpPr>
        <p:spPr>
          <a:xfrm>
            <a:off x="512127" y="355077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C9361F5B-A3A9-FB27-792D-334AEF4DEE14}"/>
              </a:ext>
            </a:extLst>
          </p:cNvPr>
          <p:cNvGrpSpPr/>
          <p:nvPr/>
        </p:nvGrpSpPr>
        <p:grpSpPr>
          <a:xfrm>
            <a:off x="2248768" y="3328939"/>
            <a:ext cx="2704513" cy="144016"/>
            <a:chOff x="1897884" y="2847629"/>
            <a:chExt cx="2704513" cy="144016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75BE659A-CA50-BE6F-C819-1655B3C8D69D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670AB0C2-1BD6-6E49-0258-BA5D2B8775E7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66EF29A0-99AA-9B06-BED3-EE7CB11622D9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2DAF9322-7F65-7A53-95B6-BDE21C612796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76B7959D-07FE-9DA0-A916-AA0066266334}"/>
              </a:ext>
            </a:extLst>
          </p:cNvPr>
          <p:cNvSpPr/>
          <p:nvPr/>
        </p:nvSpPr>
        <p:spPr>
          <a:xfrm>
            <a:off x="668524" y="3289293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10E14206-F4EF-82BE-7269-15A6C25D4FF2}"/>
              </a:ext>
            </a:extLst>
          </p:cNvPr>
          <p:cNvSpPr>
            <a:spLocks noChangeAspect="1"/>
          </p:cNvSpPr>
          <p:nvPr/>
        </p:nvSpPr>
        <p:spPr>
          <a:xfrm>
            <a:off x="512127" y="333530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C78182CA-FDE6-55B2-16D5-0C42F9C73CC1}"/>
              </a:ext>
            </a:extLst>
          </p:cNvPr>
          <p:cNvSpPr/>
          <p:nvPr/>
        </p:nvSpPr>
        <p:spPr>
          <a:xfrm>
            <a:off x="668524" y="5173118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7E82F8EE-D041-05A0-A0C5-B52E92DFBBFB}"/>
              </a:ext>
            </a:extLst>
          </p:cNvPr>
          <p:cNvSpPr>
            <a:spLocks noChangeAspect="1"/>
          </p:cNvSpPr>
          <p:nvPr/>
        </p:nvSpPr>
        <p:spPr>
          <a:xfrm>
            <a:off x="512127" y="521913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EEDFE094-2168-15FC-E624-44C18CDD722C}"/>
              </a:ext>
            </a:extLst>
          </p:cNvPr>
          <p:cNvGrpSpPr/>
          <p:nvPr/>
        </p:nvGrpSpPr>
        <p:grpSpPr>
          <a:xfrm>
            <a:off x="2243737" y="5205354"/>
            <a:ext cx="3233421" cy="147760"/>
            <a:chOff x="2011811" y="4800927"/>
            <a:chExt cx="3233421" cy="147760"/>
          </a:xfrm>
        </p:grpSpPr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9DA8EF5E-03DD-6D39-1DB5-F188C10B1D27}"/>
                </a:ext>
              </a:extLst>
            </p:cNvPr>
            <p:cNvGrpSpPr/>
            <p:nvPr/>
          </p:nvGrpSpPr>
          <p:grpSpPr>
            <a:xfrm>
              <a:off x="2858269" y="4804671"/>
              <a:ext cx="2386963" cy="144016"/>
              <a:chOff x="1897884" y="4476806"/>
              <a:chExt cx="2386963" cy="144016"/>
            </a:xfrm>
          </p:grpSpPr>
          <p:sp>
            <p:nvSpPr>
              <p:cNvPr id="165" name="직사각형 164">
                <a:extLst>
                  <a:ext uri="{FF2B5EF4-FFF2-40B4-BE49-F238E27FC236}">
                    <a16:creationId xmlns:a16="http://schemas.microsoft.com/office/drawing/2014/main" id="{F1CA47F9-9FB7-7DEF-2518-9D60D4C63CA1}"/>
                  </a:ext>
                </a:extLst>
              </p:cNvPr>
              <p:cNvSpPr/>
              <p:nvPr/>
            </p:nvSpPr>
            <p:spPr>
              <a:xfrm>
                <a:off x="1897884" y="4476814"/>
                <a:ext cx="1620000" cy="144000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Ins="36000"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66" name="직사각형 165">
                <a:extLst>
                  <a:ext uri="{FF2B5EF4-FFF2-40B4-BE49-F238E27FC236}">
                    <a16:creationId xmlns:a16="http://schemas.microsoft.com/office/drawing/2014/main" id="{DAFE0934-411B-28AE-B431-68130BCBEAD5}"/>
                  </a:ext>
                </a:extLst>
              </p:cNvPr>
              <p:cNvSpPr/>
              <p:nvPr/>
            </p:nvSpPr>
            <p:spPr>
              <a:xfrm>
                <a:off x="3550882" y="4476806"/>
                <a:ext cx="264174" cy="144016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추가</a:t>
                </a:r>
              </a:p>
            </p:txBody>
          </p:sp>
          <p:sp>
            <p:nvSpPr>
              <p:cNvPr id="167" name="직사각형 166">
                <a:extLst>
                  <a:ext uri="{FF2B5EF4-FFF2-40B4-BE49-F238E27FC236}">
                    <a16:creationId xmlns:a16="http://schemas.microsoft.com/office/drawing/2014/main" id="{2B58B514-045C-375C-B1B7-82C44537FB3F}"/>
                  </a:ext>
                </a:extLst>
              </p:cNvPr>
              <p:cNvSpPr/>
              <p:nvPr/>
            </p:nvSpPr>
            <p:spPr>
              <a:xfrm>
                <a:off x="3859392" y="4476806"/>
                <a:ext cx="425455" cy="144016"/>
              </a:xfrm>
              <a:prstGeom prst="rect">
                <a:avLst/>
              </a:prstGeom>
              <a:solidFill>
                <a:srgbClr val="FFFF00"/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양식받기</a:t>
                </a: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62" name="Rectangle 191">
              <a:extLst>
                <a:ext uri="{FF2B5EF4-FFF2-40B4-BE49-F238E27FC236}">
                  <a16:creationId xmlns:a16="http://schemas.microsoft.com/office/drawing/2014/main" id="{98C52E30-4357-15C1-01D2-0D35DFED5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811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성적</a:t>
              </a: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2D3D2F84-36FB-6896-86AD-578550A4C4DF}"/>
                </a:ext>
              </a:extLst>
            </p:cNvPr>
            <p:cNvSpPr/>
            <p:nvPr/>
          </p:nvSpPr>
          <p:spPr>
            <a:xfrm>
              <a:off x="2216445" y="4800927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4.5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4" name="Rectangle 191">
              <a:extLst>
                <a:ext uri="{FF2B5EF4-FFF2-40B4-BE49-F238E27FC236}">
                  <a16:creationId xmlns:a16="http://schemas.microsoft.com/office/drawing/2014/main" id="{545168DA-FEDC-665C-3A02-587476B44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882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618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50F64-E8AA-FD2C-251C-866B6E5C26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21C7177-8675-6A3B-C620-BE02B9EDB451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3CC206B-FF2B-2D0E-E5C4-496E6579DEDF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2C2D902-CD3F-0303-B80F-8B8FB4FF9C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55529"/>
              </p:ext>
            </p:extLst>
          </p:nvPr>
        </p:nvGraphicFramePr>
        <p:xfrm>
          <a:off x="6969418" y="2548005"/>
          <a:ext cx="2772114" cy="116285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성적을 입력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A2BDA8B7-E41B-37B6-3E92-ABCAC907274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30F6E6A-C68B-9DEE-E679-6D310C392D03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D1BB96D-6585-DBB6-314A-0AA2C9162947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6EA431E8-6714-F11D-BFCD-289E218A65B1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6716EF9B-74B4-9F83-1210-CA54B0928A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EF3C3ABD-3872-70E9-3FA3-E98A65673D7B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96C9E3E-95BF-7C6D-4C27-51D1E4F73178}"/>
              </a:ext>
            </a:extLst>
          </p:cNvPr>
          <p:cNvSpPr/>
          <p:nvPr/>
        </p:nvSpPr>
        <p:spPr>
          <a:xfrm>
            <a:off x="6397011" y="5715276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7127F67-784A-81A4-53B7-D800BD8224C7}"/>
              </a:ext>
            </a:extLst>
          </p:cNvPr>
          <p:cNvSpPr/>
          <p:nvPr/>
        </p:nvSpPr>
        <p:spPr>
          <a:xfrm>
            <a:off x="5936915" y="5715276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C9F4646-8506-76FF-4CDE-C343EF1EFB4A}"/>
              </a:ext>
            </a:extLst>
          </p:cNvPr>
          <p:cNvGraphicFramePr>
            <a:graphicFrameLocks noGrp="1"/>
          </p:cNvGraphicFramePr>
          <p:nvPr/>
        </p:nvGraphicFramePr>
        <p:xfrm>
          <a:off x="275976" y="1644308"/>
          <a:ext cx="6513760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5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8172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5730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기업체 재직증명서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19183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한국노총오산시지부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장학생추천서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629346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108985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69" name="그룹 68">
            <a:extLst>
              <a:ext uri="{FF2B5EF4-FFF2-40B4-BE49-F238E27FC236}">
                <a16:creationId xmlns:a16="http://schemas.microsoft.com/office/drawing/2014/main" id="{0BD40151-8E70-DBF5-1CBF-32C195BF8C4D}"/>
              </a:ext>
            </a:extLst>
          </p:cNvPr>
          <p:cNvGrpSpPr/>
          <p:nvPr/>
        </p:nvGrpSpPr>
        <p:grpSpPr>
          <a:xfrm>
            <a:off x="4043512" y="2395602"/>
            <a:ext cx="775054" cy="144462"/>
            <a:chOff x="2716253" y="2405617"/>
            <a:chExt cx="775054" cy="144462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05798463-B930-50B5-55AB-48CF3411A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76" name="개체 75">
              <a:extLst>
                <a:ext uri="{FF2B5EF4-FFF2-40B4-BE49-F238E27FC236}">
                  <a16:creationId xmlns:a16="http://schemas.microsoft.com/office/drawing/2014/main" id="{686F20E9-DDF9-8440-B072-D61352A8230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6" name="개체 75">
                          <a:extLst>
                            <a:ext uri="{FF2B5EF4-FFF2-40B4-BE49-F238E27FC236}">
                              <a16:creationId xmlns:a16="http://schemas.microsoft.com/office/drawing/2014/main" id="{D7080816-E620-B300-3FEB-C1635FA9A17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07A62617-6C46-39B1-FCB5-49C5B3A0E3E2}"/>
              </a:ext>
            </a:extLst>
          </p:cNvPr>
          <p:cNvGrpSpPr/>
          <p:nvPr/>
        </p:nvGrpSpPr>
        <p:grpSpPr>
          <a:xfrm>
            <a:off x="4874173" y="2395602"/>
            <a:ext cx="775054" cy="144462"/>
            <a:chOff x="2716253" y="2405617"/>
            <a:chExt cx="775054" cy="144462"/>
          </a:xfrm>
        </p:grpSpPr>
        <p:sp>
          <p:nvSpPr>
            <p:cNvPr id="78" name="Rectangle 191">
              <a:extLst>
                <a:ext uri="{FF2B5EF4-FFF2-40B4-BE49-F238E27FC236}">
                  <a16:creationId xmlns:a16="http://schemas.microsoft.com/office/drawing/2014/main" id="{FD1272C9-83D0-91FE-1757-F3C464B34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79" name="개체 78">
              <a:extLst>
                <a:ext uri="{FF2B5EF4-FFF2-40B4-BE49-F238E27FC236}">
                  <a16:creationId xmlns:a16="http://schemas.microsoft.com/office/drawing/2014/main" id="{B0352ACB-DD1B-5BDC-A4F4-8676A26A7D0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9" name="개체 78">
                          <a:extLst>
                            <a:ext uri="{FF2B5EF4-FFF2-40B4-BE49-F238E27FC236}">
                              <a16:creationId xmlns:a16="http://schemas.microsoft.com/office/drawing/2014/main" id="{1EE3549B-3D56-59CB-C622-EBC145FE271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D3DBEE05-598D-4484-2166-E870C55BEC39}"/>
              </a:ext>
            </a:extLst>
          </p:cNvPr>
          <p:cNvSpPr/>
          <p:nvPr/>
        </p:nvSpPr>
        <p:spPr>
          <a:xfrm>
            <a:off x="2240076" y="379637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6FAAA01-C820-7F13-CEF4-7D10D35253AE}"/>
              </a:ext>
            </a:extLst>
          </p:cNvPr>
          <p:cNvSpPr/>
          <p:nvPr/>
        </p:nvSpPr>
        <p:spPr>
          <a:xfrm>
            <a:off x="3893074" y="379637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882D887-EC27-1D46-1ACD-85BFFA733DE6}"/>
              </a:ext>
            </a:extLst>
          </p:cNvPr>
          <p:cNvSpPr/>
          <p:nvPr/>
        </p:nvSpPr>
        <p:spPr>
          <a:xfrm>
            <a:off x="2240076" y="427300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32BAC03-2AA1-7405-4EEE-1FB8E4CB3807}"/>
              </a:ext>
            </a:extLst>
          </p:cNvPr>
          <p:cNvSpPr/>
          <p:nvPr/>
        </p:nvSpPr>
        <p:spPr>
          <a:xfrm>
            <a:off x="3893074" y="427299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2F107A6D-42E4-3662-CA5E-E21752AD349D}"/>
              </a:ext>
            </a:extLst>
          </p:cNvPr>
          <p:cNvSpPr/>
          <p:nvPr/>
        </p:nvSpPr>
        <p:spPr>
          <a:xfrm>
            <a:off x="2240076" y="450912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7F2128-2ABD-351A-C252-2FCD6B46754C}"/>
              </a:ext>
            </a:extLst>
          </p:cNvPr>
          <p:cNvSpPr/>
          <p:nvPr/>
        </p:nvSpPr>
        <p:spPr>
          <a:xfrm>
            <a:off x="3893074" y="450912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9410612-5D62-CED4-E52D-65B115F88D9D}"/>
              </a:ext>
            </a:extLst>
          </p:cNvPr>
          <p:cNvSpPr/>
          <p:nvPr/>
        </p:nvSpPr>
        <p:spPr>
          <a:xfrm>
            <a:off x="2240076" y="47395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한부모가족보호대상확인서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603DB6E-8B42-BC86-4655-CE9D912F7683}"/>
              </a:ext>
            </a:extLst>
          </p:cNvPr>
          <p:cNvSpPr/>
          <p:nvPr/>
        </p:nvSpPr>
        <p:spPr>
          <a:xfrm>
            <a:off x="3893074" y="47395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D903523-18FF-DED3-2112-2ACF8B1F5C47}"/>
              </a:ext>
            </a:extLst>
          </p:cNvPr>
          <p:cNvSpPr/>
          <p:nvPr/>
        </p:nvSpPr>
        <p:spPr>
          <a:xfrm>
            <a:off x="2240076" y="497906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장애인증명서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9CC4C29F-2648-CB22-DDFD-831B22F53FA3}"/>
              </a:ext>
            </a:extLst>
          </p:cNvPr>
          <p:cNvSpPr/>
          <p:nvPr/>
        </p:nvSpPr>
        <p:spPr>
          <a:xfrm>
            <a:off x="3893074" y="497905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CC127038-7253-FCD8-1C02-422C4A9C95EC}"/>
              </a:ext>
            </a:extLst>
          </p:cNvPr>
          <p:cNvGrpSpPr/>
          <p:nvPr/>
        </p:nvGrpSpPr>
        <p:grpSpPr>
          <a:xfrm>
            <a:off x="2275357" y="5461347"/>
            <a:ext cx="1105196" cy="128396"/>
            <a:chOff x="3438680" y="4305150"/>
            <a:chExt cx="1105196" cy="128396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B60C0EC-E520-DC6C-37CF-24D169300693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2" name="Picture 10">
              <a:extLst>
                <a:ext uri="{FF2B5EF4-FFF2-40B4-BE49-F238E27FC236}">
                  <a16:creationId xmlns:a16="http://schemas.microsoft.com/office/drawing/2014/main" id="{75DE917C-0B19-278A-A425-17FD60875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49A58F98-EE31-B15E-39CC-98737CB7EA6D}"/>
              </a:ext>
            </a:extLst>
          </p:cNvPr>
          <p:cNvGrpSpPr/>
          <p:nvPr/>
        </p:nvGrpSpPr>
        <p:grpSpPr>
          <a:xfrm>
            <a:off x="3461770" y="5461347"/>
            <a:ext cx="1105196" cy="128396"/>
            <a:chOff x="3438680" y="4305150"/>
            <a:chExt cx="1105196" cy="128396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795B95CA-A0D2-B669-D439-9A8F02DD0EF4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5" name="Picture 10">
              <a:extLst>
                <a:ext uri="{FF2B5EF4-FFF2-40B4-BE49-F238E27FC236}">
                  <a16:creationId xmlns:a16="http://schemas.microsoft.com/office/drawing/2014/main" id="{801A0048-94FF-9540-1C96-5C0AF6D18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A44E2A7B-B426-EF06-2DE3-3F2FECFAD0E3}"/>
              </a:ext>
            </a:extLst>
          </p:cNvPr>
          <p:cNvGrpSpPr/>
          <p:nvPr/>
        </p:nvGrpSpPr>
        <p:grpSpPr>
          <a:xfrm>
            <a:off x="2235030" y="2395602"/>
            <a:ext cx="505750" cy="144462"/>
            <a:chOff x="2716253" y="2405617"/>
            <a:chExt cx="505750" cy="144462"/>
          </a:xfrm>
        </p:grpSpPr>
        <p:sp>
          <p:nvSpPr>
            <p:cNvPr id="97" name="Rectangle 191">
              <a:extLst>
                <a:ext uri="{FF2B5EF4-FFF2-40B4-BE49-F238E27FC236}">
                  <a16:creationId xmlns:a16="http://schemas.microsoft.com/office/drawing/2014/main" id="{8C8B7DF4-0E4C-45B6-9BA2-ACB0C49CA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98" name="개체 97">
              <a:extLst>
                <a:ext uri="{FF2B5EF4-FFF2-40B4-BE49-F238E27FC236}">
                  <a16:creationId xmlns:a16="http://schemas.microsoft.com/office/drawing/2014/main" id="{B278424F-200F-9302-1534-425106E267F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98" name="개체 97">
                          <a:extLst>
                            <a:ext uri="{FF2B5EF4-FFF2-40B4-BE49-F238E27FC236}">
                              <a16:creationId xmlns:a16="http://schemas.microsoft.com/office/drawing/2014/main" id="{AC384C4C-5077-8ADC-632E-31B0CB22335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28832BD-E5A7-2DD0-B3CF-1915C47A45C6}"/>
              </a:ext>
            </a:extLst>
          </p:cNvPr>
          <p:cNvSpPr/>
          <p:nvPr/>
        </p:nvSpPr>
        <p:spPr>
          <a:xfrm>
            <a:off x="2240076" y="403430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9A495FF-5DD0-B04C-41B5-B8A42AD8E9BA}"/>
              </a:ext>
            </a:extLst>
          </p:cNvPr>
          <p:cNvSpPr/>
          <p:nvPr/>
        </p:nvSpPr>
        <p:spPr>
          <a:xfrm>
            <a:off x="3893074" y="403429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BFC9EAA-F989-B182-BAE6-FB413493A0DF}"/>
              </a:ext>
            </a:extLst>
          </p:cNvPr>
          <p:cNvSpPr/>
          <p:nvPr/>
        </p:nvSpPr>
        <p:spPr>
          <a:xfrm>
            <a:off x="4201481" y="379324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C681CDE1-736D-9669-5D19-C3A96E8AD977}"/>
              </a:ext>
            </a:extLst>
          </p:cNvPr>
          <p:cNvSpPr/>
          <p:nvPr/>
        </p:nvSpPr>
        <p:spPr>
          <a:xfrm>
            <a:off x="4201481" y="402891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815C2CBF-35D1-E7FD-C26C-8BC54F2A2343}"/>
              </a:ext>
            </a:extLst>
          </p:cNvPr>
          <p:cNvSpPr/>
          <p:nvPr/>
        </p:nvSpPr>
        <p:spPr>
          <a:xfrm>
            <a:off x="4201481" y="427299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AE4B6AE-4F64-BE73-AB98-CB85A669FDC2}"/>
              </a:ext>
            </a:extLst>
          </p:cNvPr>
          <p:cNvSpPr/>
          <p:nvPr/>
        </p:nvSpPr>
        <p:spPr>
          <a:xfrm>
            <a:off x="4201481" y="450912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BD873670-F916-2FB6-DCC6-350C76DD8C1C}"/>
              </a:ext>
            </a:extLst>
          </p:cNvPr>
          <p:cNvSpPr/>
          <p:nvPr/>
        </p:nvSpPr>
        <p:spPr>
          <a:xfrm>
            <a:off x="4201481" y="473729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E48A059F-41CB-8053-F7F5-E15CBFB31A8C}"/>
              </a:ext>
            </a:extLst>
          </p:cNvPr>
          <p:cNvSpPr/>
          <p:nvPr/>
        </p:nvSpPr>
        <p:spPr>
          <a:xfrm>
            <a:off x="4201481" y="497717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2A7013A6-BC3B-F40C-9700-2661510FE720}"/>
              </a:ext>
            </a:extLst>
          </p:cNvPr>
          <p:cNvGrpSpPr/>
          <p:nvPr/>
        </p:nvGrpSpPr>
        <p:grpSpPr>
          <a:xfrm>
            <a:off x="2819969" y="2395602"/>
            <a:ext cx="505750" cy="144462"/>
            <a:chOff x="2716253" y="2405617"/>
            <a:chExt cx="505750" cy="144462"/>
          </a:xfrm>
        </p:grpSpPr>
        <p:sp>
          <p:nvSpPr>
            <p:cNvPr id="111" name="Rectangle 191">
              <a:extLst>
                <a:ext uri="{FF2B5EF4-FFF2-40B4-BE49-F238E27FC236}">
                  <a16:creationId xmlns:a16="http://schemas.microsoft.com/office/drawing/2014/main" id="{B101BB92-2CA4-808B-6015-981148D1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112" name="개체 111">
              <a:extLst>
                <a:ext uri="{FF2B5EF4-FFF2-40B4-BE49-F238E27FC236}">
                  <a16:creationId xmlns:a16="http://schemas.microsoft.com/office/drawing/2014/main" id="{11CEC4FE-7C50-315A-B6E5-41D72176327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12" name="개체 111">
                          <a:extLst>
                            <a:ext uri="{FF2B5EF4-FFF2-40B4-BE49-F238E27FC236}">
                              <a16:creationId xmlns:a16="http://schemas.microsoft.com/office/drawing/2014/main" id="{89E16350-2D5B-13B7-0CB2-12A685CCD12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CFD65235-0AB5-B305-0D93-641C787E731D}"/>
              </a:ext>
            </a:extLst>
          </p:cNvPr>
          <p:cNvGrpSpPr/>
          <p:nvPr/>
        </p:nvGrpSpPr>
        <p:grpSpPr>
          <a:xfrm>
            <a:off x="3391704" y="2401488"/>
            <a:ext cx="596201" cy="144463"/>
            <a:chOff x="3327015" y="1527346"/>
            <a:chExt cx="596201" cy="144463"/>
          </a:xfrm>
        </p:grpSpPr>
        <p:sp>
          <p:nvSpPr>
            <p:cNvPr id="120" name="Rectangle 191">
              <a:extLst>
                <a:ext uri="{FF2B5EF4-FFF2-40B4-BE49-F238E27FC236}">
                  <a16:creationId xmlns:a16="http://schemas.microsoft.com/office/drawing/2014/main" id="{A9A6723B-AA8E-A115-7B92-C827B14D4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21" name="개체 120">
              <a:extLst>
                <a:ext uri="{FF2B5EF4-FFF2-40B4-BE49-F238E27FC236}">
                  <a16:creationId xmlns:a16="http://schemas.microsoft.com/office/drawing/2014/main" id="{B22EFC3E-CD3C-F7B0-31F9-79B5A2B5D71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21" name="개체 120">
                          <a:extLst>
                            <a:ext uri="{FF2B5EF4-FFF2-40B4-BE49-F238E27FC236}">
                              <a16:creationId xmlns:a16="http://schemas.microsoft.com/office/drawing/2014/main" id="{53AAC8B2-B9CB-64D4-C2C9-1D3448D1F33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C92CF366-342E-BC59-2E3E-1B1513D3B356}"/>
              </a:ext>
            </a:extLst>
          </p:cNvPr>
          <p:cNvSpPr/>
          <p:nvPr/>
        </p:nvSpPr>
        <p:spPr>
          <a:xfrm>
            <a:off x="2240076" y="309282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한국노총오산시지부장학생추천서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DDFF222-32F0-66B9-31F9-4E845A339728}"/>
              </a:ext>
            </a:extLst>
          </p:cNvPr>
          <p:cNvSpPr/>
          <p:nvPr/>
        </p:nvSpPr>
        <p:spPr>
          <a:xfrm>
            <a:off x="3893074" y="309282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DC71DC4-7CEA-D1EA-BCB2-9388C65F1D8F}"/>
              </a:ext>
            </a:extLst>
          </p:cNvPr>
          <p:cNvSpPr/>
          <p:nvPr/>
        </p:nvSpPr>
        <p:spPr>
          <a:xfrm>
            <a:off x="4201481" y="309281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DF674E5-37D8-3DC9-467F-8C2455D3D06E}"/>
              </a:ext>
            </a:extLst>
          </p:cNvPr>
          <p:cNvSpPr/>
          <p:nvPr/>
        </p:nvSpPr>
        <p:spPr>
          <a:xfrm>
            <a:off x="3314733" y="262185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기업체재직증명서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07E4CF6-701F-4F46-798F-07AF38F52266}"/>
              </a:ext>
            </a:extLst>
          </p:cNvPr>
          <p:cNvSpPr/>
          <p:nvPr/>
        </p:nvSpPr>
        <p:spPr>
          <a:xfrm>
            <a:off x="4967731" y="262184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E1B1B1D-5B4F-96EB-9520-5CF24D278FB7}"/>
              </a:ext>
            </a:extLst>
          </p:cNvPr>
          <p:cNvSpPr/>
          <p:nvPr/>
        </p:nvSpPr>
        <p:spPr>
          <a:xfrm>
            <a:off x="5276138" y="262183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0" name="Rectangle 191">
            <a:extLst>
              <a:ext uri="{FF2B5EF4-FFF2-40B4-BE49-F238E27FC236}">
                <a16:creationId xmlns:a16="http://schemas.microsoft.com/office/drawing/2014/main" id="{054A0EFF-5791-D8B0-20A2-2AF1FEEF9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2981" y="2644292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재직기간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03463D1C-E660-9F3D-02DE-289B67D0628F}"/>
              </a:ext>
            </a:extLst>
          </p:cNvPr>
          <p:cNvSpPr/>
          <p:nvPr/>
        </p:nvSpPr>
        <p:spPr>
          <a:xfrm>
            <a:off x="2626874" y="2622934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2" name="Rectangle 191">
            <a:extLst>
              <a:ext uri="{FF2B5EF4-FFF2-40B4-BE49-F238E27FC236}">
                <a16:creationId xmlns:a16="http://schemas.microsoft.com/office/drawing/2014/main" id="{223804B8-E5EB-81AE-AC2E-BD24DE97B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7077" y="264429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CD19EEC-CA23-E2B9-146B-8E3D57223576}"/>
              </a:ext>
            </a:extLst>
          </p:cNvPr>
          <p:cNvSpPr/>
          <p:nvPr/>
        </p:nvSpPr>
        <p:spPr>
          <a:xfrm>
            <a:off x="3319181" y="286357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F08CAA4D-A018-1FD7-060B-1D23B9ADC776}"/>
              </a:ext>
            </a:extLst>
          </p:cNvPr>
          <p:cNvSpPr/>
          <p:nvPr/>
        </p:nvSpPr>
        <p:spPr>
          <a:xfrm>
            <a:off x="4972179" y="286356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C27D2B73-44F2-F937-A7B4-4776B25CB878}"/>
              </a:ext>
            </a:extLst>
          </p:cNvPr>
          <p:cNvSpPr/>
          <p:nvPr/>
        </p:nvSpPr>
        <p:spPr>
          <a:xfrm>
            <a:off x="5280586" y="286355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6" name="Rectangle 191">
            <a:extLst>
              <a:ext uri="{FF2B5EF4-FFF2-40B4-BE49-F238E27FC236}">
                <a16:creationId xmlns:a16="http://schemas.microsoft.com/office/drawing/2014/main" id="{CC61B618-2E5B-1555-B61D-D36510FE4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7429" y="2882245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가족인원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5FED602A-F812-E56F-0390-AC20C5197225}"/>
              </a:ext>
            </a:extLst>
          </p:cNvPr>
          <p:cNvSpPr/>
          <p:nvPr/>
        </p:nvSpPr>
        <p:spPr>
          <a:xfrm>
            <a:off x="2631322" y="2860887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8" name="Rectangle 191">
            <a:extLst>
              <a:ext uri="{FF2B5EF4-FFF2-40B4-BE49-F238E27FC236}">
                <a16:creationId xmlns:a16="http://schemas.microsoft.com/office/drawing/2014/main" id="{500EE53D-6ADF-5E6A-1B85-4EC5599D7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525" y="288224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3AC1FC2A-E6C0-5FF7-2C91-9669FED52042}"/>
              </a:ext>
            </a:extLst>
          </p:cNvPr>
          <p:cNvSpPr/>
          <p:nvPr/>
        </p:nvSpPr>
        <p:spPr>
          <a:xfrm>
            <a:off x="3259961" y="356571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822E9C4-DF57-FD9E-740F-91AC3528F822}"/>
              </a:ext>
            </a:extLst>
          </p:cNvPr>
          <p:cNvSpPr/>
          <p:nvPr/>
        </p:nvSpPr>
        <p:spPr>
          <a:xfrm>
            <a:off x="4912959" y="356570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CC7ACBF5-4FD1-9468-1CFC-D0C5A7719D4A}"/>
              </a:ext>
            </a:extLst>
          </p:cNvPr>
          <p:cNvSpPr/>
          <p:nvPr/>
        </p:nvSpPr>
        <p:spPr>
          <a:xfrm>
            <a:off x="5221366" y="356569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42" name="Rectangle 191">
            <a:extLst>
              <a:ext uri="{FF2B5EF4-FFF2-40B4-BE49-F238E27FC236}">
                <a16:creationId xmlns:a16="http://schemas.microsoft.com/office/drawing/2014/main" id="{9151B742-FFA9-CCFE-2DD8-0E9956144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5690" y="358099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3" name="Rectangle 191">
            <a:extLst>
              <a:ext uri="{FF2B5EF4-FFF2-40B4-BE49-F238E27FC236}">
                <a16:creationId xmlns:a16="http://schemas.microsoft.com/office/drawing/2014/main" id="{88E54E19-EEAC-6329-5E58-B482B90C0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0452" y="3581416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E98B9A3B-E8E0-DF9B-904C-9314B0AD66D5}"/>
              </a:ext>
            </a:extLst>
          </p:cNvPr>
          <p:cNvSpPr/>
          <p:nvPr/>
        </p:nvSpPr>
        <p:spPr>
          <a:xfrm>
            <a:off x="2633784" y="3560058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8EB2B7C-CB6F-359D-43C1-CA6C3C7D8840}"/>
              </a:ext>
            </a:extLst>
          </p:cNvPr>
          <p:cNvSpPr>
            <a:spLocks noChangeAspect="1"/>
          </p:cNvSpPr>
          <p:nvPr/>
        </p:nvSpPr>
        <p:spPr>
          <a:xfrm>
            <a:off x="3725790" y="225190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64CDD22B-1D7D-60C9-4C48-6826D5C1085A}"/>
              </a:ext>
            </a:extLst>
          </p:cNvPr>
          <p:cNvSpPr>
            <a:spLocks noChangeAspect="1"/>
          </p:cNvSpPr>
          <p:nvPr/>
        </p:nvSpPr>
        <p:spPr>
          <a:xfrm>
            <a:off x="512127" y="26130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C88DA75F-7F79-5413-F91D-9886743D3FFE}"/>
              </a:ext>
            </a:extLst>
          </p:cNvPr>
          <p:cNvSpPr>
            <a:spLocks noChangeAspect="1"/>
          </p:cNvSpPr>
          <p:nvPr/>
        </p:nvSpPr>
        <p:spPr>
          <a:xfrm>
            <a:off x="512127" y="285365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F89FB125-94A0-EB09-6FC2-D10EDB3D1263}"/>
              </a:ext>
            </a:extLst>
          </p:cNvPr>
          <p:cNvSpPr>
            <a:spLocks noChangeAspect="1"/>
          </p:cNvSpPr>
          <p:nvPr/>
        </p:nvSpPr>
        <p:spPr>
          <a:xfrm>
            <a:off x="512127" y="309282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406D07C5-EB84-14A7-77FC-B2EB0BF1664C}"/>
              </a:ext>
            </a:extLst>
          </p:cNvPr>
          <p:cNvSpPr>
            <a:spLocks noChangeAspect="1"/>
          </p:cNvSpPr>
          <p:nvPr/>
        </p:nvSpPr>
        <p:spPr>
          <a:xfrm>
            <a:off x="512127" y="355077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E71DD141-6A35-E505-40C3-4920B0F5C102}"/>
              </a:ext>
            </a:extLst>
          </p:cNvPr>
          <p:cNvGrpSpPr/>
          <p:nvPr/>
        </p:nvGrpSpPr>
        <p:grpSpPr>
          <a:xfrm>
            <a:off x="2248768" y="3328939"/>
            <a:ext cx="2704513" cy="144016"/>
            <a:chOff x="1897884" y="2847629"/>
            <a:chExt cx="2704513" cy="144016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7D59F438-AC4D-42A6-9FB6-3001C2110CD1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CF311A94-2466-11DA-5F00-10B52A8414B0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8AF6317C-E302-D2ED-2F2E-2BE0E8ADBFD9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3284D3EF-1FC5-B412-9A19-A09943FE164D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E9C09A4-B467-B796-9662-7E3FA7AA7E5B}"/>
              </a:ext>
            </a:extLst>
          </p:cNvPr>
          <p:cNvSpPr/>
          <p:nvPr/>
        </p:nvSpPr>
        <p:spPr>
          <a:xfrm>
            <a:off x="668524" y="3289293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83540866-C29D-0D01-B778-452A461214EC}"/>
              </a:ext>
            </a:extLst>
          </p:cNvPr>
          <p:cNvSpPr>
            <a:spLocks noChangeAspect="1"/>
          </p:cNvSpPr>
          <p:nvPr/>
        </p:nvSpPr>
        <p:spPr>
          <a:xfrm>
            <a:off x="512127" y="333530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ADEF75B8-2390-07E3-31F5-64B1031D3272}"/>
              </a:ext>
            </a:extLst>
          </p:cNvPr>
          <p:cNvSpPr/>
          <p:nvPr/>
        </p:nvSpPr>
        <p:spPr>
          <a:xfrm>
            <a:off x="668524" y="5173118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BED031E1-B0E2-965A-B918-C89B536B7A1D}"/>
              </a:ext>
            </a:extLst>
          </p:cNvPr>
          <p:cNvSpPr>
            <a:spLocks noChangeAspect="1"/>
          </p:cNvSpPr>
          <p:nvPr/>
        </p:nvSpPr>
        <p:spPr>
          <a:xfrm>
            <a:off x="512127" y="521913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D53D162F-B903-27FE-4314-BAC3FD0BAFD6}"/>
              </a:ext>
            </a:extLst>
          </p:cNvPr>
          <p:cNvGrpSpPr/>
          <p:nvPr/>
        </p:nvGrpSpPr>
        <p:grpSpPr>
          <a:xfrm>
            <a:off x="2243737" y="5205354"/>
            <a:ext cx="3233421" cy="147760"/>
            <a:chOff x="2011811" y="4800927"/>
            <a:chExt cx="3233421" cy="147760"/>
          </a:xfrm>
        </p:grpSpPr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F5266E1F-EF76-0D47-F314-9B3E96B05723}"/>
                </a:ext>
              </a:extLst>
            </p:cNvPr>
            <p:cNvGrpSpPr/>
            <p:nvPr/>
          </p:nvGrpSpPr>
          <p:grpSpPr>
            <a:xfrm>
              <a:off x="2858269" y="4804671"/>
              <a:ext cx="2386963" cy="144016"/>
              <a:chOff x="1897884" y="4476806"/>
              <a:chExt cx="2386963" cy="144016"/>
            </a:xfrm>
          </p:grpSpPr>
          <p:sp>
            <p:nvSpPr>
              <p:cNvPr id="165" name="직사각형 164">
                <a:extLst>
                  <a:ext uri="{FF2B5EF4-FFF2-40B4-BE49-F238E27FC236}">
                    <a16:creationId xmlns:a16="http://schemas.microsoft.com/office/drawing/2014/main" id="{26D111BD-818C-1A4F-281D-760409930D91}"/>
                  </a:ext>
                </a:extLst>
              </p:cNvPr>
              <p:cNvSpPr/>
              <p:nvPr/>
            </p:nvSpPr>
            <p:spPr>
              <a:xfrm>
                <a:off x="1897884" y="4476814"/>
                <a:ext cx="1620000" cy="144000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Ins="36000"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66" name="직사각형 165">
                <a:extLst>
                  <a:ext uri="{FF2B5EF4-FFF2-40B4-BE49-F238E27FC236}">
                    <a16:creationId xmlns:a16="http://schemas.microsoft.com/office/drawing/2014/main" id="{EF9DAFD4-C088-A0AB-97F6-16D93FC9806B}"/>
                  </a:ext>
                </a:extLst>
              </p:cNvPr>
              <p:cNvSpPr/>
              <p:nvPr/>
            </p:nvSpPr>
            <p:spPr>
              <a:xfrm>
                <a:off x="3550882" y="4476806"/>
                <a:ext cx="264174" cy="144016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추가</a:t>
                </a:r>
              </a:p>
            </p:txBody>
          </p:sp>
          <p:sp>
            <p:nvSpPr>
              <p:cNvPr id="167" name="직사각형 166">
                <a:extLst>
                  <a:ext uri="{FF2B5EF4-FFF2-40B4-BE49-F238E27FC236}">
                    <a16:creationId xmlns:a16="http://schemas.microsoft.com/office/drawing/2014/main" id="{B1B63784-A25C-4622-40D6-EB9806754C1A}"/>
                  </a:ext>
                </a:extLst>
              </p:cNvPr>
              <p:cNvSpPr/>
              <p:nvPr/>
            </p:nvSpPr>
            <p:spPr>
              <a:xfrm>
                <a:off x="3859392" y="4476806"/>
                <a:ext cx="425455" cy="144016"/>
              </a:xfrm>
              <a:prstGeom prst="rect">
                <a:avLst/>
              </a:prstGeom>
              <a:solidFill>
                <a:srgbClr val="FFFF00"/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양식받기</a:t>
                </a: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62" name="Rectangle 191">
              <a:extLst>
                <a:ext uri="{FF2B5EF4-FFF2-40B4-BE49-F238E27FC236}">
                  <a16:creationId xmlns:a16="http://schemas.microsoft.com/office/drawing/2014/main" id="{280709F7-142A-83F4-0651-307291E38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811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성적</a:t>
              </a: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5EBE87DA-8BFA-2094-398A-19FBDB5D9FC3}"/>
                </a:ext>
              </a:extLst>
            </p:cNvPr>
            <p:cNvSpPr/>
            <p:nvPr/>
          </p:nvSpPr>
          <p:spPr>
            <a:xfrm>
              <a:off x="2216445" y="4800927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4.5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4" name="Rectangle 191">
              <a:extLst>
                <a:ext uri="{FF2B5EF4-FFF2-40B4-BE49-F238E27FC236}">
                  <a16:creationId xmlns:a16="http://schemas.microsoft.com/office/drawing/2014/main" id="{3148B243-A0C5-C299-2672-B90B44678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882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5642102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18F3D4-B4BE-85F2-007E-076C767562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4BBE52C-9893-B540-6ECE-2B00C36CA57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10C6E14-1068-9E85-B4D6-5DCACD46DBED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BF920740-D34C-DBA9-58E3-5C6A029ABB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3278828"/>
              </p:ext>
            </p:extLst>
          </p:nvPr>
        </p:nvGraphicFramePr>
        <p:xfrm>
          <a:off x="6969418" y="2548005"/>
          <a:ext cx="2772114" cy="275289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다자녀가정자녀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지방세 세목별 과세증명서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 납입확인서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지방세 세목별 과세증명서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재산세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학생 합산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과제증명서 기반 재산세를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 납입확인서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납부액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 합산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건강보험료 납부액을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가족인원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가족인원 수를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B49B81BA-B23A-B7A6-B1B9-5F1E04ADEF8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8495300-7792-0975-7909-4BFB325F700B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85E4B00-CDFE-9C99-0435-BF6066B0C142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C6A55BC-E248-D95C-14EC-1510A07D7BF2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9238A13A-4353-EB0C-A269-372075D7B4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F0FE44A-F8DA-B2B6-4549-E3ED7AC4862C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747A474C-EEF4-8972-85D1-2B44C79EF8FF}"/>
              </a:ext>
            </a:extLst>
          </p:cNvPr>
          <p:cNvSpPr/>
          <p:nvPr/>
        </p:nvSpPr>
        <p:spPr>
          <a:xfrm>
            <a:off x="6397011" y="5715276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4221B628-C2A2-4171-7924-5F8F00DDBB92}"/>
              </a:ext>
            </a:extLst>
          </p:cNvPr>
          <p:cNvSpPr/>
          <p:nvPr/>
        </p:nvSpPr>
        <p:spPr>
          <a:xfrm>
            <a:off x="5936915" y="5715276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5D4D1CBF-C2EB-401A-99B7-91BA66C461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6769664"/>
              </p:ext>
            </p:extLst>
          </p:nvPr>
        </p:nvGraphicFramePr>
        <p:xfrm>
          <a:off x="278978" y="1628800"/>
          <a:ext cx="6510760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95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753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지방세 세목별 과세증명서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보험료 납입확인서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19183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629346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108985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18" name="그룹 17">
            <a:extLst>
              <a:ext uri="{FF2B5EF4-FFF2-40B4-BE49-F238E27FC236}">
                <a16:creationId xmlns:a16="http://schemas.microsoft.com/office/drawing/2014/main" id="{C7AFDE56-91E1-13E9-DB47-E5FC5A381396}"/>
              </a:ext>
            </a:extLst>
          </p:cNvPr>
          <p:cNvGrpSpPr/>
          <p:nvPr/>
        </p:nvGrpSpPr>
        <p:grpSpPr>
          <a:xfrm>
            <a:off x="4703872" y="2374632"/>
            <a:ext cx="775054" cy="144462"/>
            <a:chOff x="2716253" y="2405617"/>
            <a:chExt cx="775054" cy="144462"/>
          </a:xfrm>
        </p:grpSpPr>
        <p:sp>
          <p:nvSpPr>
            <p:cNvPr id="19" name="Rectangle 191">
              <a:extLst>
                <a:ext uri="{FF2B5EF4-FFF2-40B4-BE49-F238E27FC236}">
                  <a16:creationId xmlns:a16="http://schemas.microsoft.com/office/drawing/2014/main" id="{3D8A091B-022D-8BF9-A8C8-EF36261AD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20" name="개체 19">
              <a:extLst>
                <a:ext uri="{FF2B5EF4-FFF2-40B4-BE49-F238E27FC236}">
                  <a16:creationId xmlns:a16="http://schemas.microsoft.com/office/drawing/2014/main" id="{A211F59D-D7CB-E94D-B511-D57B2F4B48B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2" name="개체 71">
                          <a:extLst>
                            <a:ext uri="{FF2B5EF4-FFF2-40B4-BE49-F238E27FC236}">
                              <a16:creationId xmlns:a16="http://schemas.microsoft.com/office/drawing/2014/main" id="{D9337260-63EC-A882-3588-3FCF1E438CB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57FF48F-419B-A470-2CC6-A6AD5104A750}"/>
              </a:ext>
            </a:extLst>
          </p:cNvPr>
          <p:cNvSpPr/>
          <p:nvPr/>
        </p:nvSpPr>
        <p:spPr>
          <a:xfrm>
            <a:off x="2069775" y="378109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E60A443-6AE0-2F16-F608-07AACC8E0594}"/>
              </a:ext>
            </a:extLst>
          </p:cNvPr>
          <p:cNvSpPr/>
          <p:nvPr/>
        </p:nvSpPr>
        <p:spPr>
          <a:xfrm>
            <a:off x="3722773" y="378108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1510A01-0DB2-8F4E-C31C-31352EC2D477}"/>
              </a:ext>
            </a:extLst>
          </p:cNvPr>
          <p:cNvSpPr/>
          <p:nvPr/>
        </p:nvSpPr>
        <p:spPr>
          <a:xfrm>
            <a:off x="2069775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7F6F55-0D61-AE5C-5743-A39D0B7661FD}"/>
              </a:ext>
            </a:extLst>
          </p:cNvPr>
          <p:cNvSpPr/>
          <p:nvPr/>
        </p:nvSpPr>
        <p:spPr>
          <a:xfrm>
            <a:off x="3722773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30AD87A-1743-2DBC-FD7B-87A821115294}"/>
              </a:ext>
            </a:extLst>
          </p:cNvPr>
          <p:cNvSpPr/>
          <p:nvPr/>
        </p:nvSpPr>
        <p:spPr>
          <a:xfrm>
            <a:off x="2069775" y="448527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7C0877-AE15-7918-AF60-351D0D3768F9}"/>
              </a:ext>
            </a:extLst>
          </p:cNvPr>
          <p:cNvSpPr/>
          <p:nvPr/>
        </p:nvSpPr>
        <p:spPr>
          <a:xfrm>
            <a:off x="3722773" y="448526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8468AC7-9539-5F62-F525-066D084264F8}"/>
              </a:ext>
            </a:extLst>
          </p:cNvPr>
          <p:cNvSpPr/>
          <p:nvPr/>
        </p:nvSpPr>
        <p:spPr>
          <a:xfrm>
            <a:off x="2069775" y="472735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한부모가족보호대상확인서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5FFBE1D-3744-5BF3-4298-4E68A499DAAE}"/>
              </a:ext>
            </a:extLst>
          </p:cNvPr>
          <p:cNvSpPr/>
          <p:nvPr/>
        </p:nvSpPr>
        <p:spPr>
          <a:xfrm>
            <a:off x="3722773" y="472735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6E0C2DB-2763-48BE-788A-9360E49CD929}"/>
              </a:ext>
            </a:extLst>
          </p:cNvPr>
          <p:cNvSpPr/>
          <p:nvPr/>
        </p:nvSpPr>
        <p:spPr>
          <a:xfrm>
            <a:off x="2069775" y="496315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장애인증명서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0951804-8DBC-7589-7665-4E71096BBA3A}"/>
              </a:ext>
            </a:extLst>
          </p:cNvPr>
          <p:cNvSpPr/>
          <p:nvPr/>
        </p:nvSpPr>
        <p:spPr>
          <a:xfrm>
            <a:off x="3722773" y="496315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D35C8779-1413-57A3-AD42-BA29C12B1496}"/>
              </a:ext>
            </a:extLst>
          </p:cNvPr>
          <p:cNvGrpSpPr/>
          <p:nvPr/>
        </p:nvGrpSpPr>
        <p:grpSpPr>
          <a:xfrm>
            <a:off x="2105056" y="5453396"/>
            <a:ext cx="1105196" cy="128396"/>
            <a:chOff x="3438680" y="4305150"/>
            <a:chExt cx="1105196" cy="128396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EACDCFE-94D8-0F4D-A880-0563FD4596D2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2" name="Picture 10">
              <a:extLst>
                <a:ext uri="{FF2B5EF4-FFF2-40B4-BE49-F238E27FC236}">
                  <a16:creationId xmlns:a16="http://schemas.microsoft.com/office/drawing/2014/main" id="{D735CA70-CE84-F937-C3A1-F83CEABC35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CEE2029B-50BD-0A64-1D42-15CFF20621EA}"/>
              </a:ext>
            </a:extLst>
          </p:cNvPr>
          <p:cNvGrpSpPr/>
          <p:nvPr/>
        </p:nvGrpSpPr>
        <p:grpSpPr>
          <a:xfrm>
            <a:off x="3291469" y="5453396"/>
            <a:ext cx="1105196" cy="128396"/>
            <a:chOff x="3438680" y="4305150"/>
            <a:chExt cx="1105196" cy="12839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5CD8C82-818E-EAA8-D65B-BBC37DE675A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9" name="Picture 10">
              <a:extLst>
                <a:ext uri="{FF2B5EF4-FFF2-40B4-BE49-F238E27FC236}">
                  <a16:creationId xmlns:a16="http://schemas.microsoft.com/office/drawing/2014/main" id="{7CBE00E5-5877-20E6-6EE3-6B9D26E515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407335F5-0D56-B977-5144-B790598CA84F}"/>
              </a:ext>
            </a:extLst>
          </p:cNvPr>
          <p:cNvGrpSpPr/>
          <p:nvPr/>
        </p:nvGrpSpPr>
        <p:grpSpPr>
          <a:xfrm>
            <a:off x="2064729" y="2374632"/>
            <a:ext cx="505750" cy="144462"/>
            <a:chOff x="2716253" y="2405617"/>
            <a:chExt cx="505750" cy="144462"/>
          </a:xfrm>
        </p:grpSpPr>
        <p:sp>
          <p:nvSpPr>
            <p:cNvPr id="51" name="Rectangle 191">
              <a:extLst>
                <a:ext uri="{FF2B5EF4-FFF2-40B4-BE49-F238E27FC236}">
                  <a16:creationId xmlns:a16="http://schemas.microsoft.com/office/drawing/2014/main" id="{C0F57BCF-47B1-7A1B-9D6C-BD87917CF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52" name="개체 51">
              <a:extLst>
                <a:ext uri="{FF2B5EF4-FFF2-40B4-BE49-F238E27FC236}">
                  <a16:creationId xmlns:a16="http://schemas.microsoft.com/office/drawing/2014/main" id="{F432F6B6-ABE7-12B5-60B0-EAA54860F00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00" name="개체 99">
                          <a:extLst>
                            <a:ext uri="{FF2B5EF4-FFF2-40B4-BE49-F238E27FC236}">
                              <a16:creationId xmlns:a16="http://schemas.microsoft.com/office/drawing/2014/main" id="{1B66DF98-816D-1F6F-7753-4FE6478BD32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8A55166-D28E-47A4-E3F7-CB0EBB08291D}"/>
              </a:ext>
            </a:extLst>
          </p:cNvPr>
          <p:cNvSpPr/>
          <p:nvPr/>
        </p:nvSpPr>
        <p:spPr>
          <a:xfrm>
            <a:off x="2069775" y="401439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5E3846C-9CC5-B22C-5657-7DEA043952BB}"/>
              </a:ext>
            </a:extLst>
          </p:cNvPr>
          <p:cNvSpPr/>
          <p:nvPr/>
        </p:nvSpPr>
        <p:spPr>
          <a:xfrm>
            <a:off x="3722773" y="401438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B4939BE-6038-D9DF-DB20-608B5A0D598C}"/>
              </a:ext>
            </a:extLst>
          </p:cNvPr>
          <p:cNvSpPr/>
          <p:nvPr/>
        </p:nvSpPr>
        <p:spPr>
          <a:xfrm>
            <a:off x="4031180" y="378618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A7BACCB-B073-DCC1-039F-026828965BC4}"/>
              </a:ext>
            </a:extLst>
          </p:cNvPr>
          <p:cNvSpPr/>
          <p:nvPr/>
        </p:nvSpPr>
        <p:spPr>
          <a:xfrm>
            <a:off x="4031180" y="400926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699F61A-15F4-E459-3A8F-7DF23740885C}"/>
              </a:ext>
            </a:extLst>
          </p:cNvPr>
          <p:cNvSpPr/>
          <p:nvPr/>
        </p:nvSpPr>
        <p:spPr>
          <a:xfrm>
            <a:off x="4031180" y="425709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530436F6-818F-2692-BE68-48F531DC26E1}"/>
              </a:ext>
            </a:extLst>
          </p:cNvPr>
          <p:cNvSpPr/>
          <p:nvPr/>
        </p:nvSpPr>
        <p:spPr>
          <a:xfrm>
            <a:off x="4031180" y="448526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D1DEF69-805A-55CE-588D-22FFEE9B43BD}"/>
              </a:ext>
            </a:extLst>
          </p:cNvPr>
          <p:cNvSpPr/>
          <p:nvPr/>
        </p:nvSpPr>
        <p:spPr>
          <a:xfrm>
            <a:off x="4031180" y="472514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5F5717B-FC1D-F151-054E-2240DE17DA94}"/>
              </a:ext>
            </a:extLst>
          </p:cNvPr>
          <p:cNvSpPr/>
          <p:nvPr/>
        </p:nvSpPr>
        <p:spPr>
          <a:xfrm>
            <a:off x="4031180" y="49612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CE11AC0D-308C-0650-434D-4D66BBFA0428}"/>
              </a:ext>
            </a:extLst>
          </p:cNvPr>
          <p:cNvGrpSpPr/>
          <p:nvPr/>
        </p:nvGrpSpPr>
        <p:grpSpPr>
          <a:xfrm>
            <a:off x="2649668" y="2374632"/>
            <a:ext cx="505750" cy="144462"/>
            <a:chOff x="2716253" y="2405617"/>
            <a:chExt cx="505750" cy="144462"/>
          </a:xfrm>
        </p:grpSpPr>
        <p:sp>
          <p:nvSpPr>
            <p:cNvPr id="65" name="Rectangle 191">
              <a:extLst>
                <a:ext uri="{FF2B5EF4-FFF2-40B4-BE49-F238E27FC236}">
                  <a16:creationId xmlns:a16="http://schemas.microsoft.com/office/drawing/2014/main" id="{9DBBBA8E-097B-A617-DCB2-6DA131F00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66" name="개체 65">
              <a:extLst>
                <a:ext uri="{FF2B5EF4-FFF2-40B4-BE49-F238E27FC236}">
                  <a16:creationId xmlns:a16="http://schemas.microsoft.com/office/drawing/2014/main" id="{6B8DE51D-E223-D244-EB5B-0F017543EC3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14" name="개체 113">
                          <a:extLst>
                            <a:ext uri="{FF2B5EF4-FFF2-40B4-BE49-F238E27FC236}">
                              <a16:creationId xmlns:a16="http://schemas.microsoft.com/office/drawing/2014/main" id="{AE570883-F794-80D5-E0ED-4C9A806EA7B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1735163B-8EB4-7627-7253-B2D21851C591}"/>
              </a:ext>
            </a:extLst>
          </p:cNvPr>
          <p:cNvGrpSpPr/>
          <p:nvPr/>
        </p:nvGrpSpPr>
        <p:grpSpPr>
          <a:xfrm>
            <a:off x="3217980" y="2374632"/>
            <a:ext cx="595518" cy="144462"/>
            <a:chOff x="2716253" y="2405617"/>
            <a:chExt cx="595518" cy="144462"/>
          </a:xfrm>
        </p:grpSpPr>
        <p:sp>
          <p:nvSpPr>
            <p:cNvPr id="68" name="Rectangle 191">
              <a:extLst>
                <a:ext uri="{FF2B5EF4-FFF2-40B4-BE49-F238E27FC236}">
                  <a16:creationId xmlns:a16="http://schemas.microsoft.com/office/drawing/2014/main" id="{A173CC06-7A8B-268C-20EF-CF093459D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17" name="개체 116">
              <a:extLst>
                <a:ext uri="{FF2B5EF4-FFF2-40B4-BE49-F238E27FC236}">
                  <a16:creationId xmlns:a16="http://schemas.microsoft.com/office/drawing/2014/main" id="{45B3FB4B-1AFF-BB0B-3115-F8233D3D4D9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3" name="개체 122">
                          <a:extLst>
                            <a:ext uri="{FF2B5EF4-FFF2-40B4-BE49-F238E27FC236}">
                              <a16:creationId xmlns:a16="http://schemas.microsoft.com/office/drawing/2014/main" id="{64367A9D-159E-D5AF-5395-52623AE6D35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AEA7D16-C036-FBCF-4CCD-16A5EFD2223B}"/>
              </a:ext>
            </a:extLst>
          </p:cNvPr>
          <p:cNvGrpSpPr/>
          <p:nvPr/>
        </p:nvGrpSpPr>
        <p:grpSpPr>
          <a:xfrm>
            <a:off x="3869105" y="2380518"/>
            <a:ext cx="775737" cy="144463"/>
            <a:chOff x="3327015" y="1527346"/>
            <a:chExt cx="775737" cy="144463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F295460D-A8BD-A083-FFE9-D321C1906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120" name="개체 119">
              <a:extLst>
                <a:ext uri="{FF2B5EF4-FFF2-40B4-BE49-F238E27FC236}">
                  <a16:creationId xmlns:a16="http://schemas.microsoft.com/office/drawing/2014/main" id="{1B288558-83CA-B4EA-DD26-FB64F151062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26" name="개체 125">
                          <a:extLst>
                            <a:ext uri="{FF2B5EF4-FFF2-40B4-BE49-F238E27FC236}">
                              <a16:creationId xmlns:a16="http://schemas.microsoft.com/office/drawing/2014/main" id="{3672D664-A8E9-0109-4579-2222DC49FA5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CE77236-9A85-E0DA-7D14-942A8F0270B7}"/>
              </a:ext>
            </a:extLst>
          </p:cNvPr>
          <p:cNvSpPr/>
          <p:nvPr/>
        </p:nvSpPr>
        <p:spPr>
          <a:xfrm>
            <a:off x="3023273" y="307236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D32918F2-0225-F568-901A-A2079F24613F}"/>
              </a:ext>
            </a:extLst>
          </p:cNvPr>
          <p:cNvSpPr/>
          <p:nvPr/>
        </p:nvSpPr>
        <p:spPr>
          <a:xfrm>
            <a:off x="4676271" y="307236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BA0C27D-43A7-C54C-7FF9-18C1EBC6B585}"/>
              </a:ext>
            </a:extLst>
          </p:cNvPr>
          <p:cNvSpPr/>
          <p:nvPr/>
        </p:nvSpPr>
        <p:spPr>
          <a:xfrm>
            <a:off x="4984678" y="307235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24" name="Rectangle 191">
            <a:extLst>
              <a:ext uri="{FF2B5EF4-FFF2-40B4-BE49-F238E27FC236}">
                <a16:creationId xmlns:a16="http://schemas.microsoft.com/office/drawing/2014/main" id="{0DA712E0-D2F1-AB0C-C0EB-3C02FEC32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0343" y="3094937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자녀수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B6F30A15-9E8D-46E4-3082-74DA890A50F0}"/>
              </a:ext>
            </a:extLst>
          </p:cNvPr>
          <p:cNvSpPr/>
          <p:nvPr/>
        </p:nvSpPr>
        <p:spPr>
          <a:xfrm>
            <a:off x="2368375" y="3073579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명</a:t>
            </a:r>
          </a:p>
        </p:txBody>
      </p:sp>
      <p:sp>
        <p:nvSpPr>
          <p:cNvPr id="126" name="Rectangle 191">
            <a:extLst>
              <a:ext uri="{FF2B5EF4-FFF2-40B4-BE49-F238E27FC236}">
                <a16:creationId xmlns:a16="http://schemas.microsoft.com/office/drawing/2014/main" id="{965CD632-BC7E-B32B-ADF8-D52985E20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2472" y="30851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BF68A7D9-E7C6-5292-F97C-263B433CE524}"/>
              </a:ext>
            </a:extLst>
          </p:cNvPr>
          <p:cNvSpPr/>
          <p:nvPr/>
        </p:nvSpPr>
        <p:spPr>
          <a:xfrm>
            <a:off x="3088653" y="354983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350E4A60-F4BE-C695-FDD8-A8D09B717281}"/>
              </a:ext>
            </a:extLst>
          </p:cNvPr>
          <p:cNvSpPr/>
          <p:nvPr/>
        </p:nvSpPr>
        <p:spPr>
          <a:xfrm>
            <a:off x="4741651" y="354982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473376A0-EA7F-D654-BA93-AF23788CE163}"/>
              </a:ext>
            </a:extLst>
          </p:cNvPr>
          <p:cNvSpPr/>
          <p:nvPr/>
        </p:nvSpPr>
        <p:spPr>
          <a:xfrm>
            <a:off x="5050058" y="354982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6" name="Rectangle 191">
            <a:extLst>
              <a:ext uri="{FF2B5EF4-FFF2-40B4-BE49-F238E27FC236}">
                <a16:creationId xmlns:a16="http://schemas.microsoft.com/office/drawing/2014/main" id="{8C0B1436-7C74-230D-593E-7607F2855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4382" y="3565113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7" name="Rectangle 191">
            <a:extLst>
              <a:ext uri="{FF2B5EF4-FFF2-40B4-BE49-F238E27FC236}">
                <a16:creationId xmlns:a16="http://schemas.microsoft.com/office/drawing/2014/main" id="{BE0CBAB7-A1D2-E620-C5C7-CE1935CFA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9144" y="3565539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F4059E-FE9B-3508-ADC6-45DB5DFF7D74}"/>
              </a:ext>
            </a:extLst>
          </p:cNvPr>
          <p:cNvSpPr/>
          <p:nvPr/>
        </p:nvSpPr>
        <p:spPr>
          <a:xfrm>
            <a:off x="2462476" y="3544181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5BA68B41-B3CA-86E2-E736-E46DBCE4143A}"/>
              </a:ext>
            </a:extLst>
          </p:cNvPr>
          <p:cNvSpPr>
            <a:spLocks noChangeAspect="1"/>
          </p:cNvSpPr>
          <p:nvPr/>
        </p:nvSpPr>
        <p:spPr>
          <a:xfrm>
            <a:off x="4252665" y="22280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1B636E90-3AE4-2445-C7F1-01B4DD0E1D3A}"/>
              </a:ext>
            </a:extLst>
          </p:cNvPr>
          <p:cNvSpPr>
            <a:spLocks noChangeAspect="1"/>
          </p:cNvSpPr>
          <p:nvPr/>
        </p:nvSpPr>
        <p:spPr>
          <a:xfrm>
            <a:off x="512127" y="26130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AE2890D3-DB02-1D26-BEE8-40416049DEF9}"/>
              </a:ext>
            </a:extLst>
          </p:cNvPr>
          <p:cNvSpPr>
            <a:spLocks noChangeAspect="1"/>
          </p:cNvSpPr>
          <p:nvPr/>
        </p:nvSpPr>
        <p:spPr>
          <a:xfrm>
            <a:off x="512127" y="283515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F1B79E0B-D105-3E45-C0A3-35302D5D5D06}"/>
              </a:ext>
            </a:extLst>
          </p:cNvPr>
          <p:cNvSpPr>
            <a:spLocks noChangeAspect="1"/>
          </p:cNvSpPr>
          <p:nvPr/>
        </p:nvSpPr>
        <p:spPr>
          <a:xfrm>
            <a:off x="512127" y="306916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FDC00BC5-11E7-50EF-6528-CA3C91EA1690}"/>
              </a:ext>
            </a:extLst>
          </p:cNvPr>
          <p:cNvSpPr>
            <a:spLocks noChangeAspect="1"/>
          </p:cNvSpPr>
          <p:nvPr/>
        </p:nvSpPr>
        <p:spPr>
          <a:xfrm>
            <a:off x="512127" y="354409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BF6D49F9-A2B5-6C12-7A8A-D26ADEA1C72D}"/>
              </a:ext>
            </a:extLst>
          </p:cNvPr>
          <p:cNvGrpSpPr/>
          <p:nvPr/>
        </p:nvGrpSpPr>
        <p:grpSpPr>
          <a:xfrm>
            <a:off x="2072680" y="2609825"/>
            <a:ext cx="3933984" cy="144016"/>
            <a:chOff x="1394306" y="2609825"/>
            <a:chExt cx="3933984" cy="144016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5898B592-7880-847D-7A53-212454776215}"/>
                </a:ext>
              </a:extLst>
            </p:cNvPr>
            <p:cNvSpPr/>
            <p:nvPr/>
          </p:nvSpPr>
          <p:spPr>
            <a:xfrm>
              <a:off x="3102711" y="2609833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지방세세목별과세증명서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.zip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49652090-419F-8250-4B09-3F4C4B101671}"/>
                </a:ext>
              </a:extLst>
            </p:cNvPr>
            <p:cNvSpPr/>
            <p:nvPr/>
          </p:nvSpPr>
          <p:spPr>
            <a:xfrm>
              <a:off x="4755709" y="2609825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358222E0-3F98-22DA-71BD-C2386A4D724B}"/>
                </a:ext>
              </a:extLst>
            </p:cNvPr>
            <p:cNvSpPr/>
            <p:nvPr/>
          </p:nvSpPr>
          <p:spPr>
            <a:xfrm>
              <a:off x="5064116" y="2609825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48" name="Rectangle 191">
              <a:extLst>
                <a:ext uri="{FF2B5EF4-FFF2-40B4-BE49-F238E27FC236}">
                  <a16:creationId xmlns:a16="http://schemas.microsoft.com/office/drawing/2014/main" id="{7E60FAF4-0F81-0291-11DB-026D4ADE8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850" y="2627972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49" name="Rectangle 191">
              <a:extLst>
                <a:ext uri="{FF2B5EF4-FFF2-40B4-BE49-F238E27FC236}">
                  <a16:creationId xmlns:a16="http://schemas.microsoft.com/office/drawing/2014/main" id="{3CF6B432-CD12-F4F5-9B0F-3A4C20E4C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306" y="2627972"/>
              <a:ext cx="9650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재산세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0A692451-BC94-CE43-489F-9ABA7BBABCC4}"/>
                </a:ext>
              </a:extLst>
            </p:cNvPr>
            <p:cNvSpPr/>
            <p:nvPr/>
          </p:nvSpPr>
          <p:spPr>
            <a:xfrm>
              <a:off x="2371417" y="2609833"/>
              <a:ext cx="4752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3106AD30-EA77-391F-4F50-2A5EDF915143}"/>
              </a:ext>
            </a:extLst>
          </p:cNvPr>
          <p:cNvGrpSpPr/>
          <p:nvPr/>
        </p:nvGrpSpPr>
        <p:grpSpPr>
          <a:xfrm>
            <a:off x="2079144" y="2847084"/>
            <a:ext cx="3660710" cy="144016"/>
            <a:chOff x="2008170" y="2687952"/>
            <a:chExt cx="3660710" cy="144016"/>
          </a:xfrm>
        </p:grpSpPr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5FB75281-D67C-FDC9-6018-ED6A150B50DD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105E3C28-AFDD-C760-1785-903B856A1257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4E053226-127C-0355-6D56-0B129A9C5DA8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55" name="Rectangle 191">
              <a:extLst>
                <a:ext uri="{FF2B5EF4-FFF2-40B4-BE49-F238E27FC236}">
                  <a16:creationId xmlns:a16="http://schemas.microsoft.com/office/drawing/2014/main" id="{16984CDE-64D1-4C47-9035-2CC75AC03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56" name="Rectangle 191">
              <a:extLst>
                <a:ext uri="{FF2B5EF4-FFF2-40B4-BE49-F238E27FC236}">
                  <a16:creationId xmlns:a16="http://schemas.microsoft.com/office/drawing/2014/main" id="{ED0AD062-157B-4CC3-FC85-0E1BC20C3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52AE3BA9-ECAC-2C1D-6582-001ADFF35B6F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AC075F6E-7A9F-F013-F8BB-ABFC3DD0FAE1}"/>
              </a:ext>
            </a:extLst>
          </p:cNvPr>
          <p:cNvGrpSpPr/>
          <p:nvPr/>
        </p:nvGrpSpPr>
        <p:grpSpPr>
          <a:xfrm>
            <a:off x="2064729" y="3318135"/>
            <a:ext cx="2704513" cy="144016"/>
            <a:chOff x="1897884" y="2847629"/>
            <a:chExt cx="2704513" cy="144016"/>
          </a:xfrm>
        </p:grpSpPr>
        <p:sp>
          <p:nvSpPr>
            <p:cNvPr id="159" name="직사각형 158">
              <a:extLst>
                <a:ext uri="{FF2B5EF4-FFF2-40B4-BE49-F238E27FC236}">
                  <a16:creationId xmlns:a16="http://schemas.microsoft.com/office/drawing/2014/main" id="{ED9E1B01-8399-2846-AE51-556DCDE69F9C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7C2E697F-1CDE-17AE-DE58-E43722B62422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12F8FD94-D353-CA5A-E390-18F74C15CA14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FC7D5B5A-E55F-8B55-7F2B-F4545C49E0BB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9F0CD749-B713-E6A3-4D75-6158A380F389}"/>
              </a:ext>
            </a:extLst>
          </p:cNvPr>
          <p:cNvSpPr/>
          <p:nvPr/>
        </p:nvSpPr>
        <p:spPr>
          <a:xfrm>
            <a:off x="668524" y="515721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C1C8D280-F936-B567-D031-477C5AD636BD}"/>
              </a:ext>
            </a:extLst>
          </p:cNvPr>
          <p:cNvSpPr>
            <a:spLocks noChangeAspect="1"/>
          </p:cNvSpPr>
          <p:nvPr/>
        </p:nvSpPr>
        <p:spPr>
          <a:xfrm>
            <a:off x="512127" y="520322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A10C85-D0F3-910C-6102-F3FFEC71FB4B}"/>
              </a:ext>
            </a:extLst>
          </p:cNvPr>
          <p:cNvSpPr/>
          <p:nvPr/>
        </p:nvSpPr>
        <p:spPr>
          <a:xfrm>
            <a:off x="668524" y="327951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59DA8B6D-DB28-8FA5-0A64-CD8A677440AF}"/>
              </a:ext>
            </a:extLst>
          </p:cNvPr>
          <p:cNvSpPr>
            <a:spLocks noChangeAspect="1"/>
          </p:cNvSpPr>
          <p:nvPr/>
        </p:nvSpPr>
        <p:spPr>
          <a:xfrm>
            <a:off x="512127" y="332552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25FAF5D8-90F3-6715-051C-91AC1372FD61}"/>
              </a:ext>
            </a:extLst>
          </p:cNvPr>
          <p:cNvSpPr/>
          <p:nvPr/>
        </p:nvSpPr>
        <p:spPr>
          <a:xfrm>
            <a:off x="668524" y="2564808"/>
            <a:ext cx="6121214" cy="468398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865EB8AE-3A47-8E04-262E-6C9BE11B84DD}"/>
              </a:ext>
            </a:extLst>
          </p:cNvPr>
          <p:cNvGrpSpPr/>
          <p:nvPr/>
        </p:nvGrpSpPr>
        <p:grpSpPr>
          <a:xfrm>
            <a:off x="2072680" y="5189452"/>
            <a:ext cx="3233421" cy="147760"/>
            <a:chOff x="2011811" y="4800927"/>
            <a:chExt cx="3233421" cy="147760"/>
          </a:xfrm>
        </p:grpSpPr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D919D245-A02C-3DAD-9ECC-EE46AB29D70A}"/>
                </a:ext>
              </a:extLst>
            </p:cNvPr>
            <p:cNvGrpSpPr/>
            <p:nvPr/>
          </p:nvGrpSpPr>
          <p:grpSpPr>
            <a:xfrm>
              <a:off x="2858269" y="4804671"/>
              <a:ext cx="2386963" cy="144016"/>
              <a:chOff x="1897884" y="4476806"/>
              <a:chExt cx="2386963" cy="144016"/>
            </a:xfrm>
          </p:grpSpPr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B6099779-7871-1F4B-7B22-05A01F49E4F0}"/>
                  </a:ext>
                </a:extLst>
              </p:cNvPr>
              <p:cNvSpPr/>
              <p:nvPr/>
            </p:nvSpPr>
            <p:spPr>
              <a:xfrm>
                <a:off x="1897884" y="4476814"/>
                <a:ext cx="1620000" cy="144000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Ins="36000"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75" name="직사각형 174">
                <a:extLst>
                  <a:ext uri="{FF2B5EF4-FFF2-40B4-BE49-F238E27FC236}">
                    <a16:creationId xmlns:a16="http://schemas.microsoft.com/office/drawing/2014/main" id="{E2A3F02F-4B54-22FE-A799-756C27BEE137}"/>
                  </a:ext>
                </a:extLst>
              </p:cNvPr>
              <p:cNvSpPr/>
              <p:nvPr/>
            </p:nvSpPr>
            <p:spPr>
              <a:xfrm>
                <a:off x="3550882" y="4476806"/>
                <a:ext cx="264174" cy="144016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추가</a:t>
                </a:r>
              </a:p>
            </p:txBody>
          </p:sp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EA93CBE4-9089-4653-9D07-7551F9B64A13}"/>
                  </a:ext>
                </a:extLst>
              </p:cNvPr>
              <p:cNvSpPr/>
              <p:nvPr/>
            </p:nvSpPr>
            <p:spPr>
              <a:xfrm>
                <a:off x="3859392" y="4476806"/>
                <a:ext cx="425455" cy="144016"/>
              </a:xfrm>
              <a:prstGeom prst="rect">
                <a:avLst/>
              </a:prstGeom>
              <a:solidFill>
                <a:srgbClr val="FFFF00"/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양식받기</a:t>
                </a: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71" name="Rectangle 191">
              <a:extLst>
                <a:ext uri="{FF2B5EF4-FFF2-40B4-BE49-F238E27FC236}">
                  <a16:creationId xmlns:a16="http://schemas.microsoft.com/office/drawing/2014/main" id="{FBE84C42-4D16-6C24-90F4-0B75F3743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811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성적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BA5C5E9C-5D88-EC1C-C620-CEEA69499CB6}"/>
                </a:ext>
              </a:extLst>
            </p:cNvPr>
            <p:cNvSpPr/>
            <p:nvPr/>
          </p:nvSpPr>
          <p:spPr>
            <a:xfrm>
              <a:off x="2216445" y="4800927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4.5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3" name="Rectangle 191">
              <a:extLst>
                <a:ext uri="{FF2B5EF4-FFF2-40B4-BE49-F238E27FC236}">
                  <a16:creationId xmlns:a16="http://schemas.microsoft.com/office/drawing/2014/main" id="{F48F811C-EB40-ABAD-1927-A9C159AF7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882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849505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0C7777-F683-01A3-4B1D-CB4684E3EE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D2600E6-763B-329E-8C92-29605C387660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B02E906-0FB9-C879-11A7-B6FFCBD02A7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968B5AEB-01F6-8CB1-2429-611CC5A425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430372"/>
              </p:ext>
            </p:extLst>
          </p:nvPr>
        </p:nvGraphicFramePr>
        <p:xfrm>
          <a:off x="6969418" y="2548005"/>
          <a:ext cx="2772114" cy="243285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성적을 입력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F9CC591-D28C-17EB-415D-6A9E42F98C1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401B333-8341-EC78-159F-6D2DF02EA1B7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46016C8-ECF7-04C8-9AB0-C8BC58AF35C8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BCDDC47-BAA4-8246-09F5-D055F954071C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AC018430-EFDE-5A67-DD80-A17F6608B4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8CACE63-6252-0F0B-2BD4-536F0E151943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E5901C18-B949-5E5D-3081-C774CFD110ED}"/>
              </a:ext>
            </a:extLst>
          </p:cNvPr>
          <p:cNvSpPr/>
          <p:nvPr/>
        </p:nvSpPr>
        <p:spPr>
          <a:xfrm>
            <a:off x="6397011" y="5715276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358EE29D-E659-B409-FFF7-E9301EBD3230}"/>
              </a:ext>
            </a:extLst>
          </p:cNvPr>
          <p:cNvSpPr/>
          <p:nvPr/>
        </p:nvSpPr>
        <p:spPr>
          <a:xfrm>
            <a:off x="5936915" y="5715276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DAF1856-11D4-2E36-B349-435E5AB294AE}"/>
              </a:ext>
            </a:extLst>
          </p:cNvPr>
          <p:cNvGraphicFramePr>
            <a:graphicFrameLocks noGrp="1"/>
          </p:cNvGraphicFramePr>
          <p:nvPr/>
        </p:nvGraphicFramePr>
        <p:xfrm>
          <a:off x="278978" y="1628800"/>
          <a:ext cx="6510760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95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753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지방세 세목별 과세증명서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보험료 납입확인서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19183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629346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108985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18" name="그룹 17">
            <a:extLst>
              <a:ext uri="{FF2B5EF4-FFF2-40B4-BE49-F238E27FC236}">
                <a16:creationId xmlns:a16="http://schemas.microsoft.com/office/drawing/2014/main" id="{3BA9B3CB-893D-F26E-3F5E-09F279F22F26}"/>
              </a:ext>
            </a:extLst>
          </p:cNvPr>
          <p:cNvGrpSpPr/>
          <p:nvPr/>
        </p:nvGrpSpPr>
        <p:grpSpPr>
          <a:xfrm>
            <a:off x="4703872" y="2374632"/>
            <a:ext cx="775054" cy="144462"/>
            <a:chOff x="2716253" y="2405617"/>
            <a:chExt cx="775054" cy="144462"/>
          </a:xfrm>
        </p:grpSpPr>
        <p:sp>
          <p:nvSpPr>
            <p:cNvPr id="19" name="Rectangle 191">
              <a:extLst>
                <a:ext uri="{FF2B5EF4-FFF2-40B4-BE49-F238E27FC236}">
                  <a16:creationId xmlns:a16="http://schemas.microsoft.com/office/drawing/2014/main" id="{379785C6-D7C9-8118-1707-F0AAC06EF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20" name="개체 19">
              <a:extLst>
                <a:ext uri="{FF2B5EF4-FFF2-40B4-BE49-F238E27FC236}">
                  <a16:creationId xmlns:a16="http://schemas.microsoft.com/office/drawing/2014/main" id="{CDF5978E-ADA0-E847-2AAA-5C2A07A15E9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0" name="개체 19">
                          <a:extLst>
                            <a:ext uri="{FF2B5EF4-FFF2-40B4-BE49-F238E27FC236}">
                              <a16:creationId xmlns:a16="http://schemas.microsoft.com/office/drawing/2014/main" id="{A211F59D-D7CB-E94D-B511-D57B2F4B48B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B9B3147-310B-DD39-F120-0A08B64C476D}"/>
              </a:ext>
            </a:extLst>
          </p:cNvPr>
          <p:cNvSpPr/>
          <p:nvPr/>
        </p:nvSpPr>
        <p:spPr>
          <a:xfrm>
            <a:off x="2069775" y="378109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C36DB67-4937-C15F-2174-7BDE50B02F16}"/>
              </a:ext>
            </a:extLst>
          </p:cNvPr>
          <p:cNvSpPr/>
          <p:nvPr/>
        </p:nvSpPr>
        <p:spPr>
          <a:xfrm>
            <a:off x="3722773" y="378108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D9C2BB0-4CA1-A667-7BF8-22E54AFC27B1}"/>
              </a:ext>
            </a:extLst>
          </p:cNvPr>
          <p:cNvSpPr/>
          <p:nvPr/>
        </p:nvSpPr>
        <p:spPr>
          <a:xfrm>
            <a:off x="2069775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F300EEE-45F3-4656-AD2E-AFA68CD58256}"/>
              </a:ext>
            </a:extLst>
          </p:cNvPr>
          <p:cNvSpPr/>
          <p:nvPr/>
        </p:nvSpPr>
        <p:spPr>
          <a:xfrm>
            <a:off x="3722773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31044E0-A42E-C8FF-C720-483BA0B9AC6D}"/>
              </a:ext>
            </a:extLst>
          </p:cNvPr>
          <p:cNvSpPr/>
          <p:nvPr/>
        </p:nvSpPr>
        <p:spPr>
          <a:xfrm>
            <a:off x="2069775" y="448527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0F89C2E-C72F-ECAD-5902-AA106AFB9AEF}"/>
              </a:ext>
            </a:extLst>
          </p:cNvPr>
          <p:cNvSpPr/>
          <p:nvPr/>
        </p:nvSpPr>
        <p:spPr>
          <a:xfrm>
            <a:off x="3722773" y="448526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BDDA34B-5D43-E6EF-A4A9-236B3B75298B}"/>
              </a:ext>
            </a:extLst>
          </p:cNvPr>
          <p:cNvSpPr/>
          <p:nvPr/>
        </p:nvSpPr>
        <p:spPr>
          <a:xfrm>
            <a:off x="2069775" y="472735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한부모가족보호대상확인서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29F41DD-8DFD-4921-A54B-479FC4530201}"/>
              </a:ext>
            </a:extLst>
          </p:cNvPr>
          <p:cNvSpPr/>
          <p:nvPr/>
        </p:nvSpPr>
        <p:spPr>
          <a:xfrm>
            <a:off x="3722773" y="472735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B47CBC2-7BE1-7795-A700-8682E57D0A3C}"/>
              </a:ext>
            </a:extLst>
          </p:cNvPr>
          <p:cNvSpPr/>
          <p:nvPr/>
        </p:nvSpPr>
        <p:spPr>
          <a:xfrm>
            <a:off x="2069775" y="496315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장애인증명서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621FB58-1397-2EF0-17A1-FCC1FA82F7CA}"/>
              </a:ext>
            </a:extLst>
          </p:cNvPr>
          <p:cNvSpPr/>
          <p:nvPr/>
        </p:nvSpPr>
        <p:spPr>
          <a:xfrm>
            <a:off x="3722773" y="496315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591777D3-995B-7511-CB99-98C3C97FDD7A}"/>
              </a:ext>
            </a:extLst>
          </p:cNvPr>
          <p:cNvGrpSpPr/>
          <p:nvPr/>
        </p:nvGrpSpPr>
        <p:grpSpPr>
          <a:xfrm>
            <a:off x="2105056" y="5453396"/>
            <a:ext cx="1105196" cy="128396"/>
            <a:chOff x="3438680" y="4305150"/>
            <a:chExt cx="1105196" cy="128396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09F83BAE-16C0-F2C3-9DC6-58239DDF5C95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2" name="Picture 10">
              <a:extLst>
                <a:ext uri="{FF2B5EF4-FFF2-40B4-BE49-F238E27FC236}">
                  <a16:creationId xmlns:a16="http://schemas.microsoft.com/office/drawing/2014/main" id="{71A33326-6ED9-DDAD-2ED9-2C92B1A5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2B95BE59-B511-74CB-4657-6667FEE4C08E}"/>
              </a:ext>
            </a:extLst>
          </p:cNvPr>
          <p:cNvGrpSpPr/>
          <p:nvPr/>
        </p:nvGrpSpPr>
        <p:grpSpPr>
          <a:xfrm>
            <a:off x="3291469" y="5453396"/>
            <a:ext cx="1105196" cy="128396"/>
            <a:chOff x="3438680" y="4305150"/>
            <a:chExt cx="1105196" cy="128396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E426912D-9AD6-68F6-5913-7AE31CCBE0C2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9" name="Picture 10">
              <a:extLst>
                <a:ext uri="{FF2B5EF4-FFF2-40B4-BE49-F238E27FC236}">
                  <a16:creationId xmlns:a16="http://schemas.microsoft.com/office/drawing/2014/main" id="{50F6AD19-5544-7BC5-AAA3-BB9CEA048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22257A3B-ECA6-4B6B-4358-FF224436E22E}"/>
              </a:ext>
            </a:extLst>
          </p:cNvPr>
          <p:cNvGrpSpPr/>
          <p:nvPr/>
        </p:nvGrpSpPr>
        <p:grpSpPr>
          <a:xfrm>
            <a:off x="2064729" y="2374632"/>
            <a:ext cx="505750" cy="144462"/>
            <a:chOff x="2716253" y="2405617"/>
            <a:chExt cx="505750" cy="144462"/>
          </a:xfrm>
        </p:grpSpPr>
        <p:sp>
          <p:nvSpPr>
            <p:cNvPr id="51" name="Rectangle 191">
              <a:extLst>
                <a:ext uri="{FF2B5EF4-FFF2-40B4-BE49-F238E27FC236}">
                  <a16:creationId xmlns:a16="http://schemas.microsoft.com/office/drawing/2014/main" id="{29F80555-C07F-710A-E063-FDCC41EF7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52" name="개체 51">
              <a:extLst>
                <a:ext uri="{FF2B5EF4-FFF2-40B4-BE49-F238E27FC236}">
                  <a16:creationId xmlns:a16="http://schemas.microsoft.com/office/drawing/2014/main" id="{FC6922C6-6536-3D9F-5973-F485BB7FBD6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52" name="개체 51">
                          <a:extLst>
                            <a:ext uri="{FF2B5EF4-FFF2-40B4-BE49-F238E27FC236}">
                              <a16:creationId xmlns:a16="http://schemas.microsoft.com/office/drawing/2014/main" id="{F432F6B6-ABE7-12B5-60B0-EAA54860F00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5FD3A6D-0185-34E1-F860-43054B273D34}"/>
              </a:ext>
            </a:extLst>
          </p:cNvPr>
          <p:cNvSpPr/>
          <p:nvPr/>
        </p:nvSpPr>
        <p:spPr>
          <a:xfrm>
            <a:off x="2069775" y="401439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C387FFB-908D-2C6F-AA52-644DB02A37E7}"/>
              </a:ext>
            </a:extLst>
          </p:cNvPr>
          <p:cNvSpPr/>
          <p:nvPr/>
        </p:nvSpPr>
        <p:spPr>
          <a:xfrm>
            <a:off x="3722773" y="401438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22214AE-A38B-6D63-3999-9C2D5AC1F815}"/>
              </a:ext>
            </a:extLst>
          </p:cNvPr>
          <p:cNvSpPr/>
          <p:nvPr/>
        </p:nvSpPr>
        <p:spPr>
          <a:xfrm>
            <a:off x="4031180" y="378618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F5104E6-4AE5-74AB-A886-D712DCA19C74}"/>
              </a:ext>
            </a:extLst>
          </p:cNvPr>
          <p:cNvSpPr/>
          <p:nvPr/>
        </p:nvSpPr>
        <p:spPr>
          <a:xfrm>
            <a:off x="4031180" y="400926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F3C648C-10AA-BDAD-12BD-95872D500144}"/>
              </a:ext>
            </a:extLst>
          </p:cNvPr>
          <p:cNvSpPr/>
          <p:nvPr/>
        </p:nvSpPr>
        <p:spPr>
          <a:xfrm>
            <a:off x="4031180" y="425709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D795C39-AF90-5C95-BBA9-C45C404417CC}"/>
              </a:ext>
            </a:extLst>
          </p:cNvPr>
          <p:cNvSpPr/>
          <p:nvPr/>
        </p:nvSpPr>
        <p:spPr>
          <a:xfrm>
            <a:off x="4031180" y="448526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5AF26A1-1C62-FCDF-BC64-14C7198DCE87}"/>
              </a:ext>
            </a:extLst>
          </p:cNvPr>
          <p:cNvSpPr/>
          <p:nvPr/>
        </p:nvSpPr>
        <p:spPr>
          <a:xfrm>
            <a:off x="4031180" y="472514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BD676D24-5597-4580-7210-0BA09641CDD1}"/>
              </a:ext>
            </a:extLst>
          </p:cNvPr>
          <p:cNvSpPr/>
          <p:nvPr/>
        </p:nvSpPr>
        <p:spPr>
          <a:xfrm>
            <a:off x="4031180" y="49612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3E23948C-0DFD-EE95-D7BF-67B951AC2B66}"/>
              </a:ext>
            </a:extLst>
          </p:cNvPr>
          <p:cNvGrpSpPr/>
          <p:nvPr/>
        </p:nvGrpSpPr>
        <p:grpSpPr>
          <a:xfrm>
            <a:off x="2649668" y="2374632"/>
            <a:ext cx="505750" cy="144462"/>
            <a:chOff x="2716253" y="2405617"/>
            <a:chExt cx="505750" cy="144462"/>
          </a:xfrm>
        </p:grpSpPr>
        <p:sp>
          <p:nvSpPr>
            <p:cNvPr id="65" name="Rectangle 191">
              <a:extLst>
                <a:ext uri="{FF2B5EF4-FFF2-40B4-BE49-F238E27FC236}">
                  <a16:creationId xmlns:a16="http://schemas.microsoft.com/office/drawing/2014/main" id="{711534D2-E834-6124-B14C-E045774FF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66" name="개체 65">
              <a:extLst>
                <a:ext uri="{FF2B5EF4-FFF2-40B4-BE49-F238E27FC236}">
                  <a16:creationId xmlns:a16="http://schemas.microsoft.com/office/drawing/2014/main" id="{4433464B-E191-8944-1303-E47D314AECF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66" name="개체 65">
                          <a:extLst>
                            <a:ext uri="{FF2B5EF4-FFF2-40B4-BE49-F238E27FC236}">
                              <a16:creationId xmlns:a16="http://schemas.microsoft.com/office/drawing/2014/main" id="{6B8DE51D-E223-D244-EB5B-0F017543EC3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D5051CB0-D870-A834-5A02-5196CD9C3D11}"/>
              </a:ext>
            </a:extLst>
          </p:cNvPr>
          <p:cNvGrpSpPr/>
          <p:nvPr/>
        </p:nvGrpSpPr>
        <p:grpSpPr>
          <a:xfrm>
            <a:off x="3217980" y="2374632"/>
            <a:ext cx="595518" cy="144462"/>
            <a:chOff x="2716253" y="2405617"/>
            <a:chExt cx="595518" cy="144462"/>
          </a:xfrm>
        </p:grpSpPr>
        <p:sp>
          <p:nvSpPr>
            <p:cNvPr id="68" name="Rectangle 191">
              <a:extLst>
                <a:ext uri="{FF2B5EF4-FFF2-40B4-BE49-F238E27FC236}">
                  <a16:creationId xmlns:a16="http://schemas.microsoft.com/office/drawing/2014/main" id="{099AD14E-24B2-772D-D7A3-2B9401F42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17" name="개체 116">
              <a:extLst>
                <a:ext uri="{FF2B5EF4-FFF2-40B4-BE49-F238E27FC236}">
                  <a16:creationId xmlns:a16="http://schemas.microsoft.com/office/drawing/2014/main" id="{A5205FD5-BFC6-5D1C-71A0-14A869FA306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17" name="개체 116">
                          <a:extLst>
                            <a:ext uri="{FF2B5EF4-FFF2-40B4-BE49-F238E27FC236}">
                              <a16:creationId xmlns:a16="http://schemas.microsoft.com/office/drawing/2014/main" id="{45B3FB4B-1AFF-BB0B-3115-F8233D3D4D9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13D6C4A-06B6-346F-775D-DFA251AA41F0}"/>
              </a:ext>
            </a:extLst>
          </p:cNvPr>
          <p:cNvGrpSpPr/>
          <p:nvPr/>
        </p:nvGrpSpPr>
        <p:grpSpPr>
          <a:xfrm>
            <a:off x="3869105" y="2380518"/>
            <a:ext cx="775737" cy="144463"/>
            <a:chOff x="3327015" y="1527346"/>
            <a:chExt cx="775737" cy="144463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260E866A-1FCA-FA20-7599-A3963B550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120" name="개체 119">
              <a:extLst>
                <a:ext uri="{FF2B5EF4-FFF2-40B4-BE49-F238E27FC236}">
                  <a16:creationId xmlns:a16="http://schemas.microsoft.com/office/drawing/2014/main" id="{FFAD0E8F-8BDC-F81B-613D-E8ABEE24907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20" name="개체 119">
                          <a:extLst>
                            <a:ext uri="{FF2B5EF4-FFF2-40B4-BE49-F238E27FC236}">
                              <a16:creationId xmlns:a16="http://schemas.microsoft.com/office/drawing/2014/main" id="{1B288558-83CA-B4EA-DD26-FB64F151062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9D706436-2D47-639B-D55F-ED3F55B1A8DC}"/>
              </a:ext>
            </a:extLst>
          </p:cNvPr>
          <p:cNvSpPr/>
          <p:nvPr/>
        </p:nvSpPr>
        <p:spPr>
          <a:xfrm>
            <a:off x="3023273" y="307236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C528AC6F-427D-6EEF-E004-4C0C98099EE9}"/>
              </a:ext>
            </a:extLst>
          </p:cNvPr>
          <p:cNvSpPr/>
          <p:nvPr/>
        </p:nvSpPr>
        <p:spPr>
          <a:xfrm>
            <a:off x="4676271" y="307236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A31C4FA3-882D-255A-0354-D0F5DAD63B17}"/>
              </a:ext>
            </a:extLst>
          </p:cNvPr>
          <p:cNvSpPr/>
          <p:nvPr/>
        </p:nvSpPr>
        <p:spPr>
          <a:xfrm>
            <a:off x="4984678" y="307235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24" name="Rectangle 191">
            <a:extLst>
              <a:ext uri="{FF2B5EF4-FFF2-40B4-BE49-F238E27FC236}">
                <a16:creationId xmlns:a16="http://schemas.microsoft.com/office/drawing/2014/main" id="{CB36386F-062D-7F19-EC80-4E7DF6C88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0343" y="3094937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자녀수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BEF326C-DA83-4A87-C948-FEE6B53C3EF1}"/>
              </a:ext>
            </a:extLst>
          </p:cNvPr>
          <p:cNvSpPr/>
          <p:nvPr/>
        </p:nvSpPr>
        <p:spPr>
          <a:xfrm>
            <a:off x="2368375" y="3073579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명</a:t>
            </a:r>
          </a:p>
        </p:txBody>
      </p:sp>
      <p:sp>
        <p:nvSpPr>
          <p:cNvPr id="126" name="Rectangle 191">
            <a:extLst>
              <a:ext uri="{FF2B5EF4-FFF2-40B4-BE49-F238E27FC236}">
                <a16:creationId xmlns:a16="http://schemas.microsoft.com/office/drawing/2014/main" id="{DC4C5D19-C867-C57A-1787-877617A15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2472" y="30851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9E496D-B2A1-F164-AE22-602E26357E0B}"/>
              </a:ext>
            </a:extLst>
          </p:cNvPr>
          <p:cNvSpPr/>
          <p:nvPr/>
        </p:nvSpPr>
        <p:spPr>
          <a:xfrm>
            <a:off x="3088653" y="354983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EF266C17-262F-1FBF-EDA1-7094E4117851}"/>
              </a:ext>
            </a:extLst>
          </p:cNvPr>
          <p:cNvSpPr/>
          <p:nvPr/>
        </p:nvSpPr>
        <p:spPr>
          <a:xfrm>
            <a:off x="4741651" y="354982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EFD4E3F5-4705-9AA0-F2FA-819FF32DFFBE}"/>
              </a:ext>
            </a:extLst>
          </p:cNvPr>
          <p:cNvSpPr/>
          <p:nvPr/>
        </p:nvSpPr>
        <p:spPr>
          <a:xfrm>
            <a:off x="5050058" y="354982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6" name="Rectangle 191">
            <a:extLst>
              <a:ext uri="{FF2B5EF4-FFF2-40B4-BE49-F238E27FC236}">
                <a16:creationId xmlns:a16="http://schemas.microsoft.com/office/drawing/2014/main" id="{445DE596-1CBE-FBC4-9BEA-349B0EB58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4382" y="3565113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7" name="Rectangle 191">
            <a:extLst>
              <a:ext uri="{FF2B5EF4-FFF2-40B4-BE49-F238E27FC236}">
                <a16:creationId xmlns:a16="http://schemas.microsoft.com/office/drawing/2014/main" id="{EEBF318D-B8C9-111D-C92E-7E1C8233F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9144" y="3565539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ABDBD7F6-BC8D-17DB-E041-31B063048412}"/>
              </a:ext>
            </a:extLst>
          </p:cNvPr>
          <p:cNvSpPr/>
          <p:nvPr/>
        </p:nvSpPr>
        <p:spPr>
          <a:xfrm>
            <a:off x="2462476" y="3544181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A6EB7043-354A-53D2-FBF2-956B43572456}"/>
              </a:ext>
            </a:extLst>
          </p:cNvPr>
          <p:cNvSpPr>
            <a:spLocks noChangeAspect="1"/>
          </p:cNvSpPr>
          <p:nvPr/>
        </p:nvSpPr>
        <p:spPr>
          <a:xfrm>
            <a:off x="4252665" y="22280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AF1B9AA0-CAE7-7C0A-09DD-8F5FC80D6216}"/>
              </a:ext>
            </a:extLst>
          </p:cNvPr>
          <p:cNvSpPr>
            <a:spLocks noChangeAspect="1"/>
          </p:cNvSpPr>
          <p:nvPr/>
        </p:nvSpPr>
        <p:spPr>
          <a:xfrm>
            <a:off x="512127" y="26130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88463A12-CD59-8F88-DF95-592B01765A4E}"/>
              </a:ext>
            </a:extLst>
          </p:cNvPr>
          <p:cNvSpPr>
            <a:spLocks noChangeAspect="1"/>
          </p:cNvSpPr>
          <p:nvPr/>
        </p:nvSpPr>
        <p:spPr>
          <a:xfrm>
            <a:off x="512127" y="283515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F610C4EC-5081-1670-5AF9-AC9B36F0CB45}"/>
              </a:ext>
            </a:extLst>
          </p:cNvPr>
          <p:cNvSpPr>
            <a:spLocks noChangeAspect="1"/>
          </p:cNvSpPr>
          <p:nvPr/>
        </p:nvSpPr>
        <p:spPr>
          <a:xfrm>
            <a:off x="512127" y="306916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022CA8CA-CD13-414D-45D1-2F5FE0EF21A0}"/>
              </a:ext>
            </a:extLst>
          </p:cNvPr>
          <p:cNvSpPr>
            <a:spLocks noChangeAspect="1"/>
          </p:cNvSpPr>
          <p:nvPr/>
        </p:nvSpPr>
        <p:spPr>
          <a:xfrm>
            <a:off x="512127" y="354409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85826C69-3580-D04F-16C8-AB2C871AADAD}"/>
              </a:ext>
            </a:extLst>
          </p:cNvPr>
          <p:cNvGrpSpPr/>
          <p:nvPr/>
        </p:nvGrpSpPr>
        <p:grpSpPr>
          <a:xfrm>
            <a:off x="2072680" y="2609825"/>
            <a:ext cx="3933984" cy="144016"/>
            <a:chOff x="1394306" y="2609825"/>
            <a:chExt cx="3933984" cy="144016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E9D6F4B8-0C92-D47F-FBDA-143BD501CA49}"/>
                </a:ext>
              </a:extLst>
            </p:cNvPr>
            <p:cNvSpPr/>
            <p:nvPr/>
          </p:nvSpPr>
          <p:spPr>
            <a:xfrm>
              <a:off x="3102711" y="2609833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지방세세목별과세증명서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.zip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026CC697-2386-0453-3D85-6D8A5CD677A4}"/>
                </a:ext>
              </a:extLst>
            </p:cNvPr>
            <p:cNvSpPr/>
            <p:nvPr/>
          </p:nvSpPr>
          <p:spPr>
            <a:xfrm>
              <a:off x="4755709" y="2609825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3E5A7DEF-50DE-CABE-140E-7C1BE0DB9233}"/>
                </a:ext>
              </a:extLst>
            </p:cNvPr>
            <p:cNvSpPr/>
            <p:nvPr/>
          </p:nvSpPr>
          <p:spPr>
            <a:xfrm>
              <a:off x="5064116" y="2609825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48" name="Rectangle 191">
              <a:extLst>
                <a:ext uri="{FF2B5EF4-FFF2-40B4-BE49-F238E27FC236}">
                  <a16:creationId xmlns:a16="http://schemas.microsoft.com/office/drawing/2014/main" id="{46284D76-ABB5-25F9-138D-5C93D799A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850" y="2627972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49" name="Rectangle 191">
              <a:extLst>
                <a:ext uri="{FF2B5EF4-FFF2-40B4-BE49-F238E27FC236}">
                  <a16:creationId xmlns:a16="http://schemas.microsoft.com/office/drawing/2014/main" id="{37020A50-511F-37B6-E5AE-12E3EFD35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306" y="2627972"/>
              <a:ext cx="9650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재산세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6F8AB9D-E446-F3E6-6376-C11FE6C3D53C}"/>
                </a:ext>
              </a:extLst>
            </p:cNvPr>
            <p:cNvSpPr/>
            <p:nvPr/>
          </p:nvSpPr>
          <p:spPr>
            <a:xfrm>
              <a:off x="2371417" y="2609833"/>
              <a:ext cx="4752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7C2E609-89BD-3CFC-2EDF-1869724DBC71}"/>
              </a:ext>
            </a:extLst>
          </p:cNvPr>
          <p:cNvGrpSpPr/>
          <p:nvPr/>
        </p:nvGrpSpPr>
        <p:grpSpPr>
          <a:xfrm>
            <a:off x="2079144" y="2847084"/>
            <a:ext cx="3660710" cy="144016"/>
            <a:chOff x="2008170" y="2687952"/>
            <a:chExt cx="3660710" cy="144016"/>
          </a:xfrm>
        </p:grpSpPr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2CF20CC4-6731-1AD2-D24B-C30201EDDF82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654ADBD9-E805-D184-D6C1-E072A03E819F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64BD8250-1020-B7CC-3895-B0B71E5C142D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55" name="Rectangle 191">
              <a:extLst>
                <a:ext uri="{FF2B5EF4-FFF2-40B4-BE49-F238E27FC236}">
                  <a16:creationId xmlns:a16="http://schemas.microsoft.com/office/drawing/2014/main" id="{CA967C6C-4327-992B-7043-9F743B368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56" name="Rectangle 191">
              <a:extLst>
                <a:ext uri="{FF2B5EF4-FFF2-40B4-BE49-F238E27FC236}">
                  <a16:creationId xmlns:a16="http://schemas.microsoft.com/office/drawing/2014/main" id="{E6966F0F-B4D8-2BBD-51D7-F31437F1E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72B908F1-0A71-BEB9-9AE5-F0E97FD3CDE2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DEE080C8-794C-C6E1-BF60-B4EE98156150}"/>
              </a:ext>
            </a:extLst>
          </p:cNvPr>
          <p:cNvGrpSpPr/>
          <p:nvPr/>
        </p:nvGrpSpPr>
        <p:grpSpPr>
          <a:xfrm>
            <a:off x="2064729" y="3318135"/>
            <a:ext cx="2704513" cy="144016"/>
            <a:chOff x="1897884" y="2847629"/>
            <a:chExt cx="2704513" cy="144016"/>
          </a:xfrm>
        </p:grpSpPr>
        <p:sp>
          <p:nvSpPr>
            <p:cNvPr id="159" name="직사각형 158">
              <a:extLst>
                <a:ext uri="{FF2B5EF4-FFF2-40B4-BE49-F238E27FC236}">
                  <a16:creationId xmlns:a16="http://schemas.microsoft.com/office/drawing/2014/main" id="{1465F216-4ADD-D839-460F-5D65656E2AC6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7BF843AD-E42F-4C56-7E5F-2CE6D0A236A3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D053A5A7-9B4B-A73A-57F5-968C7144E47D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C87E4FD9-3794-1AD2-1A9F-ED8FF71F50E4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677D2F69-2EF5-CA75-DD97-97D2D43019B1}"/>
              </a:ext>
            </a:extLst>
          </p:cNvPr>
          <p:cNvSpPr/>
          <p:nvPr/>
        </p:nvSpPr>
        <p:spPr>
          <a:xfrm>
            <a:off x="668524" y="515721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C76CE33B-80DF-F0C2-441B-33CD8DFF838A}"/>
              </a:ext>
            </a:extLst>
          </p:cNvPr>
          <p:cNvSpPr>
            <a:spLocks noChangeAspect="1"/>
          </p:cNvSpPr>
          <p:nvPr/>
        </p:nvSpPr>
        <p:spPr>
          <a:xfrm>
            <a:off x="512127" y="520322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D604AD0-E2CB-0812-7C32-7948D04D042B}"/>
              </a:ext>
            </a:extLst>
          </p:cNvPr>
          <p:cNvSpPr/>
          <p:nvPr/>
        </p:nvSpPr>
        <p:spPr>
          <a:xfrm>
            <a:off x="668524" y="327951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113CB7EF-A9D3-F917-0C0A-B981BA3D8A94}"/>
              </a:ext>
            </a:extLst>
          </p:cNvPr>
          <p:cNvSpPr>
            <a:spLocks noChangeAspect="1"/>
          </p:cNvSpPr>
          <p:nvPr/>
        </p:nvSpPr>
        <p:spPr>
          <a:xfrm>
            <a:off x="512127" y="332552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3DB489C0-390D-F664-625E-348104502943}"/>
              </a:ext>
            </a:extLst>
          </p:cNvPr>
          <p:cNvSpPr/>
          <p:nvPr/>
        </p:nvSpPr>
        <p:spPr>
          <a:xfrm>
            <a:off x="668524" y="2564808"/>
            <a:ext cx="6121214" cy="468398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081FEA73-854F-63AD-DEC1-D913C7233427}"/>
              </a:ext>
            </a:extLst>
          </p:cNvPr>
          <p:cNvGrpSpPr/>
          <p:nvPr/>
        </p:nvGrpSpPr>
        <p:grpSpPr>
          <a:xfrm>
            <a:off x="2072680" y="5189452"/>
            <a:ext cx="3233421" cy="147760"/>
            <a:chOff x="2011811" y="4800927"/>
            <a:chExt cx="3233421" cy="147760"/>
          </a:xfrm>
        </p:grpSpPr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B62AAF08-A841-B6BB-B97B-584B7CF4D6ED}"/>
                </a:ext>
              </a:extLst>
            </p:cNvPr>
            <p:cNvGrpSpPr/>
            <p:nvPr/>
          </p:nvGrpSpPr>
          <p:grpSpPr>
            <a:xfrm>
              <a:off x="2858269" y="4804671"/>
              <a:ext cx="2386963" cy="144016"/>
              <a:chOff x="1897884" y="4476806"/>
              <a:chExt cx="2386963" cy="144016"/>
            </a:xfrm>
          </p:grpSpPr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248B972B-984C-64DC-A75B-FE307827F421}"/>
                  </a:ext>
                </a:extLst>
              </p:cNvPr>
              <p:cNvSpPr/>
              <p:nvPr/>
            </p:nvSpPr>
            <p:spPr>
              <a:xfrm>
                <a:off x="1897884" y="4476814"/>
                <a:ext cx="1620000" cy="144000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Ins="36000"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75" name="직사각형 174">
                <a:extLst>
                  <a:ext uri="{FF2B5EF4-FFF2-40B4-BE49-F238E27FC236}">
                    <a16:creationId xmlns:a16="http://schemas.microsoft.com/office/drawing/2014/main" id="{472DB343-78D8-69BF-672B-01B84F66A502}"/>
                  </a:ext>
                </a:extLst>
              </p:cNvPr>
              <p:cNvSpPr/>
              <p:nvPr/>
            </p:nvSpPr>
            <p:spPr>
              <a:xfrm>
                <a:off x="3550882" y="4476806"/>
                <a:ext cx="264174" cy="144016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추가</a:t>
                </a:r>
              </a:p>
            </p:txBody>
          </p:sp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71D23B6D-0F78-CDE9-44D4-17555815099B}"/>
                  </a:ext>
                </a:extLst>
              </p:cNvPr>
              <p:cNvSpPr/>
              <p:nvPr/>
            </p:nvSpPr>
            <p:spPr>
              <a:xfrm>
                <a:off x="3859392" y="4476806"/>
                <a:ext cx="425455" cy="144016"/>
              </a:xfrm>
              <a:prstGeom prst="rect">
                <a:avLst/>
              </a:prstGeom>
              <a:solidFill>
                <a:srgbClr val="FFFF00"/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양식받기</a:t>
                </a: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71" name="Rectangle 191">
              <a:extLst>
                <a:ext uri="{FF2B5EF4-FFF2-40B4-BE49-F238E27FC236}">
                  <a16:creationId xmlns:a16="http://schemas.microsoft.com/office/drawing/2014/main" id="{90C32041-59D2-93E7-7C78-809E9C7B2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811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성적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2AF933F0-0D0B-4B6F-7BD9-0F97875ACF8A}"/>
                </a:ext>
              </a:extLst>
            </p:cNvPr>
            <p:cNvSpPr/>
            <p:nvPr/>
          </p:nvSpPr>
          <p:spPr>
            <a:xfrm>
              <a:off x="2216445" y="4800927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4.5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3" name="Rectangle 191">
              <a:extLst>
                <a:ext uri="{FF2B5EF4-FFF2-40B4-BE49-F238E27FC236}">
                  <a16:creationId xmlns:a16="http://schemas.microsoft.com/office/drawing/2014/main" id="{4EA81E65-A027-370E-B4B8-24D84531F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882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812538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87597-6A17-C17F-C948-6CE99A754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84F48CE-F195-2877-C0E3-1DA07F38ECDA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C34F394-F653-8BC8-EDB0-22541741E7C8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76B6FA29-5372-EC00-1424-9041D36481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2689639"/>
              </p:ext>
            </p:extLst>
          </p:nvPr>
        </p:nvGraphicFramePr>
        <p:xfrm>
          <a:off x="6969418" y="2548005"/>
          <a:ext cx="2772114" cy="26970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다문화가정자녀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기본증명서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성적을 입력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CE67BC16-E0F8-5DC0-8587-71E6140A5C5A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023824D-C650-46C5-625D-98060D1C4578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9648582-44D2-11DC-3BFF-D283AE2D02CE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A93DDF29-7523-55ED-4357-3DA22C4DBA91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9E6F56B0-0633-4983-596F-EACBC22EA7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1CD5B2EB-4025-5531-1BA8-C7CE8BC36B46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37F44459-8CC2-A1C1-F4A0-12285FB4973A}"/>
              </a:ext>
            </a:extLst>
          </p:cNvPr>
          <p:cNvSpPr/>
          <p:nvPr/>
        </p:nvSpPr>
        <p:spPr>
          <a:xfrm>
            <a:off x="6397011" y="5517232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491C339F-7665-71AE-60E5-67EEFC7EA362}"/>
              </a:ext>
            </a:extLst>
          </p:cNvPr>
          <p:cNvSpPr/>
          <p:nvPr/>
        </p:nvSpPr>
        <p:spPr>
          <a:xfrm>
            <a:off x="5936915" y="5517232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26E4B20D-79BB-EBAA-2511-3D9B1EB357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522025"/>
              </p:ext>
            </p:extLst>
          </p:nvPr>
        </p:nvGraphicFramePr>
        <p:xfrm>
          <a:off x="292846" y="1628800"/>
          <a:ext cx="6496892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56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5432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057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629346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108985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59" name="직사각형 58">
            <a:extLst>
              <a:ext uri="{FF2B5EF4-FFF2-40B4-BE49-F238E27FC236}">
                <a16:creationId xmlns:a16="http://schemas.microsoft.com/office/drawing/2014/main" id="{B954A200-B1BF-F079-355B-C45EB354C892}"/>
              </a:ext>
            </a:extLst>
          </p:cNvPr>
          <p:cNvSpPr/>
          <p:nvPr/>
        </p:nvSpPr>
        <p:spPr>
          <a:xfrm>
            <a:off x="1927742" y="355564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4E5633D-1583-BE38-3E2E-89C97195C76A}"/>
              </a:ext>
            </a:extLst>
          </p:cNvPr>
          <p:cNvSpPr/>
          <p:nvPr/>
        </p:nvSpPr>
        <p:spPr>
          <a:xfrm>
            <a:off x="3580740" y="355563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B0CF320-7DB3-E565-A31F-0E55303272F8}"/>
              </a:ext>
            </a:extLst>
          </p:cNvPr>
          <p:cNvSpPr/>
          <p:nvPr/>
        </p:nvSpPr>
        <p:spPr>
          <a:xfrm>
            <a:off x="1927742" y="402517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97AF106-4D69-099B-0B42-6F9BF2B7E0C5}"/>
              </a:ext>
            </a:extLst>
          </p:cNvPr>
          <p:cNvSpPr/>
          <p:nvPr/>
        </p:nvSpPr>
        <p:spPr>
          <a:xfrm>
            <a:off x="3580740" y="402516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2AEDC64-52F6-2047-1B89-DEDF95F00287}"/>
              </a:ext>
            </a:extLst>
          </p:cNvPr>
          <p:cNvSpPr/>
          <p:nvPr/>
        </p:nvSpPr>
        <p:spPr>
          <a:xfrm>
            <a:off x="1927742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D727838-60B3-1D50-2962-259EBF0CE4EB}"/>
              </a:ext>
            </a:extLst>
          </p:cNvPr>
          <p:cNvSpPr/>
          <p:nvPr/>
        </p:nvSpPr>
        <p:spPr>
          <a:xfrm>
            <a:off x="3580740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DCBEF92-989A-2F46-6603-56D88C243C79}"/>
              </a:ext>
            </a:extLst>
          </p:cNvPr>
          <p:cNvSpPr/>
          <p:nvPr/>
        </p:nvSpPr>
        <p:spPr>
          <a:xfrm>
            <a:off x="1927742" y="448748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한부모가족보호대상확인서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2AC205F-07E4-A139-55B1-FE1A1FF4A30E}"/>
              </a:ext>
            </a:extLst>
          </p:cNvPr>
          <p:cNvSpPr/>
          <p:nvPr/>
        </p:nvSpPr>
        <p:spPr>
          <a:xfrm>
            <a:off x="3580740" y="448747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54B8318-1FDE-4F51-D668-A243631D24D4}"/>
              </a:ext>
            </a:extLst>
          </p:cNvPr>
          <p:cNvSpPr/>
          <p:nvPr/>
        </p:nvSpPr>
        <p:spPr>
          <a:xfrm>
            <a:off x="1927742" y="472703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장애인증명서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6211539-D487-BA37-6653-ACAC6646985F}"/>
              </a:ext>
            </a:extLst>
          </p:cNvPr>
          <p:cNvSpPr/>
          <p:nvPr/>
        </p:nvSpPr>
        <p:spPr>
          <a:xfrm>
            <a:off x="3580740" y="472702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C679C31E-E474-2989-F935-825E2D97FF9E}"/>
              </a:ext>
            </a:extLst>
          </p:cNvPr>
          <p:cNvGrpSpPr/>
          <p:nvPr/>
        </p:nvGrpSpPr>
        <p:grpSpPr>
          <a:xfrm>
            <a:off x="1963023" y="5217270"/>
            <a:ext cx="1105196" cy="128396"/>
            <a:chOff x="3438680" y="4305150"/>
            <a:chExt cx="1105196" cy="128396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1B53CBCF-B1E0-A4BC-F8B4-DE26574D6E11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71" name="Picture 10">
              <a:extLst>
                <a:ext uri="{FF2B5EF4-FFF2-40B4-BE49-F238E27FC236}">
                  <a16:creationId xmlns:a16="http://schemas.microsoft.com/office/drawing/2014/main" id="{EA4E04AC-D753-3CE8-E717-30F57AB27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A5C661B8-6C5A-7880-42E7-5345B0435057}"/>
              </a:ext>
            </a:extLst>
          </p:cNvPr>
          <p:cNvGrpSpPr/>
          <p:nvPr/>
        </p:nvGrpSpPr>
        <p:grpSpPr>
          <a:xfrm>
            <a:off x="3149436" y="5217270"/>
            <a:ext cx="1105196" cy="128396"/>
            <a:chOff x="3438680" y="4305150"/>
            <a:chExt cx="1105196" cy="128396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D5518C5-60F9-89E5-80CB-06760A42543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75" name="Picture 10">
              <a:extLst>
                <a:ext uri="{FF2B5EF4-FFF2-40B4-BE49-F238E27FC236}">
                  <a16:creationId xmlns:a16="http://schemas.microsoft.com/office/drawing/2014/main" id="{226353AB-5F59-2962-D5B8-6245966A29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865F6FB1-D43D-AE7E-1D5F-12D33394B953}"/>
              </a:ext>
            </a:extLst>
          </p:cNvPr>
          <p:cNvGrpSpPr/>
          <p:nvPr/>
        </p:nvGrpSpPr>
        <p:grpSpPr>
          <a:xfrm>
            <a:off x="1922696" y="2380094"/>
            <a:ext cx="505750" cy="144462"/>
            <a:chOff x="2716253" y="2405617"/>
            <a:chExt cx="505750" cy="144462"/>
          </a:xfrm>
        </p:grpSpPr>
        <p:sp>
          <p:nvSpPr>
            <p:cNvPr id="77" name="Rectangle 191">
              <a:extLst>
                <a:ext uri="{FF2B5EF4-FFF2-40B4-BE49-F238E27FC236}">
                  <a16:creationId xmlns:a16="http://schemas.microsoft.com/office/drawing/2014/main" id="{28197646-87A7-8940-D82E-F5C2B3596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78" name="개체 77">
              <a:extLst>
                <a:ext uri="{FF2B5EF4-FFF2-40B4-BE49-F238E27FC236}">
                  <a16:creationId xmlns:a16="http://schemas.microsoft.com/office/drawing/2014/main" id="{52816A69-942E-9FB1-4100-C04C1D4E201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48" name="개체 147">
                          <a:extLst>
                            <a:ext uri="{FF2B5EF4-FFF2-40B4-BE49-F238E27FC236}">
                              <a16:creationId xmlns:a16="http://schemas.microsoft.com/office/drawing/2014/main" id="{52731109-8165-4D5A-7E0B-7AE925B9EA8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76BDA87-442A-946A-BF07-060B960D606F}"/>
              </a:ext>
            </a:extLst>
          </p:cNvPr>
          <p:cNvSpPr/>
          <p:nvPr/>
        </p:nvSpPr>
        <p:spPr>
          <a:xfrm>
            <a:off x="1927742" y="378734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04D32983-76AB-8E97-A22E-6F30E3A1C193}"/>
              </a:ext>
            </a:extLst>
          </p:cNvPr>
          <p:cNvSpPr/>
          <p:nvPr/>
        </p:nvSpPr>
        <p:spPr>
          <a:xfrm>
            <a:off x="3580740" y="378733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9E17F86-9274-85B7-F945-70B51CAEC595}"/>
              </a:ext>
            </a:extLst>
          </p:cNvPr>
          <p:cNvSpPr/>
          <p:nvPr/>
        </p:nvSpPr>
        <p:spPr>
          <a:xfrm>
            <a:off x="3889147" y="357662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EF59BF6-23BB-E0E1-1385-CB4C9EA9A8FF}"/>
              </a:ext>
            </a:extLst>
          </p:cNvPr>
          <p:cNvSpPr/>
          <p:nvPr/>
        </p:nvSpPr>
        <p:spPr>
          <a:xfrm>
            <a:off x="3889147" y="378221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45776C2-A7EA-4C93-BD90-80F13FE3B6C1}"/>
              </a:ext>
            </a:extLst>
          </p:cNvPr>
          <p:cNvSpPr/>
          <p:nvPr/>
        </p:nvSpPr>
        <p:spPr>
          <a:xfrm>
            <a:off x="3889147" y="402516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D5E1BFD-B665-E49F-7CB1-46A0FE58F209}"/>
              </a:ext>
            </a:extLst>
          </p:cNvPr>
          <p:cNvSpPr/>
          <p:nvPr/>
        </p:nvSpPr>
        <p:spPr>
          <a:xfrm>
            <a:off x="3889147" y="425709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B7F5370-2437-9752-8AC5-20628ED85714}"/>
              </a:ext>
            </a:extLst>
          </p:cNvPr>
          <p:cNvSpPr/>
          <p:nvPr/>
        </p:nvSpPr>
        <p:spPr>
          <a:xfrm>
            <a:off x="3889147" y="448526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31F2BBA-5D64-C9A4-7E5F-A425C9BDA368}"/>
              </a:ext>
            </a:extLst>
          </p:cNvPr>
          <p:cNvSpPr/>
          <p:nvPr/>
        </p:nvSpPr>
        <p:spPr>
          <a:xfrm>
            <a:off x="3889147" y="472514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F5E993B-5FD7-19C5-607B-988144DF90AC}"/>
              </a:ext>
            </a:extLst>
          </p:cNvPr>
          <p:cNvGrpSpPr/>
          <p:nvPr/>
        </p:nvGrpSpPr>
        <p:grpSpPr>
          <a:xfrm>
            <a:off x="2507635" y="2380094"/>
            <a:ext cx="505750" cy="144462"/>
            <a:chOff x="2716253" y="2405617"/>
            <a:chExt cx="505750" cy="144462"/>
          </a:xfrm>
        </p:grpSpPr>
        <p:sp>
          <p:nvSpPr>
            <p:cNvPr id="89" name="Rectangle 191">
              <a:extLst>
                <a:ext uri="{FF2B5EF4-FFF2-40B4-BE49-F238E27FC236}">
                  <a16:creationId xmlns:a16="http://schemas.microsoft.com/office/drawing/2014/main" id="{BC074E8F-5536-4A53-72C1-39DEB0E0E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90" name="개체 89">
              <a:extLst>
                <a:ext uri="{FF2B5EF4-FFF2-40B4-BE49-F238E27FC236}">
                  <a16:creationId xmlns:a16="http://schemas.microsoft.com/office/drawing/2014/main" id="{4E3F8627-2A90-E773-D4AE-D2115A84FCE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61" name="개체 160">
                          <a:extLst>
                            <a:ext uri="{FF2B5EF4-FFF2-40B4-BE49-F238E27FC236}">
                              <a16:creationId xmlns:a16="http://schemas.microsoft.com/office/drawing/2014/main" id="{60FB4BCC-2A9D-FFFE-4CCE-34C7A75D484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0CEF222-2451-6DAF-43C6-E671559C0870}"/>
              </a:ext>
            </a:extLst>
          </p:cNvPr>
          <p:cNvSpPr/>
          <p:nvPr/>
        </p:nvSpPr>
        <p:spPr>
          <a:xfrm>
            <a:off x="1927742" y="26113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9C2F00E-57A8-CB7B-B917-536B431F64E1}"/>
              </a:ext>
            </a:extLst>
          </p:cNvPr>
          <p:cNvSpPr/>
          <p:nvPr/>
        </p:nvSpPr>
        <p:spPr>
          <a:xfrm>
            <a:off x="3580740" y="26113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ACCFA6E-D04A-285C-8244-CA7DF0CF3D4B}"/>
              </a:ext>
            </a:extLst>
          </p:cNvPr>
          <p:cNvSpPr/>
          <p:nvPr/>
        </p:nvSpPr>
        <p:spPr>
          <a:xfrm>
            <a:off x="3889147" y="261134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0292D7E-EFB8-57AC-1239-146FB4D54BFD}"/>
              </a:ext>
            </a:extLst>
          </p:cNvPr>
          <p:cNvSpPr/>
          <p:nvPr/>
        </p:nvSpPr>
        <p:spPr>
          <a:xfrm>
            <a:off x="1927742" y="284329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85F16B2-2958-4E3C-AEEB-441A7C4B4653}"/>
              </a:ext>
            </a:extLst>
          </p:cNvPr>
          <p:cNvSpPr/>
          <p:nvPr/>
        </p:nvSpPr>
        <p:spPr>
          <a:xfrm>
            <a:off x="3580740" y="284328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759A9B83-3557-A8D6-AF60-B049E19D910D}"/>
              </a:ext>
            </a:extLst>
          </p:cNvPr>
          <p:cNvSpPr/>
          <p:nvPr/>
        </p:nvSpPr>
        <p:spPr>
          <a:xfrm>
            <a:off x="3889147" y="284327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850A4DD7-701E-1683-ACD2-7B65A2B7701E}"/>
              </a:ext>
            </a:extLst>
          </p:cNvPr>
          <p:cNvGrpSpPr/>
          <p:nvPr/>
        </p:nvGrpSpPr>
        <p:grpSpPr>
          <a:xfrm>
            <a:off x="3075947" y="2380094"/>
            <a:ext cx="595518" cy="144462"/>
            <a:chOff x="2716253" y="2405617"/>
            <a:chExt cx="595518" cy="144462"/>
          </a:xfrm>
        </p:grpSpPr>
        <p:sp>
          <p:nvSpPr>
            <p:cNvPr id="101" name="Rectangle 191">
              <a:extLst>
                <a:ext uri="{FF2B5EF4-FFF2-40B4-BE49-F238E27FC236}">
                  <a16:creationId xmlns:a16="http://schemas.microsoft.com/office/drawing/2014/main" id="{AE804FAB-0834-9905-3BCC-AFF8ED117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02" name="개체 101">
              <a:extLst>
                <a:ext uri="{FF2B5EF4-FFF2-40B4-BE49-F238E27FC236}">
                  <a16:creationId xmlns:a16="http://schemas.microsoft.com/office/drawing/2014/main" id="{9654C8DD-E2D8-2568-3119-A96901ECD3C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73" name="개체 172">
                          <a:extLst>
                            <a:ext uri="{FF2B5EF4-FFF2-40B4-BE49-F238E27FC236}">
                              <a16:creationId xmlns:a16="http://schemas.microsoft.com/office/drawing/2014/main" id="{F1016AF0-70FC-9A42-88A0-10ADFA7EA08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4608E2C8-57AF-1CD7-3C19-707A39372D60}"/>
              </a:ext>
            </a:extLst>
          </p:cNvPr>
          <p:cNvGrpSpPr/>
          <p:nvPr/>
        </p:nvGrpSpPr>
        <p:grpSpPr>
          <a:xfrm>
            <a:off x="3730528" y="2380094"/>
            <a:ext cx="775054" cy="144462"/>
            <a:chOff x="2716253" y="2405617"/>
            <a:chExt cx="775054" cy="144462"/>
          </a:xfrm>
        </p:grpSpPr>
        <p:sp>
          <p:nvSpPr>
            <p:cNvPr id="104" name="Rectangle 191">
              <a:extLst>
                <a:ext uri="{FF2B5EF4-FFF2-40B4-BE49-F238E27FC236}">
                  <a16:creationId xmlns:a16="http://schemas.microsoft.com/office/drawing/2014/main" id="{CDD86986-3EDD-3533-4D6E-15782D813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108" name="개체 107">
              <a:extLst>
                <a:ext uri="{FF2B5EF4-FFF2-40B4-BE49-F238E27FC236}">
                  <a16:creationId xmlns:a16="http://schemas.microsoft.com/office/drawing/2014/main" id="{C98F6EC8-4022-C5FD-CB05-043AB0993DE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76" name="개체 175">
                          <a:extLst>
                            <a:ext uri="{FF2B5EF4-FFF2-40B4-BE49-F238E27FC236}">
                              <a16:creationId xmlns:a16="http://schemas.microsoft.com/office/drawing/2014/main" id="{C35A4503-1578-B3F1-78F0-1D10A0FF217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731BCFC9-3BCF-4ABF-FD9E-0FB780ED4B5D}"/>
              </a:ext>
            </a:extLst>
          </p:cNvPr>
          <p:cNvGrpSpPr/>
          <p:nvPr/>
        </p:nvGrpSpPr>
        <p:grpSpPr>
          <a:xfrm>
            <a:off x="4561156" y="2385980"/>
            <a:ext cx="775737" cy="144463"/>
            <a:chOff x="3327015" y="1527346"/>
            <a:chExt cx="775737" cy="144463"/>
          </a:xfrm>
        </p:grpSpPr>
        <p:sp>
          <p:nvSpPr>
            <p:cNvPr id="110" name="Rectangle 191">
              <a:extLst>
                <a:ext uri="{FF2B5EF4-FFF2-40B4-BE49-F238E27FC236}">
                  <a16:creationId xmlns:a16="http://schemas.microsoft.com/office/drawing/2014/main" id="{A242E41F-68CE-AEAF-3722-C3D0AEE81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111" name="개체 110">
              <a:extLst>
                <a:ext uri="{FF2B5EF4-FFF2-40B4-BE49-F238E27FC236}">
                  <a16:creationId xmlns:a16="http://schemas.microsoft.com/office/drawing/2014/main" id="{7BF298D6-4085-7C77-E5C2-003B3FF6A21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79" name="개체 178">
                          <a:extLst>
                            <a:ext uri="{FF2B5EF4-FFF2-40B4-BE49-F238E27FC236}">
                              <a16:creationId xmlns:a16="http://schemas.microsoft.com/office/drawing/2014/main" id="{53ECB896-A2BF-40E7-3BA5-BE112D9E91E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F20D7C1-3B9F-BD29-13FD-6A0DF2B671A2}"/>
              </a:ext>
            </a:extLst>
          </p:cNvPr>
          <p:cNvSpPr/>
          <p:nvPr/>
        </p:nvSpPr>
        <p:spPr>
          <a:xfrm>
            <a:off x="2932205" y="33124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A4AC64B2-3708-8751-3DEB-9CB4E80E6D71}"/>
              </a:ext>
            </a:extLst>
          </p:cNvPr>
          <p:cNvSpPr/>
          <p:nvPr/>
        </p:nvSpPr>
        <p:spPr>
          <a:xfrm>
            <a:off x="4585203" y="33124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1407002A-B149-532D-DF62-19613D920F56}"/>
              </a:ext>
            </a:extLst>
          </p:cNvPr>
          <p:cNvSpPr/>
          <p:nvPr/>
        </p:nvSpPr>
        <p:spPr>
          <a:xfrm>
            <a:off x="4893610" y="331246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26" name="Rectangle 191">
            <a:extLst>
              <a:ext uri="{FF2B5EF4-FFF2-40B4-BE49-F238E27FC236}">
                <a16:creationId xmlns:a16="http://schemas.microsoft.com/office/drawing/2014/main" id="{E490DBBF-8691-95AF-3186-578418ED3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934" y="332775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27" name="Rectangle 191">
            <a:extLst>
              <a:ext uri="{FF2B5EF4-FFF2-40B4-BE49-F238E27FC236}">
                <a16:creationId xmlns:a16="http://schemas.microsoft.com/office/drawing/2014/main" id="{60955696-5296-0191-CB31-CEF0DAED4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696" y="3328180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E86BE76C-5C29-57D0-4D71-A0261278F645}"/>
              </a:ext>
            </a:extLst>
          </p:cNvPr>
          <p:cNvSpPr/>
          <p:nvPr/>
        </p:nvSpPr>
        <p:spPr>
          <a:xfrm>
            <a:off x="2306028" y="3306822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05F1C1B8-B701-7D1D-8D55-8C36E78391B5}"/>
              </a:ext>
            </a:extLst>
          </p:cNvPr>
          <p:cNvSpPr>
            <a:spLocks noChangeAspect="1"/>
          </p:cNvSpPr>
          <p:nvPr/>
        </p:nvSpPr>
        <p:spPr>
          <a:xfrm>
            <a:off x="4950704" y="22280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FCAF4288-C94B-7BA7-A200-79C5168F8730}"/>
              </a:ext>
            </a:extLst>
          </p:cNvPr>
          <p:cNvSpPr>
            <a:spLocks noChangeAspect="1"/>
          </p:cNvSpPr>
          <p:nvPr/>
        </p:nvSpPr>
        <p:spPr>
          <a:xfrm>
            <a:off x="512127" y="26130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D68E8752-A1E9-C7AD-6BF5-EF1041DAD513}"/>
              </a:ext>
            </a:extLst>
          </p:cNvPr>
          <p:cNvSpPr>
            <a:spLocks noChangeAspect="1"/>
          </p:cNvSpPr>
          <p:nvPr/>
        </p:nvSpPr>
        <p:spPr>
          <a:xfrm>
            <a:off x="512127" y="283749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5CB41DC7-5B37-E18A-B1B4-55FF10557145}"/>
              </a:ext>
            </a:extLst>
          </p:cNvPr>
          <p:cNvSpPr>
            <a:spLocks noChangeAspect="1"/>
          </p:cNvSpPr>
          <p:nvPr/>
        </p:nvSpPr>
        <p:spPr>
          <a:xfrm>
            <a:off x="512127" y="331532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2DF21D54-1752-E5CB-8754-4F5430872D52}"/>
              </a:ext>
            </a:extLst>
          </p:cNvPr>
          <p:cNvSpPr/>
          <p:nvPr/>
        </p:nvSpPr>
        <p:spPr>
          <a:xfrm>
            <a:off x="668524" y="492106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CD5C62B9-FEA8-B0CC-12E2-E4C2F5127FE2}"/>
              </a:ext>
            </a:extLst>
          </p:cNvPr>
          <p:cNvSpPr>
            <a:spLocks noChangeAspect="1"/>
          </p:cNvSpPr>
          <p:nvPr/>
        </p:nvSpPr>
        <p:spPr>
          <a:xfrm>
            <a:off x="512127" y="49670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DC0AF880-A3BA-AC5B-0DC3-28FD4853D954}"/>
              </a:ext>
            </a:extLst>
          </p:cNvPr>
          <p:cNvGrpSpPr/>
          <p:nvPr/>
        </p:nvGrpSpPr>
        <p:grpSpPr>
          <a:xfrm>
            <a:off x="1928664" y="4949119"/>
            <a:ext cx="3233421" cy="147760"/>
            <a:chOff x="2011811" y="4800927"/>
            <a:chExt cx="3233421" cy="147760"/>
          </a:xfrm>
        </p:grpSpPr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A2E53453-C196-A8C3-4FBF-745405221AD4}"/>
                </a:ext>
              </a:extLst>
            </p:cNvPr>
            <p:cNvGrpSpPr/>
            <p:nvPr/>
          </p:nvGrpSpPr>
          <p:grpSpPr>
            <a:xfrm>
              <a:off x="2858269" y="4804671"/>
              <a:ext cx="2386963" cy="144016"/>
              <a:chOff x="1897884" y="4476806"/>
              <a:chExt cx="2386963" cy="144016"/>
            </a:xfrm>
          </p:grpSpPr>
          <p:sp>
            <p:nvSpPr>
              <p:cNvPr id="140" name="직사각형 139">
                <a:extLst>
                  <a:ext uri="{FF2B5EF4-FFF2-40B4-BE49-F238E27FC236}">
                    <a16:creationId xmlns:a16="http://schemas.microsoft.com/office/drawing/2014/main" id="{92DAD58C-2654-3B03-0128-6886A7785512}"/>
                  </a:ext>
                </a:extLst>
              </p:cNvPr>
              <p:cNvSpPr/>
              <p:nvPr/>
            </p:nvSpPr>
            <p:spPr>
              <a:xfrm>
                <a:off x="1897884" y="4476814"/>
                <a:ext cx="1620000" cy="144000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Ins="36000"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1" name="직사각형 140">
                <a:extLst>
                  <a:ext uri="{FF2B5EF4-FFF2-40B4-BE49-F238E27FC236}">
                    <a16:creationId xmlns:a16="http://schemas.microsoft.com/office/drawing/2014/main" id="{5A0EBEFA-229A-F699-3C19-ADD7A7566FE0}"/>
                  </a:ext>
                </a:extLst>
              </p:cNvPr>
              <p:cNvSpPr/>
              <p:nvPr/>
            </p:nvSpPr>
            <p:spPr>
              <a:xfrm>
                <a:off x="3550882" y="4476806"/>
                <a:ext cx="264174" cy="144016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추가</a:t>
                </a:r>
              </a:p>
            </p:txBody>
          </p:sp>
          <p:sp>
            <p:nvSpPr>
              <p:cNvPr id="142" name="직사각형 141">
                <a:extLst>
                  <a:ext uri="{FF2B5EF4-FFF2-40B4-BE49-F238E27FC236}">
                    <a16:creationId xmlns:a16="http://schemas.microsoft.com/office/drawing/2014/main" id="{A1F82808-DDCB-C468-DF84-E9A85DBC278D}"/>
                  </a:ext>
                </a:extLst>
              </p:cNvPr>
              <p:cNvSpPr/>
              <p:nvPr/>
            </p:nvSpPr>
            <p:spPr>
              <a:xfrm>
                <a:off x="3859392" y="4476806"/>
                <a:ext cx="425455" cy="144016"/>
              </a:xfrm>
              <a:prstGeom prst="rect">
                <a:avLst/>
              </a:prstGeom>
              <a:solidFill>
                <a:srgbClr val="FFFF00"/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양식받기</a:t>
                </a:r>
                <a:endPara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37" name="Rectangle 191">
              <a:extLst>
                <a:ext uri="{FF2B5EF4-FFF2-40B4-BE49-F238E27FC236}">
                  <a16:creationId xmlns:a16="http://schemas.microsoft.com/office/drawing/2014/main" id="{B1DA2B0D-73C2-9890-BCCE-79C086F5F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811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성적</a:t>
              </a:r>
            </a:p>
          </p:txBody>
        </p:sp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C373DBF-3591-1365-122A-3DD174E619CD}"/>
                </a:ext>
              </a:extLst>
            </p:cNvPr>
            <p:cNvSpPr/>
            <p:nvPr/>
          </p:nvSpPr>
          <p:spPr>
            <a:xfrm>
              <a:off x="2216445" y="4800927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4.5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9" name="Rectangle 191">
              <a:extLst>
                <a:ext uri="{FF2B5EF4-FFF2-40B4-BE49-F238E27FC236}">
                  <a16:creationId xmlns:a16="http://schemas.microsoft.com/office/drawing/2014/main" id="{7F9C747F-08B1-C572-2FC4-5CC5069EE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882" y="481906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CF05C88C-B398-C1BA-BFBF-75CBB1DA3C49}"/>
              </a:ext>
            </a:extLst>
          </p:cNvPr>
          <p:cNvGrpSpPr/>
          <p:nvPr/>
        </p:nvGrpSpPr>
        <p:grpSpPr>
          <a:xfrm>
            <a:off x="1922696" y="3079606"/>
            <a:ext cx="2704513" cy="144016"/>
            <a:chOff x="1897884" y="2847629"/>
            <a:chExt cx="2704513" cy="144016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CC907BB7-55C9-08CD-CC3B-AE85598F83B5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DB729FCC-029A-F544-E52E-782BA85AC11E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BAD4B54-99A5-41E2-9154-7EBD39759D3E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A7425ED7-4D46-3368-29D6-EDF67836C631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CAF45F32-E42E-3A42-7AE1-E581A154EA4A}"/>
              </a:ext>
            </a:extLst>
          </p:cNvPr>
          <p:cNvSpPr/>
          <p:nvPr/>
        </p:nvSpPr>
        <p:spPr>
          <a:xfrm>
            <a:off x="668524" y="3044708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62A48AD1-2A19-C8B9-7DC7-202808C94C79}"/>
              </a:ext>
            </a:extLst>
          </p:cNvPr>
          <p:cNvSpPr>
            <a:spLocks noChangeAspect="1"/>
          </p:cNvSpPr>
          <p:nvPr/>
        </p:nvSpPr>
        <p:spPr>
          <a:xfrm>
            <a:off x="512127" y="309072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1304089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7EC506-3BA8-F31D-68AF-5E78F0271E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6BDC501-A168-8390-6D64-8004800265F3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703AAC3-39E2-CA7C-B763-438448105DA5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6E8CFFF1-D3ED-33AC-CB93-9340E58DD7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7666787"/>
              </p:ext>
            </p:extLst>
          </p:nvPr>
        </p:nvGraphicFramePr>
        <p:xfrm>
          <a:off x="6969418" y="2548005"/>
          <a:ext cx="2772114" cy="1734217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계좌정보가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9180337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C01FC4D1-C069-C49E-8D76-45CDE29DADA6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C72C5C73-442E-76C8-D4A9-ED48B3D75A65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80D76DF9-E7DC-6249-E527-1000815485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8BFCA4D8-1476-8A3A-C37A-E2B4A39BEB8B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19C092A-6523-23F9-83A2-7572D83BC33E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F37F449-D44D-DADC-03D5-3B9F7B732427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B6EDD2E-2140-6D62-49A8-F70A95494B8A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58E7F0A-08A7-47C9-3B24-FB98BD59C22F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2A7CE81-1D5A-5648-5D8D-1AD84C3CC160}"/>
              </a:ext>
            </a:extLst>
          </p:cNvPr>
          <p:cNvSpPr/>
          <p:nvPr/>
        </p:nvSpPr>
        <p:spPr>
          <a:xfrm>
            <a:off x="165100" y="1790190"/>
            <a:ext cx="6732116" cy="491517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F970886-6C4C-0980-E292-54B2FDC2559C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EFF75B-9816-6BA1-B1C6-9AF222340768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06EB6EF-0FAE-5F3E-C436-87388CA5C8F6}"/>
              </a:ext>
            </a:extLst>
          </p:cNvPr>
          <p:cNvSpPr/>
          <p:nvPr/>
        </p:nvSpPr>
        <p:spPr>
          <a:xfrm>
            <a:off x="262572" y="2132856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고등학생 장학금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CA314E9-67EB-0FE8-AC2C-F9E2E42B9EB7}"/>
              </a:ext>
            </a:extLst>
          </p:cNvPr>
          <p:cNvSpPr/>
          <p:nvPr/>
        </p:nvSpPr>
        <p:spPr>
          <a:xfrm>
            <a:off x="113301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59C9351-50E0-5820-53A5-058A66D0FC72}"/>
              </a:ext>
            </a:extLst>
          </p:cNvPr>
          <p:cNvSpPr/>
          <p:nvPr/>
        </p:nvSpPr>
        <p:spPr>
          <a:xfrm>
            <a:off x="198755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0C8F95E-18B8-E8C4-31AC-5E5C9CA1C4B7}"/>
              </a:ext>
            </a:extLst>
          </p:cNvPr>
          <p:cNvSpPr/>
          <p:nvPr/>
        </p:nvSpPr>
        <p:spPr>
          <a:xfrm>
            <a:off x="284209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94E9642-9EDE-384D-D8C1-9923859E3B38}"/>
              </a:ext>
            </a:extLst>
          </p:cNvPr>
          <p:cNvSpPr/>
          <p:nvPr/>
        </p:nvSpPr>
        <p:spPr>
          <a:xfrm>
            <a:off x="369836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64F8D17-B327-086D-CD93-8B9A7CBCB5BF}"/>
              </a:ext>
            </a:extLst>
          </p:cNvPr>
          <p:cNvSpPr/>
          <p:nvPr/>
        </p:nvSpPr>
        <p:spPr>
          <a:xfrm>
            <a:off x="280582" y="2452387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B7A40B-6D84-57C3-B033-C552193E0797}"/>
              </a:ext>
            </a:extLst>
          </p:cNvPr>
          <p:cNvGrpSpPr/>
          <p:nvPr/>
        </p:nvGrpSpPr>
        <p:grpSpPr>
          <a:xfrm>
            <a:off x="6733077" y="2632076"/>
            <a:ext cx="77080" cy="792000"/>
            <a:chOff x="6781481" y="1888563"/>
            <a:chExt cx="77080" cy="792000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D3CDEEA2-B52F-2E97-8415-5476F65AC4EC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07B6E1F2-0470-B1DA-7A9D-7D8F58ACD994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1507C19-5F36-A8C9-77F7-574C6600DD12}"/>
              </a:ext>
            </a:extLst>
          </p:cNvPr>
          <p:cNvSpPr/>
          <p:nvPr/>
        </p:nvSpPr>
        <p:spPr>
          <a:xfrm>
            <a:off x="266529" y="2632407"/>
            <a:ext cx="6461468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4FFBC2E-B603-9043-A251-1B5013E5022E}"/>
              </a:ext>
            </a:extLst>
          </p:cNvPr>
          <p:cNvSpPr/>
          <p:nvPr/>
        </p:nvSpPr>
        <p:spPr>
          <a:xfrm>
            <a:off x="280582" y="3664833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983E9351-4539-B80A-0B32-4D41444E30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1578008"/>
              </p:ext>
            </p:extLst>
          </p:nvPr>
        </p:nvGraphicFramePr>
        <p:xfrm>
          <a:off x="266528" y="3837747"/>
          <a:ext cx="6523209" cy="1839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9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32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3437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7094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졸업 중학교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 고등학교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4910315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0AC52B8-25A9-ED98-4239-8BA4DBF6B5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8478894"/>
              </p:ext>
            </p:extLst>
          </p:nvPr>
        </p:nvGraphicFramePr>
        <p:xfrm>
          <a:off x="266529" y="5933432"/>
          <a:ext cx="6523209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9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3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08A0821B-4D92-80AA-58D7-4FE6A56C3ACD}"/>
              </a:ext>
            </a:extLst>
          </p:cNvPr>
          <p:cNvSpPr/>
          <p:nvPr/>
        </p:nvSpPr>
        <p:spPr>
          <a:xfrm>
            <a:off x="280582" y="5753065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35" name="Picture 13">
            <a:extLst>
              <a:ext uri="{FF2B5EF4-FFF2-40B4-BE49-F238E27FC236}">
                <a16:creationId xmlns:a16="http://schemas.microsoft.com/office/drawing/2014/main" id="{52D2A6B0-1CED-5DA8-D2CD-F145622BBB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5133" y="4102882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C61AA0D4-79A0-5E74-DEC6-33F3ABA34CF9}"/>
              </a:ext>
            </a:extLst>
          </p:cNvPr>
          <p:cNvSpPr/>
          <p:nvPr/>
        </p:nvSpPr>
        <p:spPr>
          <a:xfrm>
            <a:off x="1235243" y="4103146"/>
            <a:ext cx="35765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37" name="Picture 13">
            <a:extLst>
              <a:ext uri="{FF2B5EF4-FFF2-40B4-BE49-F238E27FC236}">
                <a16:creationId xmlns:a16="http://schemas.microsoft.com/office/drawing/2014/main" id="{D3CE7C61-0C12-C02D-C94D-137D09F696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5863" y="4102882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B6F7AEC9-8675-C22C-2305-236774E0769D}"/>
              </a:ext>
            </a:extLst>
          </p:cNvPr>
          <p:cNvSpPr/>
          <p:nvPr/>
        </p:nvSpPr>
        <p:spPr>
          <a:xfrm>
            <a:off x="1761211" y="4103146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39" name="Picture 13">
            <a:extLst>
              <a:ext uri="{FF2B5EF4-FFF2-40B4-BE49-F238E27FC236}">
                <a16:creationId xmlns:a16="http://schemas.microsoft.com/office/drawing/2014/main" id="{B13C75D4-FE17-682E-E749-7638B1720C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7716" y="4102882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0" name="직사각형 39">
            <a:extLst>
              <a:ext uri="{FF2B5EF4-FFF2-40B4-BE49-F238E27FC236}">
                <a16:creationId xmlns:a16="http://schemas.microsoft.com/office/drawing/2014/main" id="{ADF2170E-1257-3A6D-5D9B-FBDD8C265416}"/>
              </a:ext>
            </a:extLst>
          </p:cNvPr>
          <p:cNvSpPr/>
          <p:nvPr/>
        </p:nvSpPr>
        <p:spPr>
          <a:xfrm>
            <a:off x="2233064" y="4103146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41" name="Picture 13">
            <a:extLst>
              <a:ext uri="{FF2B5EF4-FFF2-40B4-BE49-F238E27FC236}">
                <a16:creationId xmlns:a16="http://schemas.microsoft.com/office/drawing/2014/main" id="{FB9DE5E6-FD37-C81A-B1F4-D7F8485F33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10949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864FE7FF-A10A-4858-C3AE-59274A888D70}"/>
              </a:ext>
            </a:extLst>
          </p:cNvPr>
          <p:cNvSpPr/>
          <p:nvPr/>
        </p:nvSpPr>
        <p:spPr>
          <a:xfrm>
            <a:off x="4605112" y="4109762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A8C4C17-19E4-8276-7FF0-34BF926B7242}"/>
              </a:ext>
            </a:extLst>
          </p:cNvPr>
          <p:cNvSpPr/>
          <p:nvPr/>
        </p:nvSpPr>
        <p:spPr>
          <a:xfrm>
            <a:off x="5107225" y="4109762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6478768-8B2E-C57F-6711-D168639A0044}"/>
              </a:ext>
            </a:extLst>
          </p:cNvPr>
          <p:cNvSpPr/>
          <p:nvPr/>
        </p:nvSpPr>
        <p:spPr>
          <a:xfrm>
            <a:off x="5046128" y="411995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18A16ED-9B35-9588-F44E-EADCC353BA99}"/>
              </a:ext>
            </a:extLst>
          </p:cNvPr>
          <p:cNvSpPr/>
          <p:nvPr/>
        </p:nvSpPr>
        <p:spPr>
          <a:xfrm>
            <a:off x="5463065" y="412790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7887009-D76F-68B0-4F99-3D503C654E81}"/>
              </a:ext>
            </a:extLst>
          </p:cNvPr>
          <p:cNvSpPr/>
          <p:nvPr/>
        </p:nvSpPr>
        <p:spPr>
          <a:xfrm>
            <a:off x="5530638" y="4109762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A9892D7-E41E-C157-9AC6-5DD9482F2362}"/>
              </a:ext>
            </a:extLst>
          </p:cNvPr>
          <p:cNvSpPr/>
          <p:nvPr/>
        </p:nvSpPr>
        <p:spPr>
          <a:xfrm>
            <a:off x="4605111" y="4570914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오산고등학교</a:t>
            </a:r>
          </a:p>
        </p:txBody>
      </p:sp>
      <p:pic>
        <p:nvPicPr>
          <p:cNvPr id="49" name="Picture 13">
            <a:extLst>
              <a:ext uri="{FF2B5EF4-FFF2-40B4-BE49-F238E27FC236}">
                <a16:creationId xmlns:a16="http://schemas.microsoft.com/office/drawing/2014/main" id="{8E132977-9AD9-B798-142D-41A9A3D969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5530" y="457156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994BABFC-38F0-69C3-DCBB-BD778C14692F}"/>
              </a:ext>
            </a:extLst>
          </p:cNvPr>
          <p:cNvSpPr/>
          <p:nvPr/>
        </p:nvSpPr>
        <p:spPr>
          <a:xfrm>
            <a:off x="5500529" y="4571832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78BBE6C-522D-7232-EEE0-10D37C2F614A}"/>
              </a:ext>
            </a:extLst>
          </p:cNvPr>
          <p:cNvSpPr/>
          <p:nvPr/>
        </p:nvSpPr>
        <p:spPr>
          <a:xfrm>
            <a:off x="1240466" y="4570914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오산중학교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E8874065-43F5-1106-7D69-1EA68F502363}"/>
              </a:ext>
            </a:extLst>
          </p:cNvPr>
          <p:cNvGrpSpPr/>
          <p:nvPr/>
        </p:nvGrpSpPr>
        <p:grpSpPr>
          <a:xfrm>
            <a:off x="1569057" y="4335743"/>
            <a:ext cx="236445" cy="144462"/>
            <a:chOff x="2716253" y="2405617"/>
            <a:chExt cx="236445" cy="144462"/>
          </a:xfrm>
        </p:grpSpPr>
        <p:sp>
          <p:nvSpPr>
            <p:cNvPr id="53" name="Rectangle 191">
              <a:extLst>
                <a:ext uri="{FF2B5EF4-FFF2-40B4-BE49-F238E27FC236}">
                  <a16:creationId xmlns:a16="http://schemas.microsoft.com/office/drawing/2014/main" id="{68BD17DF-6D74-35DD-8E6C-87F25BD84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54" name="개체 53">
              <a:extLst>
                <a:ext uri="{FF2B5EF4-FFF2-40B4-BE49-F238E27FC236}">
                  <a16:creationId xmlns:a16="http://schemas.microsoft.com/office/drawing/2014/main" id="{A10E3FF8-FAAB-47D8-86AC-5120AFFF285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4" name="개체 53">
                          <a:extLst>
                            <a:ext uri="{FF2B5EF4-FFF2-40B4-BE49-F238E27FC236}">
                              <a16:creationId xmlns:a16="http://schemas.microsoft.com/office/drawing/2014/main" id="{3A75FB6C-7E6E-820C-214A-7F98BCDF354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0EA09301-1A2A-9FB3-4800-714530A66FB0}"/>
              </a:ext>
            </a:extLst>
          </p:cNvPr>
          <p:cNvGrpSpPr/>
          <p:nvPr/>
        </p:nvGrpSpPr>
        <p:grpSpPr>
          <a:xfrm>
            <a:off x="1245021" y="4341629"/>
            <a:ext cx="237128" cy="144463"/>
            <a:chOff x="2864768" y="2513669"/>
            <a:chExt cx="237128" cy="144463"/>
          </a:xfrm>
        </p:grpSpPr>
        <p:sp>
          <p:nvSpPr>
            <p:cNvPr id="56" name="Rectangle 191">
              <a:extLst>
                <a:ext uri="{FF2B5EF4-FFF2-40B4-BE49-F238E27FC236}">
                  <a16:creationId xmlns:a16="http://schemas.microsoft.com/office/drawing/2014/main" id="{E2AE1E3B-05A3-A81D-25D2-49C71A29B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57" name="개체 56">
              <a:extLst>
                <a:ext uri="{FF2B5EF4-FFF2-40B4-BE49-F238E27FC236}">
                  <a16:creationId xmlns:a16="http://schemas.microsoft.com/office/drawing/2014/main" id="{9ADEFC42-6FC2-3D46-A691-07625E6D932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57" name="개체 56">
                          <a:extLst>
                            <a:ext uri="{FF2B5EF4-FFF2-40B4-BE49-F238E27FC236}">
                              <a16:creationId xmlns:a16="http://schemas.microsoft.com/office/drawing/2014/main" id="{0A556E85-C788-4D6F-E60C-3426BD6CD5C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01CACF1-CD0E-CCD2-8D5E-3DDE2AD45B04}"/>
              </a:ext>
            </a:extLst>
          </p:cNvPr>
          <p:cNvSpPr/>
          <p:nvPr/>
        </p:nvSpPr>
        <p:spPr>
          <a:xfrm>
            <a:off x="4605111" y="3878499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0CF7471-EE28-6A85-FA28-1BEC4D7B4EC4}"/>
              </a:ext>
            </a:extLst>
          </p:cNvPr>
          <p:cNvSpPr/>
          <p:nvPr/>
        </p:nvSpPr>
        <p:spPr>
          <a:xfrm>
            <a:off x="1248658" y="5021256"/>
            <a:ext cx="476033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16EAE3E-F5B4-BFE2-C2E1-A09964F6DB52}"/>
              </a:ext>
            </a:extLst>
          </p:cNvPr>
          <p:cNvSpPr/>
          <p:nvPr/>
        </p:nvSpPr>
        <p:spPr>
          <a:xfrm>
            <a:off x="1248658" y="5255496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9EA8ED5-C5C8-8465-4CDB-4786EB22761C}"/>
              </a:ext>
            </a:extLst>
          </p:cNvPr>
          <p:cNvSpPr/>
          <p:nvPr/>
        </p:nvSpPr>
        <p:spPr>
          <a:xfrm>
            <a:off x="1248658" y="5489195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2086FAA3-0135-11B8-8732-054785F81BA2}"/>
              </a:ext>
            </a:extLst>
          </p:cNvPr>
          <p:cNvSpPr/>
          <p:nvPr/>
        </p:nvSpPr>
        <p:spPr>
          <a:xfrm>
            <a:off x="3731496" y="5281329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B5A9EE9-8D6B-EE88-CD34-9D2754FA8A2F}"/>
              </a:ext>
            </a:extLst>
          </p:cNvPr>
          <p:cNvSpPr/>
          <p:nvPr/>
        </p:nvSpPr>
        <p:spPr>
          <a:xfrm>
            <a:off x="3731496" y="5515028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65" name="Picture 13">
            <a:extLst>
              <a:ext uri="{FF2B5EF4-FFF2-40B4-BE49-F238E27FC236}">
                <a16:creationId xmlns:a16="http://schemas.microsoft.com/office/drawing/2014/main" id="{CCEDB978-B1BC-B153-18E9-9CFDDEE144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9567" y="597171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48F174F8-DBC2-5FE9-B62D-4AB8ED8D28B2}"/>
              </a:ext>
            </a:extLst>
          </p:cNvPr>
          <p:cNvSpPr/>
          <p:nvPr/>
        </p:nvSpPr>
        <p:spPr>
          <a:xfrm>
            <a:off x="1235243" y="5971979"/>
            <a:ext cx="6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7FF9CA3-C56A-C071-DBDA-1F11AF3105AF}"/>
              </a:ext>
            </a:extLst>
          </p:cNvPr>
          <p:cNvSpPr/>
          <p:nvPr/>
        </p:nvSpPr>
        <p:spPr>
          <a:xfrm>
            <a:off x="1240466" y="6440748"/>
            <a:ext cx="15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4B3088E9-52B2-377E-3044-1B7A692A3BA9}"/>
              </a:ext>
            </a:extLst>
          </p:cNvPr>
          <p:cNvGrpSpPr/>
          <p:nvPr/>
        </p:nvGrpSpPr>
        <p:grpSpPr>
          <a:xfrm>
            <a:off x="261475" y="3453393"/>
            <a:ext cx="1651953" cy="144463"/>
            <a:chOff x="2156839" y="1593629"/>
            <a:chExt cx="1651953" cy="144463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C6169B5B-AE12-0DBE-4B38-BC2655452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1" name="개체 70">
              <a:extLst>
                <a:ext uri="{FF2B5EF4-FFF2-40B4-BE49-F238E27FC236}">
                  <a16:creationId xmlns:a16="http://schemas.microsoft.com/office/drawing/2014/main" id="{70CD3B5B-8FC8-FAD2-76D6-AB4B9381672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71" name="개체 70">
                          <a:extLst>
                            <a:ext uri="{FF2B5EF4-FFF2-40B4-BE49-F238E27FC236}">
                              <a16:creationId xmlns:a16="http://schemas.microsoft.com/office/drawing/2014/main" id="{4C509764-2C62-0D5B-CE68-6EFBC314EFE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pic>
        <p:nvPicPr>
          <p:cNvPr id="73" name="Picture 13">
            <a:extLst>
              <a:ext uri="{FF2B5EF4-FFF2-40B4-BE49-F238E27FC236}">
                <a16:creationId xmlns:a16="http://schemas.microsoft.com/office/drawing/2014/main" id="{E3FE5696-D9DC-CAD4-DA27-3760B4DAB1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33955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5" name="직사각형 74">
            <a:extLst>
              <a:ext uri="{FF2B5EF4-FFF2-40B4-BE49-F238E27FC236}">
                <a16:creationId xmlns:a16="http://schemas.microsoft.com/office/drawing/2014/main" id="{080491EF-7640-CE23-609F-2D665892798C}"/>
              </a:ext>
            </a:extLst>
          </p:cNvPr>
          <p:cNvSpPr/>
          <p:nvPr/>
        </p:nvSpPr>
        <p:spPr>
          <a:xfrm>
            <a:off x="4605112" y="4339823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E0D72B5-9DD6-C838-C29F-650E08CAB61E}"/>
              </a:ext>
            </a:extLst>
          </p:cNvPr>
          <p:cNvSpPr/>
          <p:nvPr/>
        </p:nvSpPr>
        <p:spPr>
          <a:xfrm>
            <a:off x="5107225" y="4339823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A5129CF-45E4-9FA0-6D41-532F807D19F0}"/>
              </a:ext>
            </a:extLst>
          </p:cNvPr>
          <p:cNvSpPr/>
          <p:nvPr/>
        </p:nvSpPr>
        <p:spPr>
          <a:xfrm>
            <a:off x="5046128" y="435001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9C67F22-35BA-F48E-E45E-C6C38DBB2524}"/>
              </a:ext>
            </a:extLst>
          </p:cNvPr>
          <p:cNvSpPr/>
          <p:nvPr/>
        </p:nvSpPr>
        <p:spPr>
          <a:xfrm>
            <a:off x="5463065" y="435796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E8F5AF6-2EC8-3792-FF6F-650478BF3E78}"/>
              </a:ext>
            </a:extLst>
          </p:cNvPr>
          <p:cNvSpPr/>
          <p:nvPr/>
        </p:nvSpPr>
        <p:spPr>
          <a:xfrm>
            <a:off x="5530638" y="4339823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A7AFBDD0-E92D-2C43-845A-3E581F2D588B}"/>
              </a:ext>
            </a:extLst>
          </p:cNvPr>
          <p:cNvSpPr>
            <a:spLocks noChangeAspect="1"/>
          </p:cNvSpPr>
          <p:nvPr/>
        </p:nvSpPr>
        <p:spPr>
          <a:xfrm>
            <a:off x="202609" y="256070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FF5CBD5B-A9BD-4049-0E16-FB662A785A5B}"/>
              </a:ext>
            </a:extLst>
          </p:cNvPr>
          <p:cNvSpPr>
            <a:spLocks noChangeAspect="1"/>
          </p:cNvSpPr>
          <p:nvPr/>
        </p:nvSpPr>
        <p:spPr>
          <a:xfrm>
            <a:off x="202609" y="375040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A1BA1849-1320-C2B0-98AB-99B3B982791D}"/>
              </a:ext>
            </a:extLst>
          </p:cNvPr>
          <p:cNvSpPr>
            <a:spLocks noChangeAspect="1"/>
          </p:cNvSpPr>
          <p:nvPr/>
        </p:nvSpPr>
        <p:spPr>
          <a:xfrm>
            <a:off x="202609" y="584928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D5CA52E4-9796-BA27-948B-986D6BD34BCF}"/>
              </a:ext>
            </a:extLst>
          </p:cNvPr>
          <p:cNvGrpSpPr/>
          <p:nvPr/>
        </p:nvGrpSpPr>
        <p:grpSpPr>
          <a:xfrm>
            <a:off x="1229119" y="4801818"/>
            <a:ext cx="3869183" cy="147301"/>
            <a:chOff x="1229119" y="4562220"/>
            <a:chExt cx="3869183" cy="147301"/>
          </a:xfrm>
        </p:grpSpPr>
        <p:sp>
          <p:nvSpPr>
            <p:cNvPr id="87" name="Rectangle 191">
              <a:extLst>
                <a:ext uri="{FF2B5EF4-FFF2-40B4-BE49-F238E27FC236}">
                  <a16:creationId xmlns:a16="http://schemas.microsoft.com/office/drawing/2014/main" id="{D0DEDBE7-E22A-3F8D-9A0C-A1119E9FC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2009"/>
              <a:ext cx="153888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거주 확인 후 신청</a:t>
              </a:r>
            </a:p>
          </p:txBody>
        </p: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E5352115-34E8-DA73-001E-59C06D9B7836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98" name="Rectangle 191">
                <a:extLst>
                  <a:ext uri="{FF2B5EF4-FFF2-40B4-BE49-F238E27FC236}">
                    <a16:creationId xmlns:a16="http://schemas.microsoft.com/office/drawing/2014/main" id="{F24D7E93-5A03-FF3C-C977-BDBFCC735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99" name="개체 98">
                <a:extLst>
                  <a:ext uri="{FF2B5EF4-FFF2-40B4-BE49-F238E27FC236}">
                    <a16:creationId xmlns:a16="http://schemas.microsoft.com/office/drawing/2014/main" id="{85DBB787-6385-F404-1BD0-29669C75582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4" imgW="145435" imgH="145435" progId="Visio.Drawing.11">
                      <p:embed/>
                    </p:oleObj>
                  </mc:Choice>
                  <mc:Fallback>
                    <p:oleObj name="Visio" r:id="rId4" imgW="145435" imgH="145435" progId="Visio.Drawing.11">
                      <p:embed/>
                      <p:pic>
                        <p:nvPicPr>
                          <p:cNvPr id="101" name="개체 100">
                            <a:extLst>
                              <a:ext uri="{FF2B5EF4-FFF2-40B4-BE49-F238E27FC236}">
                                <a16:creationId xmlns:a16="http://schemas.microsoft.com/office/drawing/2014/main" id="{AE9B9BF5-30B2-EA0E-DCC4-2585FAC37BE0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1C52589C-03B1-8679-4E40-F598EEF6C633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96" name="Rectangle 191">
                <a:extLst>
                  <a:ext uri="{FF2B5EF4-FFF2-40B4-BE49-F238E27FC236}">
                    <a16:creationId xmlns:a16="http://schemas.microsoft.com/office/drawing/2014/main" id="{47339DD0-3884-DB05-3236-9D4E161D4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97" name="개체 96">
                <a:extLst>
                  <a:ext uri="{FF2B5EF4-FFF2-40B4-BE49-F238E27FC236}">
                    <a16:creationId xmlns:a16="http://schemas.microsoft.com/office/drawing/2014/main" id="{EE93B390-3A41-81C4-8E83-9B28BA926BED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601696412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99" name="개체 98">
                            <a:extLst>
                              <a:ext uri="{FF2B5EF4-FFF2-40B4-BE49-F238E27FC236}">
                                <a16:creationId xmlns:a16="http://schemas.microsoft.com/office/drawing/2014/main" id="{04F1EA18-A0E5-CA74-0854-04E0267F10E2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90" name="Picture 13">
              <a:extLst>
                <a:ext uri="{FF2B5EF4-FFF2-40B4-BE49-F238E27FC236}">
                  <a16:creationId xmlns:a16="http://schemas.microsoft.com/office/drawing/2014/main" id="{C60791F1-C731-3A56-1A97-9E9E5CC8C1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3C1D179-32D7-D276-F609-FFCF5F10D291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92" name="Picture 13">
              <a:extLst>
                <a:ext uri="{FF2B5EF4-FFF2-40B4-BE49-F238E27FC236}">
                  <a16:creationId xmlns:a16="http://schemas.microsoft.com/office/drawing/2014/main" id="{E05F575D-10D6-1C39-8770-03A1CAF41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C38BA999-C29D-4F80-F579-1FB3051878A2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94" name="Picture 13">
              <a:extLst>
                <a:ext uri="{FF2B5EF4-FFF2-40B4-BE49-F238E27FC236}">
                  <a16:creationId xmlns:a16="http://schemas.microsoft.com/office/drawing/2014/main" id="{DC619E87-499E-CD06-F394-A7FFD39C77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7A2B3F18-110C-B7B3-5E73-EF4F12BB8E22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5302063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EE3FFB-4EB2-966F-6149-3711870AF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3F91A85-6AB4-8372-B5ED-5907E20CF41A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5FBC3F2-4156-65EC-66EC-3B627DAB4150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68EB4AA-814F-3040-AEED-DDD2412B86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707539"/>
              </p:ext>
            </p:extLst>
          </p:nvPr>
        </p:nvGraphicFramePr>
        <p:xfrm>
          <a:off x="6969418" y="2548005"/>
          <a:ext cx="2772114" cy="7158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고등학생 장학금 신청정보가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고등학생장학금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CB5BC789-85AE-2C02-DA1B-F0597EE7932A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smrh_application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AFBECD0-1F22-AF4A-42F3-23A54E50513B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A963CE8-330F-D457-7711-FE886643548B}"/>
              </a:ext>
            </a:extLst>
          </p:cNvPr>
          <p:cNvSpPr/>
          <p:nvPr/>
        </p:nvSpPr>
        <p:spPr>
          <a:xfrm>
            <a:off x="6397011" y="4797152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C78259D-F4D1-5323-C850-2B8C5AF2D999}"/>
              </a:ext>
            </a:extLst>
          </p:cNvPr>
          <p:cNvSpPr/>
          <p:nvPr/>
        </p:nvSpPr>
        <p:spPr>
          <a:xfrm>
            <a:off x="292846" y="1448780"/>
            <a:ext cx="1202252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고등학생 장학금 신청정보</a:t>
            </a: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B213C4EC-CC38-0574-9266-609FE17BB1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929923"/>
              </p:ext>
            </p:extLst>
          </p:nvPr>
        </p:nvGraphicFramePr>
        <p:xfrm>
          <a:off x="273050" y="1629971"/>
          <a:ext cx="6516688" cy="30515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54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48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07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고등학생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8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차상위계층확인서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72943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C4992978-39EB-6D36-ECE4-54663DA95D63}"/>
              </a:ext>
            </a:extLst>
          </p:cNvPr>
          <p:cNvGrpSpPr/>
          <p:nvPr/>
        </p:nvGrpSpPr>
        <p:grpSpPr>
          <a:xfrm>
            <a:off x="2474227" y="2381265"/>
            <a:ext cx="505750" cy="144462"/>
            <a:chOff x="2716253" y="2405617"/>
            <a:chExt cx="505750" cy="144462"/>
          </a:xfrm>
        </p:grpSpPr>
        <p:sp>
          <p:nvSpPr>
            <p:cNvPr id="32" name="Rectangle 191">
              <a:extLst>
                <a:ext uri="{FF2B5EF4-FFF2-40B4-BE49-F238E27FC236}">
                  <a16:creationId xmlns:a16="http://schemas.microsoft.com/office/drawing/2014/main" id="{3C9D39E7-7ED6-481F-854C-F23979FEA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3" name="개체 32">
              <a:extLst>
                <a:ext uri="{FF2B5EF4-FFF2-40B4-BE49-F238E27FC236}">
                  <a16:creationId xmlns:a16="http://schemas.microsoft.com/office/drawing/2014/main" id="{E2B1CE87-3927-E214-1054-CCE05C5ACDF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33" name="개체 32">
                          <a:extLst>
                            <a:ext uri="{FF2B5EF4-FFF2-40B4-BE49-F238E27FC236}">
                              <a16:creationId xmlns:a16="http://schemas.microsoft.com/office/drawing/2014/main" id="{1F52C3FA-D765-7026-F4DC-41D88658275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DA059E8-1C67-C6C6-2A9E-C1C7EB180C26}"/>
              </a:ext>
            </a:extLst>
          </p:cNvPr>
          <p:cNvGrpSpPr/>
          <p:nvPr/>
        </p:nvGrpSpPr>
        <p:grpSpPr>
          <a:xfrm>
            <a:off x="3051036" y="2381265"/>
            <a:ext cx="595518" cy="144462"/>
            <a:chOff x="2716253" y="2405617"/>
            <a:chExt cx="595518" cy="144462"/>
          </a:xfrm>
        </p:grpSpPr>
        <p:sp>
          <p:nvSpPr>
            <p:cNvPr id="81" name="Rectangle 191">
              <a:extLst>
                <a:ext uri="{FF2B5EF4-FFF2-40B4-BE49-F238E27FC236}">
                  <a16:creationId xmlns:a16="http://schemas.microsoft.com/office/drawing/2014/main" id="{678177DC-6850-A592-6B96-650B0324C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82" name="개체 81">
              <a:extLst>
                <a:ext uri="{FF2B5EF4-FFF2-40B4-BE49-F238E27FC236}">
                  <a16:creationId xmlns:a16="http://schemas.microsoft.com/office/drawing/2014/main" id="{45B02EED-6BCF-2DA6-6C68-C882291EB79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82" name="개체 81">
                          <a:extLst>
                            <a:ext uri="{FF2B5EF4-FFF2-40B4-BE49-F238E27FC236}">
                              <a16:creationId xmlns:a16="http://schemas.microsoft.com/office/drawing/2014/main" id="{1EE66C3C-9826-9213-0D0A-2C654BDE33E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50C729F6-46CB-20D4-4029-0CE57FCE29D2}"/>
              </a:ext>
            </a:extLst>
          </p:cNvPr>
          <p:cNvGrpSpPr/>
          <p:nvPr/>
        </p:nvGrpSpPr>
        <p:grpSpPr>
          <a:xfrm>
            <a:off x="3701320" y="2381265"/>
            <a:ext cx="775054" cy="144462"/>
            <a:chOff x="2716253" y="2405617"/>
            <a:chExt cx="775054" cy="144462"/>
          </a:xfrm>
        </p:grpSpPr>
        <p:sp>
          <p:nvSpPr>
            <p:cNvPr id="84" name="Rectangle 191">
              <a:extLst>
                <a:ext uri="{FF2B5EF4-FFF2-40B4-BE49-F238E27FC236}">
                  <a16:creationId xmlns:a16="http://schemas.microsoft.com/office/drawing/2014/main" id="{07CCFC94-7104-34E6-126A-391929F07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85" name="개체 84">
              <a:extLst>
                <a:ext uri="{FF2B5EF4-FFF2-40B4-BE49-F238E27FC236}">
                  <a16:creationId xmlns:a16="http://schemas.microsoft.com/office/drawing/2014/main" id="{DEF11943-A4A5-4996-9A9C-687245E1BFE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85" name="개체 84">
                          <a:extLst>
                            <a:ext uri="{FF2B5EF4-FFF2-40B4-BE49-F238E27FC236}">
                              <a16:creationId xmlns:a16="http://schemas.microsoft.com/office/drawing/2014/main" id="{32DC0876-4890-9A4A-4F65-F7A8E317C29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99F205C5-83BA-87C4-5EDF-8A6DECD8FE6E}"/>
              </a:ext>
            </a:extLst>
          </p:cNvPr>
          <p:cNvGrpSpPr/>
          <p:nvPr/>
        </p:nvGrpSpPr>
        <p:grpSpPr>
          <a:xfrm>
            <a:off x="4531981" y="2381265"/>
            <a:ext cx="775054" cy="144462"/>
            <a:chOff x="2716253" y="2405617"/>
            <a:chExt cx="775054" cy="144462"/>
          </a:xfrm>
        </p:grpSpPr>
        <p:sp>
          <p:nvSpPr>
            <p:cNvPr id="87" name="Rectangle 191">
              <a:extLst>
                <a:ext uri="{FF2B5EF4-FFF2-40B4-BE49-F238E27FC236}">
                  <a16:creationId xmlns:a16="http://schemas.microsoft.com/office/drawing/2014/main" id="{3469E180-4239-4533-52DF-37A0A9D18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88" name="개체 87">
              <a:extLst>
                <a:ext uri="{FF2B5EF4-FFF2-40B4-BE49-F238E27FC236}">
                  <a16:creationId xmlns:a16="http://schemas.microsoft.com/office/drawing/2014/main" id="{A70FEA69-141C-A72F-A6B8-FBC2B7E0769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88" name="개체 87">
                          <a:extLst>
                            <a:ext uri="{FF2B5EF4-FFF2-40B4-BE49-F238E27FC236}">
                              <a16:creationId xmlns:a16="http://schemas.microsoft.com/office/drawing/2014/main" id="{EED72319-9815-81C4-6CEA-8EC4A9D0E0D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7FAF86B8-1E10-6464-5C55-6F70CD395853}"/>
              </a:ext>
            </a:extLst>
          </p:cNvPr>
          <p:cNvGrpSpPr/>
          <p:nvPr/>
        </p:nvGrpSpPr>
        <p:grpSpPr>
          <a:xfrm>
            <a:off x="1897884" y="2387151"/>
            <a:ext cx="506433" cy="144463"/>
            <a:chOff x="3327015" y="1527346"/>
            <a:chExt cx="506433" cy="144463"/>
          </a:xfrm>
        </p:grpSpPr>
        <p:sp>
          <p:nvSpPr>
            <p:cNvPr id="90" name="Rectangle 191">
              <a:extLst>
                <a:ext uri="{FF2B5EF4-FFF2-40B4-BE49-F238E27FC236}">
                  <a16:creationId xmlns:a16="http://schemas.microsoft.com/office/drawing/2014/main" id="{21BCFC21-3A41-CC01-3744-DB0426A58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91" name="개체 90">
              <a:extLst>
                <a:ext uri="{FF2B5EF4-FFF2-40B4-BE49-F238E27FC236}">
                  <a16:creationId xmlns:a16="http://schemas.microsoft.com/office/drawing/2014/main" id="{73C38784-9790-4503-4860-91433659E86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91" name="개체 90">
                          <a:extLst>
                            <a:ext uri="{FF2B5EF4-FFF2-40B4-BE49-F238E27FC236}">
                              <a16:creationId xmlns:a16="http://schemas.microsoft.com/office/drawing/2014/main" id="{13836480-AE4E-8D41-4B75-F07ACEA5397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32297A2-3E51-52E5-1C88-E5791BD556BA}"/>
              </a:ext>
            </a:extLst>
          </p:cNvPr>
          <p:cNvSpPr/>
          <p:nvPr/>
        </p:nvSpPr>
        <p:spPr>
          <a:xfrm>
            <a:off x="1897884" y="28449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추천서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0872EF63-7A65-38B1-3516-FDA92FC32014}"/>
              </a:ext>
            </a:extLst>
          </p:cNvPr>
          <p:cNvSpPr/>
          <p:nvPr/>
        </p:nvSpPr>
        <p:spPr>
          <a:xfrm>
            <a:off x="1897884" y="330243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5845F8B-EC71-D3C1-B88F-A56D9DF8F608}"/>
              </a:ext>
            </a:extLst>
          </p:cNvPr>
          <p:cNvSpPr/>
          <p:nvPr/>
        </p:nvSpPr>
        <p:spPr>
          <a:xfrm>
            <a:off x="1897884" y="353851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1422E9D-0B0D-68C5-2888-3EE64DF225EB}"/>
              </a:ext>
            </a:extLst>
          </p:cNvPr>
          <p:cNvSpPr/>
          <p:nvPr/>
        </p:nvSpPr>
        <p:spPr>
          <a:xfrm>
            <a:off x="1897884" y="377843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ED36226-3746-C637-01DA-EDDBAA17A953}"/>
              </a:ext>
            </a:extLst>
          </p:cNvPr>
          <p:cNvSpPr/>
          <p:nvPr/>
        </p:nvSpPr>
        <p:spPr>
          <a:xfrm>
            <a:off x="1897884" y="400240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F0D62ACB-E5DD-4F2A-48DE-9944E396B98D}"/>
              </a:ext>
            </a:extLst>
          </p:cNvPr>
          <p:cNvSpPr/>
          <p:nvPr/>
        </p:nvSpPr>
        <p:spPr>
          <a:xfrm>
            <a:off x="1897884" y="425444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CDCA8915-6606-89A8-96B5-44CA4ABEED10}"/>
              </a:ext>
            </a:extLst>
          </p:cNvPr>
          <p:cNvSpPr txBox="1"/>
          <p:nvPr/>
        </p:nvSpPr>
        <p:spPr>
          <a:xfrm>
            <a:off x="1933165" y="4509120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sng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sng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sng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7D703CAA-E269-CAC0-101F-290FE78671A2}"/>
              </a:ext>
            </a:extLst>
          </p:cNvPr>
          <p:cNvSpPr txBox="1"/>
          <p:nvPr/>
        </p:nvSpPr>
        <p:spPr>
          <a:xfrm>
            <a:off x="3119578" y="4509120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sng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sng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sng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4C4D2CED-9030-A2E1-2DAC-58D153C52F68}"/>
              </a:ext>
            </a:extLst>
          </p:cNvPr>
          <p:cNvSpPr/>
          <p:nvPr/>
        </p:nvSpPr>
        <p:spPr>
          <a:xfrm>
            <a:off x="3557639" y="285027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547B425C-3C07-8D39-8F27-8A2EFDA4B68D}"/>
              </a:ext>
            </a:extLst>
          </p:cNvPr>
          <p:cNvSpPr/>
          <p:nvPr/>
        </p:nvSpPr>
        <p:spPr>
          <a:xfrm>
            <a:off x="3557639" y="330126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ECD804FA-9190-8302-4409-2BA8A7E1120C}"/>
              </a:ext>
            </a:extLst>
          </p:cNvPr>
          <p:cNvSpPr/>
          <p:nvPr/>
        </p:nvSpPr>
        <p:spPr>
          <a:xfrm>
            <a:off x="3557639" y="353854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050AAA89-D2A9-773E-DB3C-5A2743D38812}"/>
              </a:ext>
            </a:extLst>
          </p:cNvPr>
          <p:cNvSpPr/>
          <p:nvPr/>
        </p:nvSpPr>
        <p:spPr>
          <a:xfrm>
            <a:off x="3557639" y="37778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ED04CCA5-D1BF-739C-EDFA-A25F71CE493F}"/>
              </a:ext>
            </a:extLst>
          </p:cNvPr>
          <p:cNvSpPr/>
          <p:nvPr/>
        </p:nvSpPr>
        <p:spPr>
          <a:xfrm>
            <a:off x="3557639" y="399650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A5B73AC-AA8A-09C6-7B72-DC1AEDE98215}"/>
              </a:ext>
            </a:extLst>
          </p:cNvPr>
          <p:cNvSpPr/>
          <p:nvPr/>
        </p:nvSpPr>
        <p:spPr>
          <a:xfrm>
            <a:off x="3557639" y="425630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B3F7411B-7E83-8884-E7BA-5B44E6DA47F4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25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6324A81F-267F-C748-55B7-518BDFDAEB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6" name="TextBox 125">
            <a:extLst>
              <a:ext uri="{FF2B5EF4-FFF2-40B4-BE49-F238E27FC236}">
                <a16:creationId xmlns:a16="http://schemas.microsoft.com/office/drawing/2014/main" id="{8C21B46E-F552-46AA-C870-4B631BEBC732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57225E-F748-E0DF-0AF4-7B470AF19847}"/>
              </a:ext>
            </a:extLst>
          </p:cNvPr>
          <p:cNvSpPr/>
          <p:nvPr/>
        </p:nvSpPr>
        <p:spPr>
          <a:xfrm>
            <a:off x="2724980" y="26181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4136304-7E2C-7B1C-DD5F-354865A39F4D}"/>
              </a:ext>
            </a:extLst>
          </p:cNvPr>
          <p:cNvSpPr/>
          <p:nvPr/>
        </p:nvSpPr>
        <p:spPr>
          <a:xfrm>
            <a:off x="4377010" y="26181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Rectangle 191">
            <a:extLst>
              <a:ext uri="{FF2B5EF4-FFF2-40B4-BE49-F238E27FC236}">
                <a16:creationId xmlns:a16="http://schemas.microsoft.com/office/drawing/2014/main" id="{C5B73C85-299E-567D-B758-261CA21D9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56" y="26395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36B4419-AA97-C730-56FC-21752E6349C7}"/>
              </a:ext>
            </a:extLst>
          </p:cNvPr>
          <p:cNvSpPr/>
          <p:nvPr/>
        </p:nvSpPr>
        <p:spPr>
          <a:xfrm>
            <a:off x="2096990" y="2618178"/>
            <a:ext cx="360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Rectangle 191">
            <a:extLst>
              <a:ext uri="{FF2B5EF4-FFF2-40B4-BE49-F238E27FC236}">
                <a16:creationId xmlns:a16="http://schemas.microsoft.com/office/drawing/2014/main" id="{65C063E8-6B77-2CD5-06A3-4053C91FF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525" y="263953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59BCD61-B47C-7CEE-C9E5-2C57BA47B70A}"/>
              </a:ext>
            </a:extLst>
          </p:cNvPr>
          <p:cNvSpPr/>
          <p:nvPr/>
        </p:nvSpPr>
        <p:spPr>
          <a:xfrm>
            <a:off x="2897048" y="307920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6687E-C500-19BA-50AB-2158221624C1}"/>
              </a:ext>
            </a:extLst>
          </p:cNvPr>
          <p:cNvSpPr/>
          <p:nvPr/>
        </p:nvSpPr>
        <p:spPr>
          <a:xfrm>
            <a:off x="4548131" y="30791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Rectangle 191">
            <a:extLst>
              <a:ext uri="{FF2B5EF4-FFF2-40B4-BE49-F238E27FC236}">
                <a16:creationId xmlns:a16="http://schemas.microsoft.com/office/drawing/2014/main" id="{6556700A-7ACA-884D-EC05-CEDB3A18F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593" y="3093739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1" name="Rectangle 191">
            <a:extLst>
              <a:ext uri="{FF2B5EF4-FFF2-40B4-BE49-F238E27FC236}">
                <a16:creationId xmlns:a16="http://schemas.microsoft.com/office/drawing/2014/main" id="{CCB11AFB-2C30-52DD-7295-4C66D27D1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55" y="3102116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875DB51-6E53-A3EB-FCBC-096A94F33157}"/>
              </a:ext>
            </a:extLst>
          </p:cNvPr>
          <p:cNvSpPr/>
          <p:nvPr/>
        </p:nvSpPr>
        <p:spPr>
          <a:xfrm>
            <a:off x="2275687" y="3080758"/>
            <a:ext cx="360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6C36F57-8465-AAAA-5A36-207931EBFA0F}"/>
              </a:ext>
            </a:extLst>
          </p:cNvPr>
          <p:cNvSpPr>
            <a:spLocks noChangeAspect="1"/>
          </p:cNvSpPr>
          <p:nvPr/>
        </p:nvSpPr>
        <p:spPr>
          <a:xfrm>
            <a:off x="202609" y="156385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C696360-6B7B-B1A5-321B-31EFD346DBB6}"/>
              </a:ext>
            </a:extLst>
          </p:cNvPr>
          <p:cNvSpPr>
            <a:spLocks noChangeAspect="1"/>
          </p:cNvSpPr>
          <p:nvPr/>
        </p:nvSpPr>
        <p:spPr>
          <a:xfrm>
            <a:off x="6221107" y="482415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728632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5D9AE-7637-2454-7D01-A7D8CDB14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E78E2E7B-4291-5745-E89D-AFA52EEB7FF7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25EAF27C-BDEC-F218-2F83-1F516582785D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85BAEA5A-92CE-76CC-87EC-9962BC47A414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7F6BA671-A394-5489-30E3-62E9E65CB9AA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91A08B5B-FBDD-D0C9-0930-9DCDDCC87904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0B40AD5F-B791-9115-8726-1505F861D3C5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10C0AE79-8A07-68EC-DFE1-1C5D74F80106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1D8FE06D-F7C1-9A26-3945-128E88C1F48D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840C71D6-76B1-B8E8-D70B-27A45F015BBF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A314C481-591D-98D4-83E4-CA042CA31FA9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FB2EED4F-7950-DDC3-B0D7-77852B92DE0A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3823F1C8-4990-B6F6-01B9-FB84C8CF1720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F3AA23BA-39BD-9614-0D7D-33ACE692A145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81451317-AD59-7474-54B9-D549D0F156ED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C636D920-ADFE-46D8-03B4-07F68FCBC72E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A5E4549D-8A37-F33D-2A5D-ABCE613FCD00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F4709070-5F09-1A9A-BA0C-729918EC29D3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2BAFAF6E-9F51-EA1B-109C-2BC76B881655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45ACB911-E1BB-D22B-4CAD-501226521A2E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91881793-B5CA-6855-B820-5BFC743D0AA7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8CF5FA26-292E-097E-CE55-5C496CF76A8F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0EFE1620-15AE-119B-8A10-9EF8A3FE97E3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6E112B8A-3F71-5CA9-7B5E-6E0DF006E344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C461337A-3C3F-B842-4691-A814775AFC36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A9BD84FD-894D-8FBE-07B1-3999DD0C27B8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51AC8978-CE5B-F706-42A5-79F9F433D8B3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83">
            <a:extLst>
              <a:ext uri="{FF2B5EF4-FFF2-40B4-BE49-F238E27FC236}">
                <a16:creationId xmlns:a16="http://schemas.microsoft.com/office/drawing/2014/main" id="{60C8C478-ACFB-EB00-F13F-25A7B8A72511}"/>
              </a:ext>
            </a:extLst>
          </p:cNvPr>
          <p:cNvSpPr/>
          <p:nvPr/>
        </p:nvSpPr>
        <p:spPr>
          <a:xfrm>
            <a:off x="7581292" y="2985588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</a:p>
        </p:txBody>
      </p:sp>
      <p:cxnSp>
        <p:nvCxnSpPr>
          <p:cNvPr id="3" name="꺾인 연결선 111">
            <a:extLst>
              <a:ext uri="{FF2B5EF4-FFF2-40B4-BE49-F238E27FC236}">
                <a16:creationId xmlns:a16="http://schemas.microsoft.com/office/drawing/2014/main" id="{A95845C5-FAF4-27AC-0097-9A17F83254F1}"/>
              </a:ext>
            </a:extLst>
          </p:cNvPr>
          <p:cNvCxnSpPr>
            <a:cxnSpLocks/>
            <a:stCxn id="2" idx="3"/>
            <a:endCxn id="88" idx="2"/>
          </p:cNvCxnSpPr>
          <p:nvPr/>
        </p:nvCxnSpPr>
        <p:spPr>
          <a:xfrm flipV="1">
            <a:off x="8516684" y="2923881"/>
            <a:ext cx="14073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83">
            <a:extLst>
              <a:ext uri="{FF2B5EF4-FFF2-40B4-BE49-F238E27FC236}">
                <a16:creationId xmlns:a16="http://schemas.microsoft.com/office/drawing/2014/main" id="{3ED57ADC-22AB-0D94-6589-AE5A1D04723D}"/>
              </a:ext>
            </a:extLst>
          </p:cNvPr>
          <p:cNvSpPr/>
          <p:nvPr/>
        </p:nvSpPr>
        <p:spPr>
          <a:xfrm>
            <a:off x="7238558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7" name="꺾인 연결선 111">
            <a:extLst>
              <a:ext uri="{FF2B5EF4-FFF2-40B4-BE49-F238E27FC236}">
                <a16:creationId xmlns:a16="http://schemas.microsoft.com/office/drawing/2014/main" id="{B9898012-7A1B-4A44-5F03-64EED7037FB5}"/>
              </a:ext>
            </a:extLst>
          </p:cNvPr>
          <p:cNvCxnSpPr>
            <a:cxnSpLocks/>
            <a:stCxn id="6" idx="3"/>
            <a:endCxn id="2" idx="2"/>
          </p:cNvCxnSpPr>
          <p:nvPr/>
        </p:nvCxnSpPr>
        <p:spPr>
          <a:xfrm flipV="1">
            <a:off x="7941332" y="3157726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719DA897-0768-BE12-8A16-A6D4261915CD}"/>
              </a:ext>
            </a:extLst>
          </p:cNvPr>
          <p:cNvSpPr/>
          <p:nvPr/>
        </p:nvSpPr>
        <p:spPr>
          <a:xfrm>
            <a:off x="6511852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2684777C-B843-7147-2954-A87849A83931}"/>
              </a:ext>
            </a:extLst>
          </p:cNvPr>
          <p:cNvSpPr/>
          <p:nvPr/>
        </p:nvSpPr>
        <p:spPr>
          <a:xfrm>
            <a:off x="5785225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0CEC0DDF-FBB5-5072-2D6D-B5082CDE1CDF}"/>
              </a:ext>
            </a:extLst>
          </p:cNvPr>
          <p:cNvSpPr/>
          <p:nvPr/>
        </p:nvSpPr>
        <p:spPr>
          <a:xfrm>
            <a:off x="7581292" y="3424686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</a:p>
        </p:txBody>
      </p:sp>
      <p:cxnSp>
        <p:nvCxnSpPr>
          <p:cNvPr id="15" name="꺾인 연결선 111">
            <a:extLst>
              <a:ext uri="{FF2B5EF4-FFF2-40B4-BE49-F238E27FC236}">
                <a16:creationId xmlns:a16="http://schemas.microsoft.com/office/drawing/2014/main" id="{3F634D05-E064-5610-4009-9F064FB64606}"/>
              </a:ext>
            </a:extLst>
          </p:cNvPr>
          <p:cNvCxnSpPr>
            <a:cxnSpLocks/>
            <a:stCxn id="13" idx="3"/>
            <a:endCxn id="88" idx="2"/>
          </p:cNvCxnSpPr>
          <p:nvPr/>
        </p:nvCxnSpPr>
        <p:spPr>
          <a:xfrm flipV="1">
            <a:off x="8516684" y="2923881"/>
            <a:ext cx="140735" cy="586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83">
            <a:extLst>
              <a:ext uri="{FF2B5EF4-FFF2-40B4-BE49-F238E27FC236}">
                <a16:creationId xmlns:a16="http://schemas.microsoft.com/office/drawing/2014/main" id="{BF5C3F8C-3313-6B45-9394-086D354DAA6F}"/>
              </a:ext>
            </a:extLst>
          </p:cNvPr>
          <p:cNvSpPr/>
          <p:nvPr/>
        </p:nvSpPr>
        <p:spPr>
          <a:xfrm>
            <a:off x="7238558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17" name="꺾인 연결선 111">
            <a:extLst>
              <a:ext uri="{FF2B5EF4-FFF2-40B4-BE49-F238E27FC236}">
                <a16:creationId xmlns:a16="http://schemas.microsoft.com/office/drawing/2014/main" id="{7A61E7FA-8EC2-B8BE-A790-AC859794447D}"/>
              </a:ext>
            </a:extLst>
          </p:cNvPr>
          <p:cNvCxnSpPr>
            <a:cxnSpLocks/>
            <a:stCxn id="16" idx="3"/>
            <a:endCxn id="13" idx="2"/>
          </p:cNvCxnSpPr>
          <p:nvPr/>
        </p:nvCxnSpPr>
        <p:spPr>
          <a:xfrm flipV="1">
            <a:off x="7941332" y="3596824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모서리가 둥근 직사각형 83">
            <a:extLst>
              <a:ext uri="{FF2B5EF4-FFF2-40B4-BE49-F238E27FC236}">
                <a16:creationId xmlns:a16="http://schemas.microsoft.com/office/drawing/2014/main" id="{4EBFDFB1-EDB0-A9FF-1ED7-FCE7728745BE}"/>
              </a:ext>
            </a:extLst>
          </p:cNvPr>
          <p:cNvSpPr/>
          <p:nvPr/>
        </p:nvSpPr>
        <p:spPr>
          <a:xfrm>
            <a:off x="6511852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0" name="모서리가 둥근 직사각형 83">
            <a:extLst>
              <a:ext uri="{FF2B5EF4-FFF2-40B4-BE49-F238E27FC236}">
                <a16:creationId xmlns:a16="http://schemas.microsoft.com/office/drawing/2014/main" id="{7BBB9306-3495-5712-E861-F3B52FCA156F}"/>
              </a:ext>
            </a:extLst>
          </p:cNvPr>
          <p:cNvSpPr/>
          <p:nvPr/>
        </p:nvSpPr>
        <p:spPr>
          <a:xfrm>
            <a:off x="5785225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1A95B26F-4544-358A-B051-92D767397558}"/>
              </a:ext>
            </a:extLst>
          </p:cNvPr>
          <p:cNvSpPr/>
          <p:nvPr/>
        </p:nvSpPr>
        <p:spPr>
          <a:xfrm>
            <a:off x="7581292" y="3873849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 장학금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929F87E2-3B34-4F19-8280-C444ACBF2560}"/>
              </a:ext>
            </a:extLst>
          </p:cNvPr>
          <p:cNvCxnSpPr>
            <a:cxnSpLocks/>
            <a:stCxn id="22" idx="3"/>
            <a:endCxn id="88" idx="2"/>
          </p:cNvCxnSpPr>
          <p:nvPr/>
        </p:nvCxnSpPr>
        <p:spPr>
          <a:xfrm flipV="1">
            <a:off x="8516684" y="2923881"/>
            <a:ext cx="140735" cy="103603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2E0D85C7-2FF2-A860-A9EA-07EF41EBDAB9}"/>
              </a:ext>
            </a:extLst>
          </p:cNvPr>
          <p:cNvSpPr/>
          <p:nvPr/>
        </p:nvSpPr>
        <p:spPr>
          <a:xfrm>
            <a:off x="7238558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25" name="꺾인 연결선 111">
            <a:extLst>
              <a:ext uri="{FF2B5EF4-FFF2-40B4-BE49-F238E27FC236}">
                <a16:creationId xmlns:a16="http://schemas.microsoft.com/office/drawing/2014/main" id="{9BA238C4-07E2-CEC6-7A98-FC75B8385CCB}"/>
              </a:ext>
            </a:extLst>
          </p:cNvPr>
          <p:cNvCxnSpPr>
            <a:cxnSpLocks/>
            <a:stCxn id="24" idx="3"/>
            <a:endCxn id="22" idx="2"/>
          </p:cNvCxnSpPr>
          <p:nvPr/>
        </p:nvCxnSpPr>
        <p:spPr>
          <a:xfrm flipV="1">
            <a:off x="7941332" y="4045987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83">
            <a:extLst>
              <a:ext uri="{FF2B5EF4-FFF2-40B4-BE49-F238E27FC236}">
                <a16:creationId xmlns:a16="http://schemas.microsoft.com/office/drawing/2014/main" id="{732C1563-D9CF-3BEE-6B40-62B4CD77813B}"/>
              </a:ext>
            </a:extLst>
          </p:cNvPr>
          <p:cNvSpPr/>
          <p:nvPr/>
        </p:nvSpPr>
        <p:spPr>
          <a:xfrm>
            <a:off x="6511852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7" name="모서리가 둥근 직사각형 83">
            <a:extLst>
              <a:ext uri="{FF2B5EF4-FFF2-40B4-BE49-F238E27FC236}">
                <a16:creationId xmlns:a16="http://schemas.microsoft.com/office/drawing/2014/main" id="{6A00B12D-322B-C4D9-8AB8-AD7371B0AF6C}"/>
              </a:ext>
            </a:extLst>
          </p:cNvPr>
          <p:cNvSpPr/>
          <p:nvPr/>
        </p:nvSpPr>
        <p:spPr>
          <a:xfrm>
            <a:off x="5785225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9" name="모서리가 둥근 직사각형 83">
            <a:extLst>
              <a:ext uri="{FF2B5EF4-FFF2-40B4-BE49-F238E27FC236}">
                <a16:creationId xmlns:a16="http://schemas.microsoft.com/office/drawing/2014/main" id="{E5D15138-999D-325A-A4EC-126F1E0D67E8}"/>
              </a:ext>
            </a:extLst>
          </p:cNvPr>
          <p:cNvSpPr/>
          <p:nvPr/>
        </p:nvSpPr>
        <p:spPr>
          <a:xfrm>
            <a:off x="7581292" y="431367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0" name="꺾인 연결선 111">
            <a:extLst>
              <a:ext uri="{FF2B5EF4-FFF2-40B4-BE49-F238E27FC236}">
                <a16:creationId xmlns:a16="http://schemas.microsoft.com/office/drawing/2014/main" id="{180BAF9D-8483-BCE0-51B4-141575280C46}"/>
              </a:ext>
            </a:extLst>
          </p:cNvPr>
          <p:cNvCxnSpPr>
            <a:cxnSpLocks/>
            <a:stCxn id="29" idx="3"/>
            <a:endCxn id="88" idx="2"/>
          </p:cNvCxnSpPr>
          <p:nvPr/>
        </p:nvCxnSpPr>
        <p:spPr>
          <a:xfrm flipV="1">
            <a:off x="8516684" y="2923881"/>
            <a:ext cx="140735" cy="147585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모서리가 둥근 직사각형 83">
            <a:extLst>
              <a:ext uri="{FF2B5EF4-FFF2-40B4-BE49-F238E27FC236}">
                <a16:creationId xmlns:a16="http://schemas.microsoft.com/office/drawing/2014/main" id="{7E48E212-257A-AFBB-3720-7B5010AF9EDE}"/>
              </a:ext>
            </a:extLst>
          </p:cNvPr>
          <p:cNvSpPr/>
          <p:nvPr/>
        </p:nvSpPr>
        <p:spPr>
          <a:xfrm>
            <a:off x="7238558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2" name="꺾인 연결선 111">
            <a:extLst>
              <a:ext uri="{FF2B5EF4-FFF2-40B4-BE49-F238E27FC236}">
                <a16:creationId xmlns:a16="http://schemas.microsoft.com/office/drawing/2014/main" id="{50D4B72B-DCA4-1EDD-777B-76EDD5009501}"/>
              </a:ext>
            </a:extLst>
          </p:cNvPr>
          <p:cNvCxnSpPr>
            <a:cxnSpLocks/>
            <a:stCxn id="31" idx="3"/>
            <a:endCxn id="29" idx="2"/>
          </p:cNvCxnSpPr>
          <p:nvPr/>
        </p:nvCxnSpPr>
        <p:spPr>
          <a:xfrm flipV="1">
            <a:off x="7941332" y="4485808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FBC05704-80BD-287C-627B-1E367CAB5288}"/>
              </a:ext>
            </a:extLst>
          </p:cNvPr>
          <p:cNvSpPr/>
          <p:nvPr/>
        </p:nvSpPr>
        <p:spPr>
          <a:xfrm>
            <a:off x="6511852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7DB40FFF-9BAC-6E6D-D9F3-E22C9AE3AE50}"/>
              </a:ext>
            </a:extLst>
          </p:cNvPr>
          <p:cNvSpPr/>
          <p:nvPr/>
        </p:nvSpPr>
        <p:spPr>
          <a:xfrm>
            <a:off x="5785225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36" name="모서리가 둥근 직사각형 83">
            <a:extLst>
              <a:ext uri="{FF2B5EF4-FFF2-40B4-BE49-F238E27FC236}">
                <a16:creationId xmlns:a16="http://schemas.microsoft.com/office/drawing/2014/main" id="{BC1EB790-FDDB-B6E0-EB7F-4F2478CECBE0}"/>
              </a:ext>
            </a:extLst>
          </p:cNvPr>
          <p:cNvSpPr/>
          <p:nvPr/>
        </p:nvSpPr>
        <p:spPr>
          <a:xfrm>
            <a:off x="7581292" y="4758817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cxnSp>
        <p:nvCxnSpPr>
          <p:cNvPr id="37" name="꺾인 연결선 111">
            <a:extLst>
              <a:ext uri="{FF2B5EF4-FFF2-40B4-BE49-F238E27FC236}">
                <a16:creationId xmlns:a16="http://schemas.microsoft.com/office/drawing/2014/main" id="{596A0D1D-0C72-4260-A057-56B47ADB949B}"/>
              </a:ext>
            </a:extLst>
          </p:cNvPr>
          <p:cNvCxnSpPr>
            <a:cxnSpLocks/>
            <a:stCxn id="36" idx="3"/>
            <a:endCxn id="88" idx="2"/>
          </p:cNvCxnSpPr>
          <p:nvPr/>
        </p:nvCxnSpPr>
        <p:spPr>
          <a:xfrm flipV="1">
            <a:off x="8516684" y="2923881"/>
            <a:ext cx="140735" cy="19210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모서리가 둥근 직사각형 83">
            <a:extLst>
              <a:ext uri="{FF2B5EF4-FFF2-40B4-BE49-F238E27FC236}">
                <a16:creationId xmlns:a16="http://schemas.microsoft.com/office/drawing/2014/main" id="{1DEE260B-EF63-1329-9374-1E9F92CE875B}"/>
              </a:ext>
            </a:extLst>
          </p:cNvPr>
          <p:cNvSpPr/>
          <p:nvPr/>
        </p:nvSpPr>
        <p:spPr>
          <a:xfrm>
            <a:off x="7238558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9" name="꺾인 연결선 111">
            <a:extLst>
              <a:ext uri="{FF2B5EF4-FFF2-40B4-BE49-F238E27FC236}">
                <a16:creationId xmlns:a16="http://schemas.microsoft.com/office/drawing/2014/main" id="{93C6CA1F-EE11-FF18-4F14-B4C1FF2AEB68}"/>
              </a:ext>
            </a:extLst>
          </p:cNvPr>
          <p:cNvCxnSpPr>
            <a:cxnSpLocks/>
            <a:stCxn id="38" idx="3"/>
            <a:endCxn id="36" idx="2"/>
          </p:cNvCxnSpPr>
          <p:nvPr/>
        </p:nvCxnSpPr>
        <p:spPr>
          <a:xfrm flipV="1">
            <a:off x="7941332" y="4930955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83">
            <a:extLst>
              <a:ext uri="{FF2B5EF4-FFF2-40B4-BE49-F238E27FC236}">
                <a16:creationId xmlns:a16="http://schemas.microsoft.com/office/drawing/2014/main" id="{9BC94F39-D6A3-37BA-280D-DAECEEA22F14}"/>
              </a:ext>
            </a:extLst>
          </p:cNvPr>
          <p:cNvSpPr/>
          <p:nvPr/>
        </p:nvSpPr>
        <p:spPr>
          <a:xfrm>
            <a:off x="6511852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E6F055E6-1B28-D8F1-580B-457EFEF3D8E5}"/>
              </a:ext>
            </a:extLst>
          </p:cNvPr>
          <p:cNvSpPr/>
          <p:nvPr/>
        </p:nvSpPr>
        <p:spPr>
          <a:xfrm>
            <a:off x="5785225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</p:spTree>
    <p:extLst>
      <p:ext uri="{BB962C8B-B14F-4D97-AF65-F5344CB8AC3E}">
        <p14:creationId xmlns:p14="http://schemas.microsoft.com/office/powerpoint/2010/main" val="419193052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8AB8C6-A5FE-FE88-1FBD-69B99D41E0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5996F9D-01B8-2ABC-63CB-7457847A119D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 조회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D03A9EF-0442-13CC-38BB-C9922CEC5F9C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5F0D2DBE-58B5-61FB-3F64-35122EF17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9926318"/>
              </p:ext>
            </p:extLst>
          </p:nvPr>
        </p:nvGraphicFramePr>
        <p:xfrm>
          <a:off x="6969418" y="2548005"/>
          <a:ext cx="2772114" cy="349037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탭 메뉴 중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고등학생 장학금 신청 내역을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대학생 장학금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평생교육장려금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접수중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현재 접수기간일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마감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접수기간이 지난 경우의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공고 대상 장학금 신청을 등록한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심사중으로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선발로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예비로 처리한 상태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552597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578ACCD5-6462-D011-F56F-963331BFF66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166B421-34A9-3DFF-DB99-3976BFBF8358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46DF8C3E-9E80-06AC-E6D9-B8B462D9E0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5F91F3B8-8282-3DAF-443A-741ACACBF0FE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9E2BB5C-11FD-336E-8FDA-94C6F2273C68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3591911-67CB-B470-543E-E44276F6ED57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B8826C8-18C4-BB71-039D-3088CA5DAE69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EEF6E99-1D6E-E345-8490-477BB7A6CF71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ACD4BA5-BA0A-7DA5-570F-18395728B58A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B7A4EB6-A6E5-6B28-B4EA-1E258338524B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7B3B008-F186-63C6-248B-2FEBB43AD251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BCCF1B1-9E10-FB2E-6BD5-49B46084BECA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E027C13-AF09-DD0F-52E1-9FA88CC0069E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대학생 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143EC29-8DA6-0CBD-17D6-7104F6540FBE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933ACEE-ED53-16D3-011F-7D5096A2EB2B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F75E67E-7EA1-333C-D04F-6FE9C9F77EDC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61438EDA-B7DA-CF2F-E94C-2E4B7E6A5E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6197115"/>
              </p:ext>
            </p:extLst>
          </p:nvPr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6A9BB03B-083F-8825-ACBC-226A5D05DDE8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0608CE9-D529-A205-DED3-1322F6B6A5C7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1BCCFD2-D36D-D21D-E0C7-B33C1F01CB1C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742C7A1C-FE68-9326-BB87-00DD35C2262B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D10D0BD-F5B1-92FB-1856-F73140095154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64F80DAB-071E-68D8-51E4-CDDCF53CCE44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96A5998-B01D-8A50-A4B3-63C32F51EE3A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631E80-82AA-5BA1-2296-3FA9ED299066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338643987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E477D-0D78-E711-4B26-23C3A8C55D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F7D5923-A160-BA93-2891-9B4845B33C4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 조회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1256F98-CF91-E976-2CAC-3533845F165F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5ABA6CA-EF7F-9139-5E41-4CD04A79C0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3539576"/>
              </p:ext>
            </p:extLst>
          </p:nvPr>
        </p:nvGraphicFramePr>
        <p:xfrm>
          <a:off x="6969418" y="2548005"/>
          <a:ext cx="2772114" cy="187540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탈락으로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회원이 취소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선발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지급완료로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설정 화면으로 이동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신청완료 시 보임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열람 화면으로 이동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지급완료 시 보임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552597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DA1E434-87CF-3E26-8403-F009B494AF00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301E2AD-E66D-25F1-3B6E-DD5EB83DFDFA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10B6B0B9-CBD6-A601-E279-2B7929DCB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5F6BF669-B5C8-8A4B-81A1-0E823CABF0FD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010DEC5-6C98-3129-B2D0-17646F1407CC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B8B4854-9D67-5F54-7773-C02618D0F85B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13EC7CF-3DB2-021D-12A4-5629E17DA950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0EC915F-547F-FDB4-32B7-5A4549E09431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72DE772-BA78-EE3F-E11F-B6482EFC087A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177FC2-B139-4B4F-5063-DBB84C9DE586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645F0FE-B342-571F-6FF9-8CBF8C297831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57A561D-E13B-EDB8-14B4-61930D4471C8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249E58-1D12-5369-6AFC-98C6DA4485AA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대학생 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E91C27D-DF8E-CFBF-9F07-16082AE7130F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6F8AD5A-37A8-CFAE-31FF-76D33FE4696E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96E928F-424D-6FEF-4F03-F3EC790D6557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D9C78C9-650A-520D-03B2-F2AC1971C38C}"/>
              </a:ext>
            </a:extLst>
          </p:cNvPr>
          <p:cNvGraphicFramePr>
            <a:graphicFrameLocks noGrp="1"/>
          </p:cNvGraphicFramePr>
          <p:nvPr/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대학생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520D0917-63AC-14EE-5757-8719F1612773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49E9E320-E859-CBD8-0967-66129115306A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369B896-DFE5-320E-C6AC-53FF4F73C735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4218F329-34D8-DBE4-998D-0C7866E8B3B5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8EB742-DD08-0E3D-801D-46D3CDC21969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FA6D585A-A876-5D8E-B7C0-B34DD171CAA6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719BCBE-A9ED-F52C-FB49-79855F6BD6CA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61EA406-196E-B74E-6DB6-6BB04FE6CA33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220929368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308833-8B60-9071-7A93-114640F302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CFC2163-88B5-968B-E55F-A54599BC554E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44DA811-915D-6CA2-8796-E9FAF403AD9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AF2F380F-2F1F-155A-33AC-1DE93E27E0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1981177"/>
              </p:ext>
            </p:extLst>
          </p:nvPr>
        </p:nvGraphicFramePr>
        <p:xfrm>
          <a:off x="6969418" y="2548005"/>
          <a:ext cx="2772114" cy="329448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신청건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설정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이름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신청자 회원의 이름을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작성한 보호자 이름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생년월일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신청자의 생년월일로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연락처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보호자 연락처로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졸업 고등학교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작성한 졸업 고등학교로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재학 대학교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신청자 재학 대학교로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최종전입일자로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본인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중 선택 및 전입일자를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신청자 주소로 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 찾기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주소검색 팝업창에서 해당 주소 검색 및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기본주소가 주소란에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상세주소 직접입력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D31F9751-331A-DF81-9E77-DB230F66A760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307CDDA1-437D-B80D-4DDD-221D1D2A83CB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B0986577-1BCE-1219-4FDC-43F0E0E6DC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B681A126-E77F-1141-45F9-F3C02CE9C6E5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63E9665-645E-5972-412F-ED2B32C4508B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51A6CF2-976B-642A-67BC-595FA1947D44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3CD6572-5B2B-6361-3206-82002CA4E5FF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D91A9EF-7E70-824B-C79D-CCAFD8457A17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C4274D-7837-2B05-968B-3F61CBD15323}"/>
              </a:ext>
            </a:extLst>
          </p:cNvPr>
          <p:cNvSpPr/>
          <p:nvPr/>
        </p:nvSpPr>
        <p:spPr>
          <a:xfrm>
            <a:off x="165100" y="1790190"/>
            <a:ext cx="6732116" cy="491517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C169FE4-6A25-C264-F529-5A7C0FF08034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44117B6-9604-CA69-99BE-63F2608CE68D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AE50412-60CF-A196-97DE-42752ADFCF2C}"/>
              </a:ext>
            </a:extLst>
          </p:cNvPr>
          <p:cNvSpPr/>
          <p:nvPr/>
        </p:nvSpPr>
        <p:spPr>
          <a:xfrm>
            <a:off x="262572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B355011-B2E8-76C3-0164-18465A15F6CF}"/>
              </a:ext>
            </a:extLst>
          </p:cNvPr>
          <p:cNvSpPr/>
          <p:nvPr/>
        </p:nvSpPr>
        <p:spPr>
          <a:xfrm>
            <a:off x="1133014" y="2132856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대학생 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E500128-6CB5-06CD-E4D1-21A55F713EF6}"/>
              </a:ext>
            </a:extLst>
          </p:cNvPr>
          <p:cNvSpPr/>
          <p:nvPr/>
        </p:nvSpPr>
        <p:spPr>
          <a:xfrm>
            <a:off x="198755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0A8F87-A1AE-8550-A31D-FDD0DC7956DD}"/>
              </a:ext>
            </a:extLst>
          </p:cNvPr>
          <p:cNvSpPr/>
          <p:nvPr/>
        </p:nvSpPr>
        <p:spPr>
          <a:xfrm>
            <a:off x="284209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F56AFA7-91C8-C27D-35C5-0D405BB83525}"/>
              </a:ext>
            </a:extLst>
          </p:cNvPr>
          <p:cNvSpPr/>
          <p:nvPr/>
        </p:nvSpPr>
        <p:spPr>
          <a:xfrm>
            <a:off x="369836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8257E07-B988-D48E-13F3-13B387067EB6}"/>
              </a:ext>
            </a:extLst>
          </p:cNvPr>
          <p:cNvSpPr/>
          <p:nvPr/>
        </p:nvSpPr>
        <p:spPr>
          <a:xfrm>
            <a:off x="287103" y="2384884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B2987EED-5661-AA2F-0137-FBFAE7F99B4D}"/>
              </a:ext>
            </a:extLst>
          </p:cNvPr>
          <p:cNvGrpSpPr/>
          <p:nvPr/>
        </p:nvGrpSpPr>
        <p:grpSpPr>
          <a:xfrm>
            <a:off x="6715323" y="2564573"/>
            <a:ext cx="102870" cy="717055"/>
            <a:chOff x="6781481" y="1888563"/>
            <a:chExt cx="77080" cy="79200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99CF51A4-2122-BA5E-A1F1-6EB23CA1CB86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301CE1F5-FF35-FBC4-7AE4-D59AC99ED91A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5452AE0-8BEE-FE39-2185-09700BD3A5D8}"/>
              </a:ext>
            </a:extLst>
          </p:cNvPr>
          <p:cNvSpPr/>
          <p:nvPr/>
        </p:nvSpPr>
        <p:spPr>
          <a:xfrm>
            <a:off x="273050" y="2564904"/>
            <a:ext cx="6437193" cy="717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667BE104-16CD-F8EE-4D06-C0F9955B3C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4602694"/>
              </p:ext>
            </p:extLst>
          </p:nvPr>
        </p:nvGraphicFramePr>
        <p:xfrm>
          <a:off x="273050" y="5961485"/>
          <a:ext cx="6516688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5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1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2C953CFB-5C60-4EE9-35C8-53F40846D698}"/>
              </a:ext>
            </a:extLst>
          </p:cNvPr>
          <p:cNvSpPr/>
          <p:nvPr/>
        </p:nvSpPr>
        <p:spPr>
          <a:xfrm>
            <a:off x="287103" y="5781118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63" name="Picture 13">
            <a:extLst>
              <a:ext uri="{FF2B5EF4-FFF2-40B4-BE49-F238E27FC236}">
                <a16:creationId xmlns:a16="http://schemas.microsoft.com/office/drawing/2014/main" id="{23FB1A1C-E2AF-70AB-59A9-DF9D61366A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599976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AA2ADC-B49F-90A7-F2B1-67153F93F4B1}"/>
              </a:ext>
            </a:extLst>
          </p:cNvPr>
          <p:cNvSpPr/>
          <p:nvPr/>
        </p:nvSpPr>
        <p:spPr>
          <a:xfrm>
            <a:off x="1239605" y="6000032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9A706C80-2D13-C940-6F33-B6CAAEE4F961}"/>
              </a:ext>
            </a:extLst>
          </p:cNvPr>
          <p:cNvSpPr/>
          <p:nvPr/>
        </p:nvSpPr>
        <p:spPr>
          <a:xfrm>
            <a:off x="1244828" y="6468801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E2EDEDE9-7D42-7117-20B4-DE66664F2885}"/>
              </a:ext>
            </a:extLst>
          </p:cNvPr>
          <p:cNvGrpSpPr/>
          <p:nvPr/>
        </p:nvGrpSpPr>
        <p:grpSpPr>
          <a:xfrm>
            <a:off x="267996" y="3308837"/>
            <a:ext cx="1651953" cy="144463"/>
            <a:chOff x="2156839" y="1593629"/>
            <a:chExt cx="1651953" cy="144463"/>
          </a:xfrm>
        </p:grpSpPr>
        <p:sp>
          <p:nvSpPr>
            <p:cNvPr id="77" name="Rectangle 191">
              <a:extLst>
                <a:ext uri="{FF2B5EF4-FFF2-40B4-BE49-F238E27FC236}">
                  <a16:creationId xmlns:a16="http://schemas.microsoft.com/office/drawing/2014/main" id="{A924EF84-C624-187E-0D96-12371F7E6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8" name="개체 77">
              <a:extLst>
                <a:ext uri="{FF2B5EF4-FFF2-40B4-BE49-F238E27FC236}">
                  <a16:creationId xmlns:a16="http://schemas.microsoft.com/office/drawing/2014/main" id="{941A9947-E24D-9ED1-3EA4-69855C0EF426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311068151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86" name="개체 85">
                          <a:extLst>
                            <a:ext uri="{FF2B5EF4-FFF2-40B4-BE49-F238E27FC236}">
                              <a16:creationId xmlns:a16="http://schemas.microsoft.com/office/drawing/2014/main" id="{9C97FDA8-30B0-8F62-F9D1-9DB340B5886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5" name="타원 64">
            <a:extLst>
              <a:ext uri="{FF2B5EF4-FFF2-40B4-BE49-F238E27FC236}">
                <a16:creationId xmlns:a16="http://schemas.microsoft.com/office/drawing/2014/main" id="{E6FA9CCC-7E4F-6017-73E1-68AA037EF8F8}"/>
              </a:ext>
            </a:extLst>
          </p:cNvPr>
          <p:cNvSpPr>
            <a:spLocks noChangeAspect="1"/>
          </p:cNvSpPr>
          <p:nvPr/>
        </p:nvSpPr>
        <p:spPr>
          <a:xfrm>
            <a:off x="202609" y="249289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1419C62C-F1E5-5CB7-FA8E-264EAB1FE34C}"/>
              </a:ext>
            </a:extLst>
          </p:cNvPr>
          <p:cNvSpPr>
            <a:spLocks noChangeAspect="1"/>
          </p:cNvSpPr>
          <p:nvPr/>
        </p:nvSpPr>
        <p:spPr>
          <a:xfrm>
            <a:off x="202609" y="588108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40D6046-3E4F-15E2-D93B-3CF646C67D9C}"/>
              </a:ext>
            </a:extLst>
          </p:cNvPr>
          <p:cNvSpPr/>
          <p:nvPr/>
        </p:nvSpPr>
        <p:spPr>
          <a:xfrm>
            <a:off x="287103" y="3489938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26991026-DB5A-34C3-3A14-8B399F99EB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8808813"/>
              </p:ext>
            </p:extLst>
          </p:nvPr>
        </p:nvGraphicFramePr>
        <p:xfrm>
          <a:off x="273050" y="3662852"/>
          <a:ext cx="6516688" cy="2069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5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08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404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4878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졸업 고등학교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51123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 대학교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1335567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95" name="Picture 13">
            <a:extLst>
              <a:ext uri="{FF2B5EF4-FFF2-40B4-BE49-F238E27FC236}">
                <a16:creationId xmlns:a16="http://schemas.microsoft.com/office/drawing/2014/main" id="{18EA92C4-BEFF-2101-F93C-8C8073C7BE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9495" y="392798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6" name="직사각형 95">
            <a:extLst>
              <a:ext uri="{FF2B5EF4-FFF2-40B4-BE49-F238E27FC236}">
                <a16:creationId xmlns:a16="http://schemas.microsoft.com/office/drawing/2014/main" id="{7432BE32-12BD-F234-0AFC-B7276AE67165}"/>
              </a:ext>
            </a:extLst>
          </p:cNvPr>
          <p:cNvSpPr/>
          <p:nvPr/>
        </p:nvSpPr>
        <p:spPr>
          <a:xfrm>
            <a:off x="1239605" y="3928251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97" name="Picture 13">
            <a:extLst>
              <a:ext uri="{FF2B5EF4-FFF2-40B4-BE49-F238E27FC236}">
                <a16:creationId xmlns:a16="http://schemas.microsoft.com/office/drawing/2014/main" id="{3DBE0B89-6638-20F0-3575-599B26E4AB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0225" y="392798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C4CCBB17-E9F1-66BE-102A-79C140A542DA}"/>
              </a:ext>
            </a:extLst>
          </p:cNvPr>
          <p:cNvSpPr/>
          <p:nvPr/>
        </p:nvSpPr>
        <p:spPr>
          <a:xfrm>
            <a:off x="1765573" y="3928251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99" name="Picture 13">
            <a:extLst>
              <a:ext uri="{FF2B5EF4-FFF2-40B4-BE49-F238E27FC236}">
                <a16:creationId xmlns:a16="http://schemas.microsoft.com/office/drawing/2014/main" id="{9B6ED8AA-5EB8-7D5B-6A52-B4A7924EAB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2078" y="392798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6354188-DFFF-11F9-2C83-0F5DA43A834A}"/>
              </a:ext>
            </a:extLst>
          </p:cNvPr>
          <p:cNvSpPr/>
          <p:nvPr/>
        </p:nvSpPr>
        <p:spPr>
          <a:xfrm>
            <a:off x="2237426" y="3928251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101" name="Picture 13">
            <a:extLst>
              <a:ext uri="{FF2B5EF4-FFF2-40B4-BE49-F238E27FC236}">
                <a16:creationId xmlns:a16="http://schemas.microsoft.com/office/drawing/2014/main" id="{27AF670D-559C-8731-706D-14AFDFF9CB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3934603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6E54203-465F-984A-98BE-77B9EBE920C3}"/>
              </a:ext>
            </a:extLst>
          </p:cNvPr>
          <p:cNvSpPr/>
          <p:nvPr/>
        </p:nvSpPr>
        <p:spPr>
          <a:xfrm>
            <a:off x="4605112" y="3934867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D2496FBC-3440-C44A-ADED-C225B0F6A643}"/>
              </a:ext>
            </a:extLst>
          </p:cNvPr>
          <p:cNvSpPr/>
          <p:nvPr/>
        </p:nvSpPr>
        <p:spPr>
          <a:xfrm>
            <a:off x="5107225" y="3934867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421E7C3-5938-A3D4-E920-25FD827A4E1D}"/>
              </a:ext>
            </a:extLst>
          </p:cNvPr>
          <p:cNvSpPr/>
          <p:nvPr/>
        </p:nvSpPr>
        <p:spPr>
          <a:xfrm>
            <a:off x="5046128" y="3945055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DCE56B2-9043-68D2-E56C-640C073F24FA}"/>
              </a:ext>
            </a:extLst>
          </p:cNvPr>
          <p:cNvSpPr/>
          <p:nvPr/>
        </p:nvSpPr>
        <p:spPr>
          <a:xfrm>
            <a:off x="5463065" y="3953006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214D8AE0-D7CB-4F0A-5208-D1093DD5EF58}"/>
              </a:ext>
            </a:extLst>
          </p:cNvPr>
          <p:cNvSpPr/>
          <p:nvPr/>
        </p:nvSpPr>
        <p:spPr>
          <a:xfrm>
            <a:off x="5530638" y="3934867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4AFE5EB-1413-88BA-05E0-1426437F3A35}"/>
              </a:ext>
            </a:extLst>
          </p:cNvPr>
          <p:cNvSpPr/>
          <p:nvPr/>
        </p:nvSpPr>
        <p:spPr>
          <a:xfrm>
            <a:off x="1258157" y="4396019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오산고등학교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98F2AF9-5A7D-79D4-4424-6DC25D8828C9}"/>
              </a:ext>
            </a:extLst>
          </p:cNvPr>
          <p:cNvSpPr/>
          <p:nvPr/>
        </p:nvSpPr>
        <p:spPr>
          <a:xfrm>
            <a:off x="1545462" y="4619994"/>
            <a:ext cx="648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오산대학교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B0FF5040-D775-887A-365B-DEFB356AE344}"/>
              </a:ext>
            </a:extLst>
          </p:cNvPr>
          <p:cNvGrpSpPr/>
          <p:nvPr/>
        </p:nvGrpSpPr>
        <p:grpSpPr>
          <a:xfrm>
            <a:off x="1573419" y="4160848"/>
            <a:ext cx="236445" cy="144462"/>
            <a:chOff x="2716253" y="2405617"/>
            <a:chExt cx="236445" cy="144462"/>
          </a:xfrm>
        </p:grpSpPr>
        <p:sp>
          <p:nvSpPr>
            <p:cNvPr id="110" name="Rectangle 191">
              <a:extLst>
                <a:ext uri="{FF2B5EF4-FFF2-40B4-BE49-F238E27FC236}">
                  <a16:creationId xmlns:a16="http://schemas.microsoft.com/office/drawing/2014/main" id="{D9BE50A6-8B98-484F-7F82-552825B6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</a:p>
          </p:txBody>
        </p:sp>
        <p:graphicFrame>
          <p:nvGraphicFramePr>
            <p:cNvPr id="111" name="개체 110">
              <a:extLst>
                <a:ext uri="{FF2B5EF4-FFF2-40B4-BE49-F238E27FC236}">
                  <a16:creationId xmlns:a16="http://schemas.microsoft.com/office/drawing/2014/main" id="{B5754874-1323-CB5F-DE47-37F84A04292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60" name="개체 59">
                          <a:extLst>
                            <a:ext uri="{FF2B5EF4-FFF2-40B4-BE49-F238E27FC236}">
                              <a16:creationId xmlns:a16="http://schemas.microsoft.com/office/drawing/2014/main" id="{1FA25D9B-5F33-CB25-A120-D1237F83008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5EF6CA2A-F0F6-0787-DE5C-C46E1DDE19CE}"/>
              </a:ext>
            </a:extLst>
          </p:cNvPr>
          <p:cNvGrpSpPr/>
          <p:nvPr/>
        </p:nvGrpSpPr>
        <p:grpSpPr>
          <a:xfrm>
            <a:off x="1249383" y="4166734"/>
            <a:ext cx="237128" cy="144463"/>
            <a:chOff x="2864768" y="2513669"/>
            <a:chExt cx="237128" cy="144463"/>
          </a:xfrm>
        </p:grpSpPr>
        <p:sp>
          <p:nvSpPr>
            <p:cNvPr id="113" name="Rectangle 191">
              <a:extLst>
                <a:ext uri="{FF2B5EF4-FFF2-40B4-BE49-F238E27FC236}">
                  <a16:creationId xmlns:a16="http://schemas.microsoft.com/office/drawing/2014/main" id="{9B639830-CECD-7BE2-AEB9-231E5849E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14" name="개체 113">
              <a:extLst>
                <a:ext uri="{FF2B5EF4-FFF2-40B4-BE49-F238E27FC236}">
                  <a16:creationId xmlns:a16="http://schemas.microsoft.com/office/drawing/2014/main" id="{E616D1E7-E330-DE9B-108D-F4013D3EA602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328195888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63" name="개체 62">
                          <a:extLst>
                            <a:ext uri="{FF2B5EF4-FFF2-40B4-BE49-F238E27FC236}">
                              <a16:creationId xmlns:a16="http://schemas.microsoft.com/office/drawing/2014/main" id="{5AECF371-CB07-53BF-BD76-40EFDFD9FD7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B5ACACD4-E86C-82A3-E170-687C7F0F4CC4}"/>
              </a:ext>
            </a:extLst>
          </p:cNvPr>
          <p:cNvSpPr/>
          <p:nvPr/>
        </p:nvSpPr>
        <p:spPr>
          <a:xfrm>
            <a:off x="4605111" y="3703604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218F9F0A-5600-ABCC-6A77-598878DD1C7C}"/>
              </a:ext>
            </a:extLst>
          </p:cNvPr>
          <p:cNvSpPr/>
          <p:nvPr/>
        </p:nvSpPr>
        <p:spPr>
          <a:xfrm>
            <a:off x="1776522" y="5072558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A5067F5-B44E-FF1F-71EC-7074E75B58AD}"/>
              </a:ext>
            </a:extLst>
          </p:cNvPr>
          <p:cNvSpPr/>
          <p:nvPr/>
        </p:nvSpPr>
        <p:spPr>
          <a:xfrm>
            <a:off x="1253020" y="5073162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76CE73A-B2C7-4E8E-3911-20D9F487CC86}"/>
              </a:ext>
            </a:extLst>
          </p:cNvPr>
          <p:cNvSpPr/>
          <p:nvPr/>
        </p:nvSpPr>
        <p:spPr>
          <a:xfrm>
            <a:off x="1253020" y="5307402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844B175-E63C-2490-D971-D8AD3B83EC6C}"/>
              </a:ext>
            </a:extLst>
          </p:cNvPr>
          <p:cNvSpPr/>
          <p:nvPr/>
        </p:nvSpPr>
        <p:spPr>
          <a:xfrm>
            <a:off x="1253020" y="5541101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CDA1897D-5335-B94E-79FF-0B1CD6A932FD}"/>
              </a:ext>
            </a:extLst>
          </p:cNvPr>
          <p:cNvSpPr/>
          <p:nvPr/>
        </p:nvSpPr>
        <p:spPr>
          <a:xfrm>
            <a:off x="3735858" y="5333235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009A9CAA-550E-BB1B-EA7C-029F8260DE97}"/>
              </a:ext>
            </a:extLst>
          </p:cNvPr>
          <p:cNvSpPr/>
          <p:nvPr/>
        </p:nvSpPr>
        <p:spPr>
          <a:xfrm>
            <a:off x="3735858" y="5566934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sp>
        <p:nvSpPr>
          <p:cNvPr id="122" name="Rectangle 191">
            <a:extLst>
              <a:ext uri="{FF2B5EF4-FFF2-40B4-BE49-F238E27FC236}">
                <a16:creationId xmlns:a16="http://schemas.microsoft.com/office/drawing/2014/main" id="{38047066-1530-0908-60E3-232229C9C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8157" y="4637063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대학교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EDBA4935-88D7-C861-7A48-8B56457E5D54}"/>
              </a:ext>
            </a:extLst>
          </p:cNvPr>
          <p:cNvSpPr/>
          <p:nvPr/>
        </p:nvSpPr>
        <p:spPr>
          <a:xfrm>
            <a:off x="2473131" y="4620565"/>
            <a:ext cx="648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경영학과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4" name="Rectangle 191">
            <a:extLst>
              <a:ext uri="{FF2B5EF4-FFF2-40B4-BE49-F238E27FC236}">
                <a16:creationId xmlns:a16="http://schemas.microsoft.com/office/drawing/2014/main" id="{774604EA-3E9E-48C3-BBDD-34EB243AF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7495" y="464558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학과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64A77BBB-9F98-AA6D-684F-0E88923AA50C}"/>
              </a:ext>
            </a:extLst>
          </p:cNvPr>
          <p:cNvSpPr/>
          <p:nvPr/>
        </p:nvSpPr>
        <p:spPr>
          <a:xfrm>
            <a:off x="4139025" y="4620565"/>
            <a:ext cx="648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2512345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6" name="Rectangle 191">
            <a:extLst>
              <a:ext uri="{FF2B5EF4-FFF2-40B4-BE49-F238E27FC236}">
                <a16:creationId xmlns:a16="http://schemas.microsoft.com/office/drawing/2014/main" id="{3D6705D0-E5AA-5042-E0CF-9B0A14006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3389" y="464558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학번</a:t>
            </a:r>
          </a:p>
        </p:txBody>
      </p:sp>
      <p:pic>
        <p:nvPicPr>
          <p:cNvPr id="127" name="Picture 13">
            <a:extLst>
              <a:ext uri="{FF2B5EF4-FFF2-40B4-BE49-F238E27FC236}">
                <a16:creationId xmlns:a16="http://schemas.microsoft.com/office/drawing/2014/main" id="{96D9CE71-B536-62B7-58F0-D925D0E97D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1417" y="461973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A03225AC-9F9A-CE72-623D-2D255248DFA2}"/>
              </a:ext>
            </a:extLst>
          </p:cNvPr>
          <p:cNvSpPr/>
          <p:nvPr/>
        </p:nvSpPr>
        <p:spPr>
          <a:xfrm>
            <a:off x="3406416" y="4619994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129" name="Rectangle 191">
            <a:extLst>
              <a:ext uri="{FF2B5EF4-FFF2-40B4-BE49-F238E27FC236}">
                <a16:creationId xmlns:a16="http://schemas.microsoft.com/office/drawing/2014/main" id="{838E2DFD-D21B-15D8-2035-0BE31EC86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848" y="464558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학년</a:t>
            </a:r>
          </a:p>
        </p:txBody>
      </p:sp>
      <p:pic>
        <p:nvPicPr>
          <p:cNvPr id="130" name="Picture 13">
            <a:extLst>
              <a:ext uri="{FF2B5EF4-FFF2-40B4-BE49-F238E27FC236}">
                <a16:creationId xmlns:a16="http://schemas.microsoft.com/office/drawing/2014/main" id="{A6FF5F55-DBBE-D0EF-1B6F-B3080F5A59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15787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69EBFE64-3AA8-5F67-DA9D-CE58E517E094}"/>
              </a:ext>
            </a:extLst>
          </p:cNvPr>
          <p:cNvSpPr/>
          <p:nvPr/>
        </p:nvSpPr>
        <p:spPr>
          <a:xfrm>
            <a:off x="4605112" y="4158141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022F0384-57DC-2ADE-AE40-CE64292368F0}"/>
              </a:ext>
            </a:extLst>
          </p:cNvPr>
          <p:cNvSpPr/>
          <p:nvPr/>
        </p:nvSpPr>
        <p:spPr>
          <a:xfrm>
            <a:off x="5107225" y="4158141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E252BB13-256A-BE47-1467-C524031CF01F}"/>
              </a:ext>
            </a:extLst>
          </p:cNvPr>
          <p:cNvSpPr/>
          <p:nvPr/>
        </p:nvSpPr>
        <p:spPr>
          <a:xfrm>
            <a:off x="5046128" y="4168329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758A1A9D-A5AE-277E-AC5C-4EDB968CE3F6}"/>
              </a:ext>
            </a:extLst>
          </p:cNvPr>
          <p:cNvSpPr/>
          <p:nvPr/>
        </p:nvSpPr>
        <p:spPr>
          <a:xfrm>
            <a:off x="5463065" y="417628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F293FF22-7756-4168-12A5-669D49CFBF41}"/>
              </a:ext>
            </a:extLst>
          </p:cNvPr>
          <p:cNvSpPr/>
          <p:nvPr/>
        </p:nvSpPr>
        <p:spPr>
          <a:xfrm>
            <a:off x="5530638" y="4158141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52B55ED1-3C79-666B-F9B1-6BE4EB4FD13E}"/>
              </a:ext>
            </a:extLst>
          </p:cNvPr>
          <p:cNvSpPr>
            <a:spLocks noChangeAspect="1"/>
          </p:cNvSpPr>
          <p:nvPr/>
        </p:nvSpPr>
        <p:spPr>
          <a:xfrm>
            <a:off x="200472" y="359812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2FB38F9A-DB78-2A01-E5FB-D2E1FA971702}"/>
              </a:ext>
            </a:extLst>
          </p:cNvPr>
          <p:cNvGrpSpPr/>
          <p:nvPr/>
        </p:nvGrpSpPr>
        <p:grpSpPr>
          <a:xfrm>
            <a:off x="1229119" y="4857475"/>
            <a:ext cx="3974981" cy="147301"/>
            <a:chOff x="1229119" y="4562220"/>
            <a:chExt cx="3974981" cy="147301"/>
          </a:xfrm>
        </p:grpSpPr>
        <p:sp>
          <p:nvSpPr>
            <p:cNvPr id="138" name="Rectangle 191">
              <a:extLst>
                <a:ext uri="{FF2B5EF4-FFF2-40B4-BE49-F238E27FC236}">
                  <a16:creationId xmlns:a16="http://schemas.microsoft.com/office/drawing/2014/main" id="{3FF1A25F-37DC-1A8E-CEED-6CE30D2E9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9703"/>
              <a:ext cx="1644681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년 이상 거주 확인 후 신청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CE59B994-287E-DFF9-A2D9-52C51C088A57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149" name="Rectangle 191">
                <a:extLst>
                  <a:ext uri="{FF2B5EF4-FFF2-40B4-BE49-F238E27FC236}">
                    <a16:creationId xmlns:a16="http://schemas.microsoft.com/office/drawing/2014/main" id="{7E63AC6E-DD18-942D-DCB5-F2227B821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50" name="개체 149">
                <a:extLst>
                  <a:ext uri="{FF2B5EF4-FFF2-40B4-BE49-F238E27FC236}">
                    <a16:creationId xmlns:a16="http://schemas.microsoft.com/office/drawing/2014/main" id="{051094E1-0BD5-470B-C519-BAF92EF72AA8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101" name="개체 100">
                            <a:extLst>
                              <a:ext uri="{FF2B5EF4-FFF2-40B4-BE49-F238E27FC236}">
                                <a16:creationId xmlns:a16="http://schemas.microsoft.com/office/drawing/2014/main" id="{AE9B9BF5-30B2-EA0E-DCC4-2585FAC37BE0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40" name="그룹 139">
              <a:extLst>
                <a:ext uri="{FF2B5EF4-FFF2-40B4-BE49-F238E27FC236}">
                  <a16:creationId xmlns:a16="http://schemas.microsoft.com/office/drawing/2014/main" id="{98FFC181-07A7-2C5F-FC00-09D4822B0A8E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147" name="Rectangle 191">
                <a:extLst>
                  <a:ext uri="{FF2B5EF4-FFF2-40B4-BE49-F238E27FC236}">
                    <a16:creationId xmlns:a16="http://schemas.microsoft.com/office/drawing/2014/main" id="{297CE075-28F9-36E1-9969-E59587E87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148" name="개체 147">
                <a:extLst>
                  <a:ext uri="{FF2B5EF4-FFF2-40B4-BE49-F238E27FC236}">
                    <a16:creationId xmlns:a16="http://schemas.microsoft.com/office/drawing/2014/main" id="{50D9198D-7A0A-0C63-4FCC-464F976BE7D2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497472567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99" name="개체 98">
                            <a:extLst>
                              <a:ext uri="{FF2B5EF4-FFF2-40B4-BE49-F238E27FC236}">
                                <a16:creationId xmlns:a16="http://schemas.microsoft.com/office/drawing/2014/main" id="{04F1EA18-A0E5-CA74-0854-04E0267F10E2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141" name="Picture 13">
              <a:extLst>
                <a:ext uri="{FF2B5EF4-FFF2-40B4-BE49-F238E27FC236}">
                  <a16:creationId xmlns:a16="http://schemas.microsoft.com/office/drawing/2014/main" id="{3CDE0D06-9F79-B424-E235-2F968F8005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A7138A83-0B72-C13B-1C25-4C9B5B90AF83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143" name="Picture 13">
              <a:extLst>
                <a:ext uri="{FF2B5EF4-FFF2-40B4-BE49-F238E27FC236}">
                  <a16:creationId xmlns:a16="http://schemas.microsoft.com/office/drawing/2014/main" id="{C479C1C0-C013-14CB-61C4-03276E5369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53A4FC8E-5B11-474E-D617-0E992C51D065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145" name="Picture 13">
              <a:extLst>
                <a:ext uri="{FF2B5EF4-FFF2-40B4-BE49-F238E27FC236}">
                  <a16:creationId xmlns:a16="http://schemas.microsoft.com/office/drawing/2014/main" id="{40870194-371F-46D1-A6DB-CA5EB9B12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31A20A3B-9CB3-F41F-6048-461B7DE80304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9E9723FA-00F9-E83A-40AC-B8FF6FE4D423}"/>
              </a:ext>
            </a:extLst>
          </p:cNvPr>
          <p:cNvSpPr/>
          <p:nvPr/>
        </p:nvSpPr>
        <p:spPr>
          <a:xfrm>
            <a:off x="274303" y="4814946"/>
            <a:ext cx="6504713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458770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2C54B8-B73A-7001-9CE3-FA39EE97EE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B148E50-C8C3-F07A-1A95-EBA18BBDF37B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AF57631-5A04-0652-716E-8F349923C9B0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6EDECC32-0262-5186-E5B4-EB84CEB15E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313990"/>
              </p:ext>
            </p:extLst>
          </p:nvPr>
        </p:nvGraphicFramePr>
        <p:xfrm>
          <a:off x="6969418" y="2548005"/>
          <a:ext cx="2772114" cy="54952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은행명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설정한신청자 본인 계좌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은행명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예금주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자동 신청자의 회원 이름을 자동으로 표시하며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계좌번호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 본인 계좌의 계좌번호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05059B9-3D77-A445-ED6E-0E9BE76FAF4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E8AC12-C6E9-09D1-7FCD-706C4B7F37E0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DA96668F-C1E9-4D49-60CD-B0DD1D6C01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5" name="직사각형 94">
            <a:extLst>
              <a:ext uri="{FF2B5EF4-FFF2-40B4-BE49-F238E27FC236}">
                <a16:creationId xmlns:a16="http://schemas.microsoft.com/office/drawing/2014/main" id="{51934CE5-883E-6CA3-1B18-AE48D4937218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243551F3-DB7A-F2E6-453F-1E37521556DB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A1B2CFC1-170F-D49C-D8BD-D93E0B142F3C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83919E0C-0D86-28E8-3786-039EDE2728F1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128E93A2-8E8F-AA8D-E0A0-45B5858F748E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84795F0-A6FF-FF8D-E032-27C12DBEB528}"/>
              </a:ext>
            </a:extLst>
          </p:cNvPr>
          <p:cNvSpPr/>
          <p:nvPr/>
        </p:nvSpPr>
        <p:spPr>
          <a:xfrm>
            <a:off x="165100" y="1790190"/>
            <a:ext cx="6732116" cy="491517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364F1B2-933D-D2B9-5BCD-1E3B3F55BD15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71060B-AEFC-4C58-1E38-8DAA23E7D526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5282083E-80C0-14DC-91D3-1CA97C9497C9}"/>
              </a:ext>
            </a:extLst>
          </p:cNvPr>
          <p:cNvSpPr/>
          <p:nvPr/>
        </p:nvSpPr>
        <p:spPr>
          <a:xfrm>
            <a:off x="262572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4DB61151-E656-811C-3657-B26B6513548B}"/>
              </a:ext>
            </a:extLst>
          </p:cNvPr>
          <p:cNvSpPr/>
          <p:nvPr/>
        </p:nvSpPr>
        <p:spPr>
          <a:xfrm>
            <a:off x="1133014" y="2132856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대학생 장학금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702C13B-401E-0728-07EA-9FF4BF5C3147}"/>
              </a:ext>
            </a:extLst>
          </p:cNvPr>
          <p:cNvSpPr/>
          <p:nvPr/>
        </p:nvSpPr>
        <p:spPr>
          <a:xfrm>
            <a:off x="198755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96B4CFA-C33E-0C60-2037-BDE8FD914D76}"/>
              </a:ext>
            </a:extLst>
          </p:cNvPr>
          <p:cNvSpPr/>
          <p:nvPr/>
        </p:nvSpPr>
        <p:spPr>
          <a:xfrm>
            <a:off x="284209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54866276-1B53-788C-9A73-2ACF439BC7CC}"/>
              </a:ext>
            </a:extLst>
          </p:cNvPr>
          <p:cNvSpPr/>
          <p:nvPr/>
        </p:nvSpPr>
        <p:spPr>
          <a:xfrm>
            <a:off x="369836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11CF4441-671E-2C3F-A270-BA1B3E7BCAF0}"/>
              </a:ext>
            </a:extLst>
          </p:cNvPr>
          <p:cNvSpPr/>
          <p:nvPr/>
        </p:nvSpPr>
        <p:spPr>
          <a:xfrm>
            <a:off x="287103" y="2384884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C330ED60-8CA1-03A0-4622-FF47DE5ADFF2}"/>
              </a:ext>
            </a:extLst>
          </p:cNvPr>
          <p:cNvGrpSpPr/>
          <p:nvPr/>
        </p:nvGrpSpPr>
        <p:grpSpPr>
          <a:xfrm>
            <a:off x="6715323" y="2564573"/>
            <a:ext cx="102870" cy="717055"/>
            <a:chOff x="6781481" y="1888563"/>
            <a:chExt cx="77080" cy="792000"/>
          </a:xfrm>
        </p:grpSpPr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A7886A37-DF77-3E44-A8D3-CEB4A8971980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CE18BD10-7087-B0DB-5C9F-BFAA354D1D29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7E0CA3AB-3AED-291E-7CA1-1E6C61EDFE8C}"/>
              </a:ext>
            </a:extLst>
          </p:cNvPr>
          <p:cNvSpPr/>
          <p:nvPr/>
        </p:nvSpPr>
        <p:spPr>
          <a:xfrm>
            <a:off x="273050" y="2564904"/>
            <a:ext cx="6437193" cy="717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113" name="표 112">
            <a:extLst>
              <a:ext uri="{FF2B5EF4-FFF2-40B4-BE49-F238E27FC236}">
                <a16:creationId xmlns:a16="http://schemas.microsoft.com/office/drawing/2014/main" id="{DC74CFEA-E431-6314-DF48-4D6690F31E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6947223"/>
              </p:ext>
            </p:extLst>
          </p:nvPr>
        </p:nvGraphicFramePr>
        <p:xfrm>
          <a:off x="273050" y="5961485"/>
          <a:ext cx="6516688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5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1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7A2AEE97-532E-BA6C-1967-42C609C475E9}"/>
              </a:ext>
            </a:extLst>
          </p:cNvPr>
          <p:cNvSpPr/>
          <p:nvPr/>
        </p:nvSpPr>
        <p:spPr>
          <a:xfrm>
            <a:off x="287103" y="5781118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115" name="Picture 13">
            <a:extLst>
              <a:ext uri="{FF2B5EF4-FFF2-40B4-BE49-F238E27FC236}">
                <a16:creationId xmlns:a16="http://schemas.microsoft.com/office/drawing/2014/main" id="{CDFF34A8-7B79-52D0-94D0-176F64F67D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599976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C943648-C75A-FB51-3297-8B565900F292}"/>
              </a:ext>
            </a:extLst>
          </p:cNvPr>
          <p:cNvSpPr/>
          <p:nvPr/>
        </p:nvSpPr>
        <p:spPr>
          <a:xfrm>
            <a:off x="1239605" y="6000032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2397C744-D827-EE93-F0CF-16BEF57AEC2E}"/>
              </a:ext>
            </a:extLst>
          </p:cNvPr>
          <p:cNvSpPr/>
          <p:nvPr/>
        </p:nvSpPr>
        <p:spPr>
          <a:xfrm>
            <a:off x="1244828" y="6468801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92F98E7-2040-4B63-1BDE-A7520E74D0E4}"/>
              </a:ext>
            </a:extLst>
          </p:cNvPr>
          <p:cNvGrpSpPr/>
          <p:nvPr/>
        </p:nvGrpSpPr>
        <p:grpSpPr>
          <a:xfrm>
            <a:off x="267996" y="3308837"/>
            <a:ext cx="1651953" cy="144463"/>
            <a:chOff x="2156839" y="1593629"/>
            <a:chExt cx="1651953" cy="144463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D4FADC85-DDE5-7420-8E20-4AC3C9646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120" name="개체 119">
              <a:extLst>
                <a:ext uri="{FF2B5EF4-FFF2-40B4-BE49-F238E27FC236}">
                  <a16:creationId xmlns:a16="http://schemas.microsoft.com/office/drawing/2014/main" id="{A9EF21E0-C323-C41F-832E-E54DDE7D548F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956758827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78" name="개체 77">
                          <a:extLst>
                            <a:ext uri="{FF2B5EF4-FFF2-40B4-BE49-F238E27FC236}">
                              <a16:creationId xmlns:a16="http://schemas.microsoft.com/office/drawing/2014/main" id="{941A9947-E24D-9ED1-3EA4-69855C0EF42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1" name="타원 120">
            <a:extLst>
              <a:ext uri="{FF2B5EF4-FFF2-40B4-BE49-F238E27FC236}">
                <a16:creationId xmlns:a16="http://schemas.microsoft.com/office/drawing/2014/main" id="{BA494FE7-8205-89A2-A0D5-173F6B862442}"/>
              </a:ext>
            </a:extLst>
          </p:cNvPr>
          <p:cNvSpPr>
            <a:spLocks noChangeAspect="1"/>
          </p:cNvSpPr>
          <p:nvPr/>
        </p:nvSpPr>
        <p:spPr>
          <a:xfrm>
            <a:off x="202609" y="249289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89E65D36-2AC3-2437-F504-EDDDBA9E84C3}"/>
              </a:ext>
            </a:extLst>
          </p:cNvPr>
          <p:cNvSpPr>
            <a:spLocks noChangeAspect="1"/>
          </p:cNvSpPr>
          <p:nvPr/>
        </p:nvSpPr>
        <p:spPr>
          <a:xfrm>
            <a:off x="202609" y="588108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1494E9D-AB20-86BA-BF93-7A0643AA1911}"/>
              </a:ext>
            </a:extLst>
          </p:cNvPr>
          <p:cNvSpPr/>
          <p:nvPr/>
        </p:nvSpPr>
        <p:spPr>
          <a:xfrm>
            <a:off x="287103" y="3489938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87B50EEC-1D92-FCE9-A6AF-460ECA1C33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0694727"/>
              </p:ext>
            </p:extLst>
          </p:nvPr>
        </p:nvGraphicFramePr>
        <p:xfrm>
          <a:off x="273050" y="3662852"/>
          <a:ext cx="6516688" cy="2069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5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08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404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4878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졸업 고등학교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51123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 대학교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1335567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125" name="Picture 13">
            <a:extLst>
              <a:ext uri="{FF2B5EF4-FFF2-40B4-BE49-F238E27FC236}">
                <a16:creationId xmlns:a16="http://schemas.microsoft.com/office/drawing/2014/main" id="{5DFAB2C9-2389-E5D9-F252-A346EF3F8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9495" y="392798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E4200029-ABC7-DB93-6EEB-5688E4137AE2}"/>
              </a:ext>
            </a:extLst>
          </p:cNvPr>
          <p:cNvSpPr/>
          <p:nvPr/>
        </p:nvSpPr>
        <p:spPr>
          <a:xfrm>
            <a:off x="1239605" y="3928251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127" name="Picture 13">
            <a:extLst>
              <a:ext uri="{FF2B5EF4-FFF2-40B4-BE49-F238E27FC236}">
                <a16:creationId xmlns:a16="http://schemas.microsoft.com/office/drawing/2014/main" id="{946A47C3-0B6E-9E11-9B90-A564A9A676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0225" y="392798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E7218E91-47C6-F113-D3BC-BD4E628884F3}"/>
              </a:ext>
            </a:extLst>
          </p:cNvPr>
          <p:cNvSpPr/>
          <p:nvPr/>
        </p:nvSpPr>
        <p:spPr>
          <a:xfrm>
            <a:off x="1765573" y="3928251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129" name="Picture 13">
            <a:extLst>
              <a:ext uri="{FF2B5EF4-FFF2-40B4-BE49-F238E27FC236}">
                <a16:creationId xmlns:a16="http://schemas.microsoft.com/office/drawing/2014/main" id="{ADA5F235-A3C8-93C8-4172-2A6FF918E2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2078" y="392798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0334055C-7D4D-CC71-E40A-04BC2CE3C142}"/>
              </a:ext>
            </a:extLst>
          </p:cNvPr>
          <p:cNvSpPr/>
          <p:nvPr/>
        </p:nvSpPr>
        <p:spPr>
          <a:xfrm>
            <a:off x="2237426" y="3928251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131" name="Picture 13">
            <a:extLst>
              <a:ext uri="{FF2B5EF4-FFF2-40B4-BE49-F238E27FC236}">
                <a16:creationId xmlns:a16="http://schemas.microsoft.com/office/drawing/2014/main" id="{ACA06F34-73CF-CC69-E8BD-52A9319A7B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3934603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55CF3939-9029-62B6-4D87-A203F500201A}"/>
              </a:ext>
            </a:extLst>
          </p:cNvPr>
          <p:cNvSpPr/>
          <p:nvPr/>
        </p:nvSpPr>
        <p:spPr>
          <a:xfrm>
            <a:off x="4605112" y="3934867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98A2E2E5-9BB8-BC7C-6C6C-08FB14494A42}"/>
              </a:ext>
            </a:extLst>
          </p:cNvPr>
          <p:cNvSpPr/>
          <p:nvPr/>
        </p:nvSpPr>
        <p:spPr>
          <a:xfrm>
            <a:off x="5107225" y="3934867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EFE6A8AF-ADBB-7AE7-26C3-727775E09456}"/>
              </a:ext>
            </a:extLst>
          </p:cNvPr>
          <p:cNvSpPr/>
          <p:nvPr/>
        </p:nvSpPr>
        <p:spPr>
          <a:xfrm>
            <a:off x="5046128" y="3945055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7CBEC84-6EA8-CBF7-0C21-FF9CAB915254}"/>
              </a:ext>
            </a:extLst>
          </p:cNvPr>
          <p:cNvSpPr/>
          <p:nvPr/>
        </p:nvSpPr>
        <p:spPr>
          <a:xfrm>
            <a:off x="5463065" y="3953006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E05C7EB5-F971-63FF-15DE-53E073315076}"/>
              </a:ext>
            </a:extLst>
          </p:cNvPr>
          <p:cNvSpPr/>
          <p:nvPr/>
        </p:nvSpPr>
        <p:spPr>
          <a:xfrm>
            <a:off x="5530638" y="3934867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23365C2-EFA1-0988-7DCC-EBF3CB2A0E31}"/>
              </a:ext>
            </a:extLst>
          </p:cNvPr>
          <p:cNvSpPr/>
          <p:nvPr/>
        </p:nvSpPr>
        <p:spPr>
          <a:xfrm>
            <a:off x="1258157" y="4396019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오산고등학교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7683DA-BCEA-6A36-7504-038ADBC9A28C}"/>
              </a:ext>
            </a:extLst>
          </p:cNvPr>
          <p:cNvSpPr/>
          <p:nvPr/>
        </p:nvSpPr>
        <p:spPr>
          <a:xfrm>
            <a:off x="1545462" y="4619994"/>
            <a:ext cx="648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오산대학교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EFFCC8FA-817A-41AC-D77F-60CDCC3425C5}"/>
              </a:ext>
            </a:extLst>
          </p:cNvPr>
          <p:cNvGrpSpPr/>
          <p:nvPr/>
        </p:nvGrpSpPr>
        <p:grpSpPr>
          <a:xfrm>
            <a:off x="1573419" y="4160848"/>
            <a:ext cx="236445" cy="144462"/>
            <a:chOff x="2716253" y="2405617"/>
            <a:chExt cx="236445" cy="144462"/>
          </a:xfrm>
        </p:grpSpPr>
        <p:sp>
          <p:nvSpPr>
            <p:cNvPr id="140" name="Rectangle 191">
              <a:extLst>
                <a:ext uri="{FF2B5EF4-FFF2-40B4-BE49-F238E27FC236}">
                  <a16:creationId xmlns:a16="http://schemas.microsoft.com/office/drawing/2014/main" id="{A37FF626-3A05-856F-5B08-89A88E771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</a:p>
          </p:txBody>
        </p:sp>
        <p:graphicFrame>
          <p:nvGraphicFramePr>
            <p:cNvPr id="141" name="개체 140">
              <a:extLst>
                <a:ext uri="{FF2B5EF4-FFF2-40B4-BE49-F238E27FC236}">
                  <a16:creationId xmlns:a16="http://schemas.microsoft.com/office/drawing/2014/main" id="{7BE4E019-2D1D-49C8-377B-02D599BF310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11" name="개체 110">
                          <a:extLst>
                            <a:ext uri="{FF2B5EF4-FFF2-40B4-BE49-F238E27FC236}">
                              <a16:creationId xmlns:a16="http://schemas.microsoft.com/office/drawing/2014/main" id="{B5754874-1323-CB5F-DE47-37F84A04292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18F531F5-5F0B-84A0-5D85-3A9E8664AF2D}"/>
              </a:ext>
            </a:extLst>
          </p:cNvPr>
          <p:cNvGrpSpPr/>
          <p:nvPr/>
        </p:nvGrpSpPr>
        <p:grpSpPr>
          <a:xfrm>
            <a:off x="1249383" y="4166734"/>
            <a:ext cx="237128" cy="144463"/>
            <a:chOff x="2864768" y="2513669"/>
            <a:chExt cx="237128" cy="144463"/>
          </a:xfrm>
        </p:grpSpPr>
        <p:sp>
          <p:nvSpPr>
            <p:cNvPr id="143" name="Rectangle 191">
              <a:extLst>
                <a:ext uri="{FF2B5EF4-FFF2-40B4-BE49-F238E27FC236}">
                  <a16:creationId xmlns:a16="http://schemas.microsoft.com/office/drawing/2014/main" id="{8F16F49D-C13D-09A3-5B2B-5C16F9C5C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44" name="개체 143">
              <a:extLst>
                <a:ext uri="{FF2B5EF4-FFF2-40B4-BE49-F238E27FC236}">
                  <a16:creationId xmlns:a16="http://schemas.microsoft.com/office/drawing/2014/main" id="{115CCD79-9D87-F394-4D2F-8CBE8919AE7D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417197038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114" name="개체 113">
                          <a:extLst>
                            <a:ext uri="{FF2B5EF4-FFF2-40B4-BE49-F238E27FC236}">
                              <a16:creationId xmlns:a16="http://schemas.microsoft.com/office/drawing/2014/main" id="{E616D1E7-E330-DE9B-108D-F4013D3EA60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9DC8CC27-4911-B79F-AF6F-9A5AE85151E9}"/>
              </a:ext>
            </a:extLst>
          </p:cNvPr>
          <p:cNvSpPr/>
          <p:nvPr/>
        </p:nvSpPr>
        <p:spPr>
          <a:xfrm>
            <a:off x="4605111" y="3703604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2E33069E-C6B7-584D-9CE5-24C64C47B9C1}"/>
              </a:ext>
            </a:extLst>
          </p:cNvPr>
          <p:cNvSpPr/>
          <p:nvPr/>
        </p:nvSpPr>
        <p:spPr>
          <a:xfrm>
            <a:off x="1776522" y="5072558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24953032-E2D5-7336-F188-DB1E80A3C4CB}"/>
              </a:ext>
            </a:extLst>
          </p:cNvPr>
          <p:cNvSpPr/>
          <p:nvPr/>
        </p:nvSpPr>
        <p:spPr>
          <a:xfrm>
            <a:off x="1253020" y="5073162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1C4C1CB-98DA-6583-5EDA-4A48527F8212}"/>
              </a:ext>
            </a:extLst>
          </p:cNvPr>
          <p:cNvSpPr/>
          <p:nvPr/>
        </p:nvSpPr>
        <p:spPr>
          <a:xfrm>
            <a:off x="1253020" y="5307402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33B0BFD7-0CB9-52A7-B55C-FFEFF6F99FDC}"/>
              </a:ext>
            </a:extLst>
          </p:cNvPr>
          <p:cNvSpPr/>
          <p:nvPr/>
        </p:nvSpPr>
        <p:spPr>
          <a:xfrm>
            <a:off x="1253020" y="5541101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7CCDB8-A997-4EC6-AE8C-43CAF67A0B87}"/>
              </a:ext>
            </a:extLst>
          </p:cNvPr>
          <p:cNvSpPr/>
          <p:nvPr/>
        </p:nvSpPr>
        <p:spPr>
          <a:xfrm>
            <a:off x="3735858" y="5333235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45F7DF3D-D758-23F6-AD71-0107A0455255}"/>
              </a:ext>
            </a:extLst>
          </p:cNvPr>
          <p:cNvSpPr/>
          <p:nvPr/>
        </p:nvSpPr>
        <p:spPr>
          <a:xfrm>
            <a:off x="3735858" y="5566934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sp>
        <p:nvSpPr>
          <p:cNvPr id="152" name="Rectangle 191">
            <a:extLst>
              <a:ext uri="{FF2B5EF4-FFF2-40B4-BE49-F238E27FC236}">
                <a16:creationId xmlns:a16="http://schemas.microsoft.com/office/drawing/2014/main" id="{5A7E0A37-A5E8-D7A1-0FD5-7D372EC58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8157" y="4637063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대학교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C46063A3-88EE-DAF0-93AC-5E93773CF54F}"/>
              </a:ext>
            </a:extLst>
          </p:cNvPr>
          <p:cNvSpPr/>
          <p:nvPr/>
        </p:nvSpPr>
        <p:spPr>
          <a:xfrm>
            <a:off x="2473131" y="4620565"/>
            <a:ext cx="648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경영학과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54" name="Rectangle 191">
            <a:extLst>
              <a:ext uri="{FF2B5EF4-FFF2-40B4-BE49-F238E27FC236}">
                <a16:creationId xmlns:a16="http://schemas.microsoft.com/office/drawing/2014/main" id="{CBE38015-6B2F-4857-CDC3-FA76A25A0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7495" y="464558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학과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3E511A07-F019-F5C1-BEC7-C992679236FE}"/>
              </a:ext>
            </a:extLst>
          </p:cNvPr>
          <p:cNvSpPr/>
          <p:nvPr/>
        </p:nvSpPr>
        <p:spPr>
          <a:xfrm>
            <a:off x="4139025" y="4620565"/>
            <a:ext cx="648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2512345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56" name="Rectangle 191">
            <a:extLst>
              <a:ext uri="{FF2B5EF4-FFF2-40B4-BE49-F238E27FC236}">
                <a16:creationId xmlns:a16="http://schemas.microsoft.com/office/drawing/2014/main" id="{8CA4F49B-05E1-5572-2877-53377757F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3389" y="464558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학번</a:t>
            </a:r>
          </a:p>
        </p:txBody>
      </p:sp>
      <p:pic>
        <p:nvPicPr>
          <p:cNvPr id="157" name="Picture 13">
            <a:extLst>
              <a:ext uri="{FF2B5EF4-FFF2-40B4-BE49-F238E27FC236}">
                <a16:creationId xmlns:a16="http://schemas.microsoft.com/office/drawing/2014/main" id="{89222E90-DE08-8F22-F7F0-30ACB79867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1417" y="461973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D784898A-2EB8-6BC5-6B0D-71FA9E6D9340}"/>
              </a:ext>
            </a:extLst>
          </p:cNvPr>
          <p:cNvSpPr/>
          <p:nvPr/>
        </p:nvSpPr>
        <p:spPr>
          <a:xfrm>
            <a:off x="3406416" y="4619994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159" name="Rectangle 191">
            <a:extLst>
              <a:ext uri="{FF2B5EF4-FFF2-40B4-BE49-F238E27FC236}">
                <a16:creationId xmlns:a16="http://schemas.microsoft.com/office/drawing/2014/main" id="{530510C2-77BE-1575-CCEA-C383D75F1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848" y="464558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학년</a:t>
            </a:r>
          </a:p>
        </p:txBody>
      </p:sp>
      <p:pic>
        <p:nvPicPr>
          <p:cNvPr id="160" name="Picture 13">
            <a:extLst>
              <a:ext uri="{FF2B5EF4-FFF2-40B4-BE49-F238E27FC236}">
                <a16:creationId xmlns:a16="http://schemas.microsoft.com/office/drawing/2014/main" id="{D97DFEFC-26FE-556B-9034-197A3CF410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15787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864BF189-AB7C-C775-0C53-C8D16219A4F8}"/>
              </a:ext>
            </a:extLst>
          </p:cNvPr>
          <p:cNvSpPr/>
          <p:nvPr/>
        </p:nvSpPr>
        <p:spPr>
          <a:xfrm>
            <a:off x="4605112" y="4158141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5D34312B-DE63-B1E7-C140-E1F37FE757E0}"/>
              </a:ext>
            </a:extLst>
          </p:cNvPr>
          <p:cNvSpPr/>
          <p:nvPr/>
        </p:nvSpPr>
        <p:spPr>
          <a:xfrm>
            <a:off x="5107225" y="4158141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C437614-EC35-1BCB-5627-C156DBEF345C}"/>
              </a:ext>
            </a:extLst>
          </p:cNvPr>
          <p:cNvSpPr/>
          <p:nvPr/>
        </p:nvSpPr>
        <p:spPr>
          <a:xfrm>
            <a:off x="5046128" y="4168329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F569EAC-099D-8F83-CC65-2DC02BC5F0EC}"/>
              </a:ext>
            </a:extLst>
          </p:cNvPr>
          <p:cNvSpPr/>
          <p:nvPr/>
        </p:nvSpPr>
        <p:spPr>
          <a:xfrm>
            <a:off x="5463065" y="417628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91FBF501-BEAC-D8B5-CA57-68951A916D17}"/>
              </a:ext>
            </a:extLst>
          </p:cNvPr>
          <p:cNvSpPr/>
          <p:nvPr/>
        </p:nvSpPr>
        <p:spPr>
          <a:xfrm>
            <a:off x="5530638" y="4158141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5F641FC4-A42D-9D0D-F20C-DD77E9A7334B}"/>
              </a:ext>
            </a:extLst>
          </p:cNvPr>
          <p:cNvSpPr>
            <a:spLocks noChangeAspect="1"/>
          </p:cNvSpPr>
          <p:nvPr/>
        </p:nvSpPr>
        <p:spPr>
          <a:xfrm>
            <a:off x="200472" y="359812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ED478553-1712-32D3-AB04-2E04DDFAE84C}"/>
              </a:ext>
            </a:extLst>
          </p:cNvPr>
          <p:cNvGrpSpPr/>
          <p:nvPr/>
        </p:nvGrpSpPr>
        <p:grpSpPr>
          <a:xfrm>
            <a:off x="1229119" y="4857475"/>
            <a:ext cx="3974981" cy="147301"/>
            <a:chOff x="1229119" y="4562220"/>
            <a:chExt cx="3974981" cy="147301"/>
          </a:xfrm>
        </p:grpSpPr>
        <p:sp>
          <p:nvSpPr>
            <p:cNvPr id="168" name="Rectangle 191">
              <a:extLst>
                <a:ext uri="{FF2B5EF4-FFF2-40B4-BE49-F238E27FC236}">
                  <a16:creationId xmlns:a16="http://schemas.microsoft.com/office/drawing/2014/main" id="{43513AF4-31F8-056C-394B-580DAD3AF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9703"/>
              <a:ext cx="1644681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년 이상 거주 확인 후 신청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75A557EB-B1E7-8059-82E7-6F405D27093B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179" name="Rectangle 191">
                <a:extLst>
                  <a:ext uri="{FF2B5EF4-FFF2-40B4-BE49-F238E27FC236}">
                    <a16:creationId xmlns:a16="http://schemas.microsoft.com/office/drawing/2014/main" id="{F6E75A1C-1AC1-8811-72BB-68A712777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80" name="개체 179">
                <a:extLst>
                  <a:ext uri="{FF2B5EF4-FFF2-40B4-BE49-F238E27FC236}">
                    <a16:creationId xmlns:a16="http://schemas.microsoft.com/office/drawing/2014/main" id="{41744829-8F19-A67E-F47F-07AC91EA7468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150" name="개체 149">
                            <a:extLst>
                              <a:ext uri="{FF2B5EF4-FFF2-40B4-BE49-F238E27FC236}">
                                <a16:creationId xmlns:a16="http://schemas.microsoft.com/office/drawing/2014/main" id="{051094E1-0BD5-470B-C519-BAF92EF72AA8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4E860A33-3DE0-687E-301C-4D44EF2F79A9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177" name="Rectangle 191">
                <a:extLst>
                  <a:ext uri="{FF2B5EF4-FFF2-40B4-BE49-F238E27FC236}">
                    <a16:creationId xmlns:a16="http://schemas.microsoft.com/office/drawing/2014/main" id="{0704FB22-77EE-053D-E19E-1E079EDA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178" name="개체 177">
                <a:extLst>
                  <a:ext uri="{FF2B5EF4-FFF2-40B4-BE49-F238E27FC236}">
                    <a16:creationId xmlns:a16="http://schemas.microsoft.com/office/drawing/2014/main" id="{399FFE05-B9B1-C2CD-253D-A49C8A3B012A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195340777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148" name="개체 147">
                            <a:extLst>
                              <a:ext uri="{FF2B5EF4-FFF2-40B4-BE49-F238E27FC236}">
                                <a16:creationId xmlns:a16="http://schemas.microsoft.com/office/drawing/2014/main" id="{50D9198D-7A0A-0C63-4FCC-464F976BE7D2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171" name="Picture 13">
              <a:extLst>
                <a:ext uri="{FF2B5EF4-FFF2-40B4-BE49-F238E27FC236}">
                  <a16:creationId xmlns:a16="http://schemas.microsoft.com/office/drawing/2014/main" id="{B7DB5A52-170A-ABB7-91E3-FFB3B5758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EA433DB7-8E82-0080-42EE-2E2E74EB4DAB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173" name="Picture 13">
              <a:extLst>
                <a:ext uri="{FF2B5EF4-FFF2-40B4-BE49-F238E27FC236}">
                  <a16:creationId xmlns:a16="http://schemas.microsoft.com/office/drawing/2014/main" id="{DED1865A-32AF-58F3-823C-FEE25B5B42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4034B821-8A3C-E194-4E83-8AD72D70AC39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175" name="Picture 13">
              <a:extLst>
                <a:ext uri="{FF2B5EF4-FFF2-40B4-BE49-F238E27FC236}">
                  <a16:creationId xmlns:a16="http://schemas.microsoft.com/office/drawing/2014/main" id="{39AB4179-218E-536F-47A5-2E4C84439F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2B6FCC00-4316-49BE-45C9-A5A40756A2A3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C2005465-2B4E-D65E-2A87-31F849710ADC}"/>
              </a:ext>
            </a:extLst>
          </p:cNvPr>
          <p:cNvSpPr/>
          <p:nvPr/>
        </p:nvSpPr>
        <p:spPr>
          <a:xfrm>
            <a:off x="274303" y="4814946"/>
            <a:ext cx="6504713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8202689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A1040E-5A90-D921-6089-760255018C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CF2EE5A-9305-A876-3B33-36455F5AC213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AC63366-C528-8B48-CB9E-48DD8BFEC78A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8C68F582-CC98-21AD-59B7-455DB872D7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8756595"/>
              </p:ext>
            </p:extLst>
          </p:nvPr>
        </p:nvGraphicFramePr>
        <p:xfrm>
          <a:off x="6969418" y="2548005"/>
          <a:ext cx="2772114" cy="285076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 장학금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선택 시 전형별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공통 제출 서류 항목이 달라 진다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우수인재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희망인재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건강보험료납입증명서 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모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근로자자녀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기업체 재직 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가족관계증명서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한국노총오산시지부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 장학생 추천서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다자녀가정자녀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지방세 세목별 과세증명서 본인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건강보험료 납입증명서 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가족관계증명서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다문화가정자녀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가족관계증명서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기본증명서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지역인재육성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)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지역인재육성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만학도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)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전형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우수인재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전형별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 회원의 성적을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CCB0A603-0AFF-2404-7D63-C97945F5D826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53EAA2C-CB1B-E841-93D4-5EC9BB49B924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3DB3C98-B916-AE77-8503-FD5B43AC8A6B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6C405B5-3A19-A014-A937-C736841B8DB3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C0FFA449-32A7-3300-5557-B194A0B48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66BE017-5561-A5F3-94A0-A9F43DA3F5B9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A554525-F800-9ED6-F752-9E86F243783D}"/>
              </a:ext>
            </a:extLst>
          </p:cNvPr>
          <p:cNvSpPr/>
          <p:nvPr/>
        </p:nvSpPr>
        <p:spPr>
          <a:xfrm>
            <a:off x="6397011" y="5697252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97A67710-5E84-BECE-D798-DBE78188572E}"/>
              </a:ext>
            </a:extLst>
          </p:cNvPr>
          <p:cNvSpPr/>
          <p:nvPr/>
        </p:nvSpPr>
        <p:spPr>
          <a:xfrm>
            <a:off x="5936915" y="5697252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3AAED42-EAF0-8129-3A9E-796592A02CE4}"/>
              </a:ext>
            </a:extLst>
          </p:cNvPr>
          <p:cNvSpPr>
            <a:spLocks noChangeAspect="1"/>
          </p:cNvSpPr>
          <p:nvPr/>
        </p:nvSpPr>
        <p:spPr>
          <a:xfrm>
            <a:off x="5768957" y="572790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A0B17385-230D-323D-02CD-BB3862C162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7130299"/>
              </p:ext>
            </p:extLst>
          </p:nvPr>
        </p:nvGraphicFramePr>
        <p:xfrm>
          <a:off x="278532" y="1628800"/>
          <a:ext cx="6511205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99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4623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16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63" name="그룹 62">
            <a:extLst>
              <a:ext uri="{FF2B5EF4-FFF2-40B4-BE49-F238E27FC236}">
                <a16:creationId xmlns:a16="http://schemas.microsoft.com/office/drawing/2014/main" id="{C8E9FE32-F0BE-BE2C-2255-0722D69F7D86}"/>
              </a:ext>
            </a:extLst>
          </p:cNvPr>
          <p:cNvGrpSpPr/>
          <p:nvPr/>
        </p:nvGrpSpPr>
        <p:grpSpPr>
          <a:xfrm>
            <a:off x="2473203" y="2380094"/>
            <a:ext cx="505750" cy="144462"/>
            <a:chOff x="2716253" y="2405617"/>
            <a:chExt cx="505750" cy="144462"/>
          </a:xfrm>
        </p:grpSpPr>
        <p:sp>
          <p:nvSpPr>
            <p:cNvPr id="64" name="Rectangle 191">
              <a:extLst>
                <a:ext uri="{FF2B5EF4-FFF2-40B4-BE49-F238E27FC236}">
                  <a16:creationId xmlns:a16="http://schemas.microsoft.com/office/drawing/2014/main" id="{9A72ADB5-C370-6E08-685A-86A60B26D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5" name="개체 64">
              <a:extLst>
                <a:ext uri="{FF2B5EF4-FFF2-40B4-BE49-F238E27FC236}">
                  <a16:creationId xmlns:a16="http://schemas.microsoft.com/office/drawing/2014/main" id="{027F5B65-67ED-82EA-7F2B-1DB39E5A8CA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1" name="개체 80">
                          <a:extLst>
                            <a:ext uri="{FF2B5EF4-FFF2-40B4-BE49-F238E27FC236}">
                              <a16:creationId xmlns:a16="http://schemas.microsoft.com/office/drawing/2014/main" id="{18ED92EF-D3D5-B869-493F-A1A7D986399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5A330D06-63BF-2158-24C6-3DEF2F142AF4}"/>
              </a:ext>
            </a:extLst>
          </p:cNvPr>
          <p:cNvGrpSpPr/>
          <p:nvPr/>
        </p:nvGrpSpPr>
        <p:grpSpPr>
          <a:xfrm>
            <a:off x="3050012" y="2380094"/>
            <a:ext cx="595518" cy="144462"/>
            <a:chOff x="2716253" y="2405617"/>
            <a:chExt cx="595518" cy="144462"/>
          </a:xfrm>
        </p:grpSpPr>
        <p:sp>
          <p:nvSpPr>
            <p:cNvPr id="67" name="Rectangle 191">
              <a:extLst>
                <a:ext uri="{FF2B5EF4-FFF2-40B4-BE49-F238E27FC236}">
                  <a16:creationId xmlns:a16="http://schemas.microsoft.com/office/drawing/2014/main" id="{B848951A-7565-8D52-49CD-D390ED2C3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8" name="개체 67">
              <a:extLst>
                <a:ext uri="{FF2B5EF4-FFF2-40B4-BE49-F238E27FC236}">
                  <a16:creationId xmlns:a16="http://schemas.microsoft.com/office/drawing/2014/main" id="{1F218502-FE75-7BAB-4C12-126DCAE6BA9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4" name="개체 83">
                          <a:extLst>
                            <a:ext uri="{FF2B5EF4-FFF2-40B4-BE49-F238E27FC236}">
                              <a16:creationId xmlns:a16="http://schemas.microsoft.com/office/drawing/2014/main" id="{C36B8945-93D6-4A86-C3A4-F6C788D598E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7DE8A16F-1F18-B6C7-D86A-2CF8B08F7446}"/>
              </a:ext>
            </a:extLst>
          </p:cNvPr>
          <p:cNvGrpSpPr/>
          <p:nvPr/>
        </p:nvGrpSpPr>
        <p:grpSpPr>
          <a:xfrm>
            <a:off x="3700296" y="2380094"/>
            <a:ext cx="775054" cy="144462"/>
            <a:chOff x="2716253" y="2405617"/>
            <a:chExt cx="775054" cy="144462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B97EE222-2CC9-E2DA-7256-27BD27108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71" name="개체 70">
              <a:extLst>
                <a:ext uri="{FF2B5EF4-FFF2-40B4-BE49-F238E27FC236}">
                  <a16:creationId xmlns:a16="http://schemas.microsoft.com/office/drawing/2014/main" id="{F53627DD-E0FA-2375-1E3D-97E7C82C9FC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7" name="개체 86">
                          <a:extLst>
                            <a:ext uri="{FF2B5EF4-FFF2-40B4-BE49-F238E27FC236}">
                              <a16:creationId xmlns:a16="http://schemas.microsoft.com/office/drawing/2014/main" id="{16A6275A-972A-DD58-E980-C265F670626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E6245C7A-B82C-7A82-06C2-570B6D1A3950}"/>
              </a:ext>
            </a:extLst>
          </p:cNvPr>
          <p:cNvGrpSpPr/>
          <p:nvPr/>
        </p:nvGrpSpPr>
        <p:grpSpPr>
          <a:xfrm>
            <a:off x="4530957" y="2380094"/>
            <a:ext cx="775054" cy="144462"/>
            <a:chOff x="2716253" y="2405617"/>
            <a:chExt cx="775054" cy="144462"/>
          </a:xfrm>
        </p:grpSpPr>
        <p:sp>
          <p:nvSpPr>
            <p:cNvPr id="73" name="Rectangle 191">
              <a:extLst>
                <a:ext uri="{FF2B5EF4-FFF2-40B4-BE49-F238E27FC236}">
                  <a16:creationId xmlns:a16="http://schemas.microsoft.com/office/drawing/2014/main" id="{E21F5748-98EF-8363-1938-61DD4DC36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75" name="개체 74">
              <a:extLst>
                <a:ext uri="{FF2B5EF4-FFF2-40B4-BE49-F238E27FC236}">
                  <a16:creationId xmlns:a16="http://schemas.microsoft.com/office/drawing/2014/main" id="{9A1CDCDE-81C9-FBC7-F961-C38BFFF03FD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90" name="개체 89">
                          <a:extLst>
                            <a:ext uri="{FF2B5EF4-FFF2-40B4-BE49-F238E27FC236}">
                              <a16:creationId xmlns:a16="http://schemas.microsoft.com/office/drawing/2014/main" id="{BAB0577C-06EB-C340-575F-F786252DA95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A56A4C2-24AA-5CE0-D2F4-DF582C256D54}"/>
              </a:ext>
            </a:extLst>
          </p:cNvPr>
          <p:cNvGrpSpPr/>
          <p:nvPr/>
        </p:nvGrpSpPr>
        <p:grpSpPr>
          <a:xfrm>
            <a:off x="1896860" y="2385980"/>
            <a:ext cx="506433" cy="144463"/>
            <a:chOff x="3327015" y="1527346"/>
            <a:chExt cx="506433" cy="144463"/>
          </a:xfrm>
        </p:grpSpPr>
        <p:sp>
          <p:nvSpPr>
            <p:cNvPr id="77" name="Rectangle 191">
              <a:extLst>
                <a:ext uri="{FF2B5EF4-FFF2-40B4-BE49-F238E27FC236}">
                  <a16:creationId xmlns:a16="http://schemas.microsoft.com/office/drawing/2014/main" id="{1F0F1A7C-9BA0-D9DB-7982-E40A5D778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78" name="개체 77">
              <a:extLst>
                <a:ext uri="{FF2B5EF4-FFF2-40B4-BE49-F238E27FC236}">
                  <a16:creationId xmlns:a16="http://schemas.microsoft.com/office/drawing/2014/main" id="{EE7BBAE4-B0F0-465F-1734-CE267C79565B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647986801"/>
                </p:ext>
              </p:extLst>
            </p:nvPr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93" name="개체 92">
                          <a:extLst>
                            <a:ext uri="{FF2B5EF4-FFF2-40B4-BE49-F238E27FC236}">
                              <a16:creationId xmlns:a16="http://schemas.microsoft.com/office/drawing/2014/main" id="{3B65BE3C-F680-5697-A414-6B9844D2E70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9673AA9-5A51-6E68-1F16-ABB0C0C1F05C}"/>
              </a:ext>
            </a:extLst>
          </p:cNvPr>
          <p:cNvSpPr/>
          <p:nvPr/>
        </p:nvSpPr>
        <p:spPr>
          <a:xfrm>
            <a:off x="1896860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DE1793C7-EE52-C1C8-FF0B-6A56DB72FCC3}"/>
              </a:ext>
            </a:extLst>
          </p:cNvPr>
          <p:cNvSpPr/>
          <p:nvPr/>
        </p:nvSpPr>
        <p:spPr>
          <a:xfrm>
            <a:off x="3549858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D2EE23F-3B84-CB1F-6F27-3203C0AB7362}"/>
              </a:ext>
            </a:extLst>
          </p:cNvPr>
          <p:cNvSpPr/>
          <p:nvPr/>
        </p:nvSpPr>
        <p:spPr>
          <a:xfrm>
            <a:off x="1896860" y="44938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4C912C1-CC2A-62BB-A27B-CE168DCFDDE4}"/>
              </a:ext>
            </a:extLst>
          </p:cNvPr>
          <p:cNvSpPr/>
          <p:nvPr/>
        </p:nvSpPr>
        <p:spPr>
          <a:xfrm>
            <a:off x="3549858" y="449383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C5D7408-9A94-2596-AEA9-BE05CB62B946}"/>
              </a:ext>
            </a:extLst>
          </p:cNvPr>
          <p:cNvSpPr/>
          <p:nvPr/>
        </p:nvSpPr>
        <p:spPr>
          <a:xfrm>
            <a:off x="1896860" y="4723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2CAEA4C-1352-91DB-D8D1-BEF31D3BA675}"/>
              </a:ext>
            </a:extLst>
          </p:cNvPr>
          <p:cNvSpPr/>
          <p:nvPr/>
        </p:nvSpPr>
        <p:spPr>
          <a:xfrm>
            <a:off x="3549858" y="47230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089F38A-2D36-3209-FF6C-6ED6C3AEAC2A}"/>
              </a:ext>
            </a:extLst>
          </p:cNvPr>
          <p:cNvSpPr/>
          <p:nvPr/>
        </p:nvSpPr>
        <p:spPr>
          <a:xfrm>
            <a:off x="1896860" y="49570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2BBFCE3C-F25A-EBF3-AE64-C50F86AE7535}"/>
              </a:ext>
            </a:extLst>
          </p:cNvPr>
          <p:cNvSpPr/>
          <p:nvPr/>
        </p:nvSpPr>
        <p:spPr>
          <a:xfrm>
            <a:off x="3549858" y="49570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71CBD33B-30D8-5F9F-BD8B-C627260A5EEE}"/>
              </a:ext>
            </a:extLst>
          </p:cNvPr>
          <p:cNvGrpSpPr/>
          <p:nvPr/>
        </p:nvGrpSpPr>
        <p:grpSpPr>
          <a:xfrm>
            <a:off x="1932141" y="5453396"/>
            <a:ext cx="1105196" cy="128396"/>
            <a:chOff x="3438680" y="4305150"/>
            <a:chExt cx="1105196" cy="128396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D77BF7E-ECF2-A0F9-F3BC-5EDE73614C7D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2" name="Picture 10">
              <a:extLst>
                <a:ext uri="{FF2B5EF4-FFF2-40B4-BE49-F238E27FC236}">
                  <a16:creationId xmlns:a16="http://schemas.microsoft.com/office/drawing/2014/main" id="{E324A8D9-4527-110F-F974-62D908532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3F2B1F2C-F0DA-3966-5C07-764F4D5F92BF}"/>
              </a:ext>
            </a:extLst>
          </p:cNvPr>
          <p:cNvGrpSpPr/>
          <p:nvPr/>
        </p:nvGrpSpPr>
        <p:grpSpPr>
          <a:xfrm>
            <a:off x="3118554" y="5453396"/>
            <a:ext cx="1105196" cy="128396"/>
            <a:chOff x="3438680" y="4305150"/>
            <a:chExt cx="1105196" cy="128396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A33EA7C-AC7E-132C-7661-FC24722AFD90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5" name="Picture 10">
              <a:extLst>
                <a:ext uri="{FF2B5EF4-FFF2-40B4-BE49-F238E27FC236}">
                  <a16:creationId xmlns:a16="http://schemas.microsoft.com/office/drawing/2014/main" id="{9CEA0E11-3CE1-E4CE-5348-D01BE5A2B7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C3216543-EC9E-F952-19D2-D3D5E02AF2B3}"/>
              </a:ext>
            </a:extLst>
          </p:cNvPr>
          <p:cNvGrpSpPr/>
          <p:nvPr/>
        </p:nvGrpSpPr>
        <p:grpSpPr>
          <a:xfrm>
            <a:off x="1896860" y="3540879"/>
            <a:ext cx="2225682" cy="145176"/>
            <a:chOff x="3327015" y="2690196"/>
            <a:chExt cx="2225682" cy="145176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A09F6AC2-0BCA-9ED6-9CDB-C1F1CD01A471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A5B8E35E-71FC-C184-C1CD-7AAF44EC18E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3C09029A-A8AD-9915-E88D-E3E3C1E87E79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9A99C54C-8CFA-10A8-F17A-01D616A711E9}"/>
              </a:ext>
            </a:extLst>
          </p:cNvPr>
          <p:cNvSpPr/>
          <p:nvPr/>
        </p:nvSpPr>
        <p:spPr>
          <a:xfrm>
            <a:off x="3858368" y="425713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74088C3-4924-D906-D7B6-C3CD17074941}"/>
              </a:ext>
            </a:extLst>
          </p:cNvPr>
          <p:cNvSpPr/>
          <p:nvPr/>
        </p:nvSpPr>
        <p:spPr>
          <a:xfrm>
            <a:off x="3858368" y="44932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EA6B5E9A-02E1-8749-A390-5393BCC3658A}"/>
              </a:ext>
            </a:extLst>
          </p:cNvPr>
          <p:cNvSpPr/>
          <p:nvPr/>
        </p:nvSpPr>
        <p:spPr>
          <a:xfrm>
            <a:off x="3858368" y="47171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35264C3-9855-9DC2-D48F-940BC1C411B0}"/>
              </a:ext>
            </a:extLst>
          </p:cNvPr>
          <p:cNvSpPr/>
          <p:nvPr/>
        </p:nvSpPr>
        <p:spPr>
          <a:xfrm>
            <a:off x="3858368" y="49589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69B3FFF0-C8C4-8563-8174-F7D9A934B6EC}"/>
              </a:ext>
            </a:extLst>
          </p:cNvPr>
          <p:cNvGrpSpPr/>
          <p:nvPr/>
        </p:nvGrpSpPr>
        <p:grpSpPr>
          <a:xfrm>
            <a:off x="1912407" y="2621541"/>
            <a:ext cx="1394613" cy="144462"/>
            <a:chOff x="2415444" y="3432217"/>
            <a:chExt cx="1394613" cy="144462"/>
          </a:xfrm>
        </p:grpSpPr>
        <p:sp>
          <p:nvSpPr>
            <p:cNvPr id="115" name="Rectangle 191">
              <a:extLst>
                <a:ext uri="{FF2B5EF4-FFF2-40B4-BE49-F238E27FC236}">
                  <a16:creationId xmlns:a16="http://schemas.microsoft.com/office/drawing/2014/main" id="{EB265BB1-82FD-8A77-0272-623C26419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75CB2DF-510C-A339-0E34-EF47C3C1E65E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120" name="Rectangle 191">
                <a:extLst>
                  <a:ext uri="{FF2B5EF4-FFF2-40B4-BE49-F238E27FC236}">
                    <a16:creationId xmlns:a16="http://schemas.microsoft.com/office/drawing/2014/main" id="{D74981F7-A206-21CF-1A15-603879AF3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121" name="개체 120">
                <a:extLst>
                  <a:ext uri="{FF2B5EF4-FFF2-40B4-BE49-F238E27FC236}">
                    <a16:creationId xmlns:a16="http://schemas.microsoft.com/office/drawing/2014/main" id="{4E95FC45-9C26-E25A-F2A5-5286BC3B2030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84" name="개체 183">
                            <a:extLst>
                              <a:ext uri="{FF2B5EF4-FFF2-40B4-BE49-F238E27FC236}">
                                <a16:creationId xmlns:a16="http://schemas.microsoft.com/office/drawing/2014/main" id="{13DF6A5A-47D2-D98B-EC99-BB795A6C2912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C0B9E823-46CB-3A8F-73F5-96455D63096C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118" name="Rectangle 191">
                <a:extLst>
                  <a:ext uri="{FF2B5EF4-FFF2-40B4-BE49-F238E27FC236}">
                    <a16:creationId xmlns:a16="http://schemas.microsoft.com/office/drawing/2014/main" id="{122776C6-1293-4D45-8838-8D24AB70B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119" name="개체 118">
                <a:extLst>
                  <a:ext uri="{FF2B5EF4-FFF2-40B4-BE49-F238E27FC236}">
                    <a16:creationId xmlns:a16="http://schemas.microsoft.com/office/drawing/2014/main" id="{20F2097D-4D36-45BB-BCF0-53B852EBE1C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82" name="개체 181">
                            <a:extLst>
                              <a:ext uri="{FF2B5EF4-FFF2-40B4-BE49-F238E27FC236}">
                                <a16:creationId xmlns:a16="http://schemas.microsoft.com/office/drawing/2014/main" id="{8556FB4A-8672-15ED-7CAA-10D69DC57131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58E3DEA5-983F-511E-08F4-F1FF8F69778D}"/>
              </a:ext>
            </a:extLst>
          </p:cNvPr>
          <p:cNvGrpSpPr/>
          <p:nvPr/>
        </p:nvGrpSpPr>
        <p:grpSpPr>
          <a:xfrm>
            <a:off x="1896860" y="3772518"/>
            <a:ext cx="2225682" cy="145176"/>
            <a:chOff x="3327015" y="2690196"/>
            <a:chExt cx="2225682" cy="145176"/>
          </a:xfrm>
        </p:grpSpPr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0C943BAE-3686-C50A-A1FE-ED310BF0383C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A9B3235F-B864-1446-55E9-3D8DF1541613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DF1EBF43-E932-23A2-CB37-83329616651E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6B216A05-F3AD-ED98-D323-602619B11D3A}"/>
              </a:ext>
            </a:extLst>
          </p:cNvPr>
          <p:cNvGrpSpPr/>
          <p:nvPr/>
        </p:nvGrpSpPr>
        <p:grpSpPr>
          <a:xfrm>
            <a:off x="1896860" y="4017691"/>
            <a:ext cx="2225682" cy="145176"/>
            <a:chOff x="3327015" y="2690196"/>
            <a:chExt cx="2225682" cy="145176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92ADE17A-3C68-336D-174E-006B405FA7DE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346B2240-D5EC-837E-4A7E-55223BD06B5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1019C4C6-3429-B675-972B-B749275FFEF3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89DAECF4-E99E-E603-88D8-496AA6988183}"/>
              </a:ext>
            </a:extLst>
          </p:cNvPr>
          <p:cNvSpPr/>
          <p:nvPr/>
        </p:nvSpPr>
        <p:spPr>
          <a:xfrm>
            <a:off x="2722487" y="284760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60152A74-A910-6EF9-AFD5-5CC632A6C622}"/>
              </a:ext>
            </a:extLst>
          </p:cNvPr>
          <p:cNvSpPr/>
          <p:nvPr/>
        </p:nvSpPr>
        <p:spPr>
          <a:xfrm>
            <a:off x="4375485" y="284759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F7F5CA34-A51E-7EAD-D23D-5094D07FDFBE}"/>
              </a:ext>
            </a:extLst>
          </p:cNvPr>
          <p:cNvSpPr/>
          <p:nvPr/>
        </p:nvSpPr>
        <p:spPr>
          <a:xfrm>
            <a:off x="4683995" y="28475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1" name="Rectangle 191">
            <a:extLst>
              <a:ext uri="{FF2B5EF4-FFF2-40B4-BE49-F238E27FC236}">
                <a16:creationId xmlns:a16="http://schemas.microsoft.com/office/drawing/2014/main" id="{B26E860C-97B6-B8F7-F9CF-57B59D1FC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530" y="287723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DA3DD9C3-D454-B2D9-AAC9-E381B0945369}"/>
              </a:ext>
            </a:extLst>
          </p:cNvPr>
          <p:cNvSpPr/>
          <p:nvPr/>
        </p:nvSpPr>
        <p:spPr>
          <a:xfrm>
            <a:off x="2103164" y="2855876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3" name="Rectangle 191">
            <a:extLst>
              <a:ext uri="{FF2B5EF4-FFF2-40B4-BE49-F238E27FC236}">
                <a16:creationId xmlns:a16="http://schemas.microsoft.com/office/drawing/2014/main" id="{50677415-951D-0639-0225-62931C672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1699" y="287723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374B6BD-9184-DCAC-655A-E6FDB1638205}"/>
              </a:ext>
            </a:extLst>
          </p:cNvPr>
          <p:cNvSpPr/>
          <p:nvPr/>
        </p:nvSpPr>
        <p:spPr>
          <a:xfrm>
            <a:off x="2903222" y="331101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17E78F40-011D-8C6C-C94C-3CC9E07180EE}"/>
              </a:ext>
            </a:extLst>
          </p:cNvPr>
          <p:cNvSpPr/>
          <p:nvPr/>
        </p:nvSpPr>
        <p:spPr>
          <a:xfrm>
            <a:off x="4556220" y="331100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29B1EC96-9DE8-F1BF-56AE-FB4D483C017A}"/>
              </a:ext>
            </a:extLst>
          </p:cNvPr>
          <p:cNvSpPr/>
          <p:nvPr/>
        </p:nvSpPr>
        <p:spPr>
          <a:xfrm>
            <a:off x="4864730" y="331100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7" name="Rectangle 191">
            <a:extLst>
              <a:ext uri="{FF2B5EF4-FFF2-40B4-BE49-F238E27FC236}">
                <a16:creationId xmlns:a16="http://schemas.microsoft.com/office/drawing/2014/main" id="{5D3F128D-100C-CFEB-92F6-61515D372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767" y="332555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50" name="Rectangle 191">
            <a:extLst>
              <a:ext uri="{FF2B5EF4-FFF2-40B4-BE49-F238E27FC236}">
                <a16:creationId xmlns:a16="http://schemas.microsoft.com/office/drawing/2014/main" id="{81F1618A-AA71-D77D-C622-D0153BF9E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529" y="333392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4E0C9F4-E4C8-2BCE-A592-A3D6C27F30E1}"/>
              </a:ext>
            </a:extLst>
          </p:cNvPr>
          <p:cNvSpPr/>
          <p:nvPr/>
        </p:nvSpPr>
        <p:spPr>
          <a:xfrm>
            <a:off x="2281861" y="3312569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F99462F1-A8A4-167A-A54F-5AB3D329402D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5CC7E42E-0C65-ADF0-6FBB-5761341886C4}"/>
              </a:ext>
            </a:extLst>
          </p:cNvPr>
          <p:cNvGrpSpPr/>
          <p:nvPr/>
        </p:nvGrpSpPr>
        <p:grpSpPr>
          <a:xfrm>
            <a:off x="1897884" y="3076911"/>
            <a:ext cx="2704513" cy="144016"/>
            <a:chOff x="1897884" y="2847629"/>
            <a:chExt cx="2704513" cy="144016"/>
          </a:xfrm>
        </p:grpSpPr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BE9A9A66-C415-94AF-4DD0-6B7F7D55DD68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E60E44EA-082C-51D3-D9BA-25F8A0B82434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CC4157C9-2B2C-E93F-2198-31CED226A2FC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82AFC96E-A263-3951-7C0E-E8E50E805D28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5BDF182B-70D3-0348-6FF3-3CF47E8C8D60}"/>
              </a:ext>
            </a:extLst>
          </p:cNvPr>
          <p:cNvSpPr/>
          <p:nvPr/>
        </p:nvSpPr>
        <p:spPr>
          <a:xfrm>
            <a:off x="668524" y="3048882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7599FB2E-0026-D51C-23F9-94718F09A19C}"/>
              </a:ext>
            </a:extLst>
          </p:cNvPr>
          <p:cNvGrpSpPr/>
          <p:nvPr/>
        </p:nvGrpSpPr>
        <p:grpSpPr>
          <a:xfrm>
            <a:off x="1897884" y="5188996"/>
            <a:ext cx="2386963" cy="144016"/>
            <a:chOff x="1897884" y="4476806"/>
            <a:chExt cx="2386963" cy="144016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C05E6590-9C0D-215D-0430-2042E490D3EB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6758FFEC-B203-5EBD-7B10-E9102F79ADC9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B007AAE7-38BC-5C61-87B2-CDE339DB1DE9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DE89E8D9-02CE-6650-5B16-50B7F65D8315}"/>
              </a:ext>
            </a:extLst>
          </p:cNvPr>
          <p:cNvSpPr/>
          <p:nvPr/>
        </p:nvSpPr>
        <p:spPr>
          <a:xfrm>
            <a:off x="668524" y="515721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89580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208B6B-0F41-D097-2B32-C0CD8878C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08FC3B0-7476-11DB-E3B5-8404AA5B0F5C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36D6276-1150-19A0-9642-6C5BE82E1D9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0320324-8819-B442-5B62-4CC7F5D4AC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4705143"/>
              </p:ext>
            </p:extLst>
          </p:nvPr>
        </p:nvGraphicFramePr>
        <p:xfrm>
          <a:off x="6969418" y="2548005"/>
          <a:ext cx="2772114" cy="258240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양식받기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양식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신청정보 설정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접수관리에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725569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9EE8342-FC3A-546A-0B1B-985E1419FC0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A6F2239-450E-C17C-C62A-969937C53550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3C6EC8-3CE3-D587-6FD9-39E32330BFA3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E2779F5-24FC-6E32-4551-1C55A8D4DCBF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8CF45A8B-FAB1-C87D-263D-24F46AC001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EABF2D2D-2845-186B-5D00-DF66A7E7A150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3F8252E8-56B6-4084-1065-C9703A172F59}"/>
              </a:ext>
            </a:extLst>
          </p:cNvPr>
          <p:cNvSpPr/>
          <p:nvPr/>
        </p:nvSpPr>
        <p:spPr>
          <a:xfrm>
            <a:off x="6397011" y="5697252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D98D288-40D4-434F-2243-C3D5F1771DB8}"/>
              </a:ext>
            </a:extLst>
          </p:cNvPr>
          <p:cNvSpPr/>
          <p:nvPr/>
        </p:nvSpPr>
        <p:spPr>
          <a:xfrm>
            <a:off x="5936915" y="5697252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4DA45D5A-9084-2EC0-07DF-5BE06B8F8203}"/>
              </a:ext>
            </a:extLst>
          </p:cNvPr>
          <p:cNvSpPr>
            <a:spLocks noChangeAspect="1"/>
          </p:cNvSpPr>
          <p:nvPr/>
        </p:nvSpPr>
        <p:spPr>
          <a:xfrm>
            <a:off x="5768957" y="572790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40A837F7-7D5E-F6A8-D04A-6E7A61AA4D1A}"/>
              </a:ext>
            </a:extLst>
          </p:cNvPr>
          <p:cNvGraphicFramePr>
            <a:graphicFrameLocks noGrp="1"/>
          </p:cNvGraphicFramePr>
          <p:nvPr/>
        </p:nvGraphicFramePr>
        <p:xfrm>
          <a:off x="278532" y="1628800"/>
          <a:ext cx="6511205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99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4623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16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63" name="그룹 62">
            <a:extLst>
              <a:ext uri="{FF2B5EF4-FFF2-40B4-BE49-F238E27FC236}">
                <a16:creationId xmlns:a16="http://schemas.microsoft.com/office/drawing/2014/main" id="{D67F342A-135B-0372-2E76-99E775987C2A}"/>
              </a:ext>
            </a:extLst>
          </p:cNvPr>
          <p:cNvGrpSpPr/>
          <p:nvPr/>
        </p:nvGrpSpPr>
        <p:grpSpPr>
          <a:xfrm>
            <a:off x="2473203" y="2380094"/>
            <a:ext cx="505750" cy="144462"/>
            <a:chOff x="2716253" y="2405617"/>
            <a:chExt cx="505750" cy="144462"/>
          </a:xfrm>
        </p:grpSpPr>
        <p:sp>
          <p:nvSpPr>
            <p:cNvPr id="64" name="Rectangle 191">
              <a:extLst>
                <a:ext uri="{FF2B5EF4-FFF2-40B4-BE49-F238E27FC236}">
                  <a16:creationId xmlns:a16="http://schemas.microsoft.com/office/drawing/2014/main" id="{7D495CBC-381F-4830-531D-FB1ED69DC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5" name="개체 64">
              <a:extLst>
                <a:ext uri="{FF2B5EF4-FFF2-40B4-BE49-F238E27FC236}">
                  <a16:creationId xmlns:a16="http://schemas.microsoft.com/office/drawing/2014/main" id="{A5A3A51D-CE49-A48B-3DE7-185BC155873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65" name="개체 64">
                          <a:extLst>
                            <a:ext uri="{FF2B5EF4-FFF2-40B4-BE49-F238E27FC236}">
                              <a16:creationId xmlns:a16="http://schemas.microsoft.com/office/drawing/2014/main" id="{027F5B65-67ED-82EA-7F2B-1DB39E5A8CA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3A3DDD16-A90A-292A-2461-CAF249EDFCB1}"/>
              </a:ext>
            </a:extLst>
          </p:cNvPr>
          <p:cNvGrpSpPr/>
          <p:nvPr/>
        </p:nvGrpSpPr>
        <p:grpSpPr>
          <a:xfrm>
            <a:off x="3050012" y="2380094"/>
            <a:ext cx="595518" cy="144462"/>
            <a:chOff x="2716253" y="2405617"/>
            <a:chExt cx="595518" cy="144462"/>
          </a:xfrm>
        </p:grpSpPr>
        <p:sp>
          <p:nvSpPr>
            <p:cNvPr id="67" name="Rectangle 191">
              <a:extLst>
                <a:ext uri="{FF2B5EF4-FFF2-40B4-BE49-F238E27FC236}">
                  <a16:creationId xmlns:a16="http://schemas.microsoft.com/office/drawing/2014/main" id="{CCE1EDC6-2CF7-F5F5-F9AB-8E0A69B33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8" name="개체 67">
              <a:extLst>
                <a:ext uri="{FF2B5EF4-FFF2-40B4-BE49-F238E27FC236}">
                  <a16:creationId xmlns:a16="http://schemas.microsoft.com/office/drawing/2014/main" id="{92B6DD40-14F7-8F9F-FB07-175BADD6B6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68" name="개체 67">
                          <a:extLst>
                            <a:ext uri="{FF2B5EF4-FFF2-40B4-BE49-F238E27FC236}">
                              <a16:creationId xmlns:a16="http://schemas.microsoft.com/office/drawing/2014/main" id="{1F218502-FE75-7BAB-4C12-126DCAE6BA9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4A1E047E-B5F5-3454-E4F0-35457BE83117}"/>
              </a:ext>
            </a:extLst>
          </p:cNvPr>
          <p:cNvGrpSpPr/>
          <p:nvPr/>
        </p:nvGrpSpPr>
        <p:grpSpPr>
          <a:xfrm>
            <a:off x="3700296" y="2380094"/>
            <a:ext cx="775054" cy="144462"/>
            <a:chOff x="2716253" y="2405617"/>
            <a:chExt cx="775054" cy="144462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9E139074-3D43-687C-E3FC-C49CC4BA7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71" name="개체 70">
              <a:extLst>
                <a:ext uri="{FF2B5EF4-FFF2-40B4-BE49-F238E27FC236}">
                  <a16:creationId xmlns:a16="http://schemas.microsoft.com/office/drawing/2014/main" id="{EF0545D1-23B4-6DB6-B47F-57E04F9C82A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1" name="개체 70">
                          <a:extLst>
                            <a:ext uri="{FF2B5EF4-FFF2-40B4-BE49-F238E27FC236}">
                              <a16:creationId xmlns:a16="http://schemas.microsoft.com/office/drawing/2014/main" id="{F53627DD-E0FA-2375-1E3D-97E7C82C9FC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3F5FBEDF-ECA3-9998-783B-54E7A69B89BF}"/>
              </a:ext>
            </a:extLst>
          </p:cNvPr>
          <p:cNvGrpSpPr/>
          <p:nvPr/>
        </p:nvGrpSpPr>
        <p:grpSpPr>
          <a:xfrm>
            <a:off x="4530957" y="2380094"/>
            <a:ext cx="775054" cy="144462"/>
            <a:chOff x="2716253" y="2405617"/>
            <a:chExt cx="775054" cy="144462"/>
          </a:xfrm>
        </p:grpSpPr>
        <p:sp>
          <p:nvSpPr>
            <p:cNvPr id="73" name="Rectangle 191">
              <a:extLst>
                <a:ext uri="{FF2B5EF4-FFF2-40B4-BE49-F238E27FC236}">
                  <a16:creationId xmlns:a16="http://schemas.microsoft.com/office/drawing/2014/main" id="{519826BE-18BD-64D1-EC3C-D313CFA0D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75" name="개체 74">
              <a:extLst>
                <a:ext uri="{FF2B5EF4-FFF2-40B4-BE49-F238E27FC236}">
                  <a16:creationId xmlns:a16="http://schemas.microsoft.com/office/drawing/2014/main" id="{438F1859-271C-B49F-0152-7701C033F96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5" name="개체 74">
                          <a:extLst>
                            <a:ext uri="{FF2B5EF4-FFF2-40B4-BE49-F238E27FC236}">
                              <a16:creationId xmlns:a16="http://schemas.microsoft.com/office/drawing/2014/main" id="{9A1CDCDE-81C9-FBC7-F961-C38BFFF03FD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A52E9408-003C-C59D-EC12-EBFAC453A259}"/>
              </a:ext>
            </a:extLst>
          </p:cNvPr>
          <p:cNvGrpSpPr/>
          <p:nvPr/>
        </p:nvGrpSpPr>
        <p:grpSpPr>
          <a:xfrm>
            <a:off x="1896860" y="2385980"/>
            <a:ext cx="506433" cy="144463"/>
            <a:chOff x="3327015" y="1527346"/>
            <a:chExt cx="506433" cy="144463"/>
          </a:xfrm>
        </p:grpSpPr>
        <p:sp>
          <p:nvSpPr>
            <p:cNvPr id="77" name="Rectangle 191">
              <a:extLst>
                <a:ext uri="{FF2B5EF4-FFF2-40B4-BE49-F238E27FC236}">
                  <a16:creationId xmlns:a16="http://schemas.microsoft.com/office/drawing/2014/main" id="{4AF4860F-F350-19ED-1F5B-72B07B0FE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78" name="개체 77">
              <a:extLst>
                <a:ext uri="{FF2B5EF4-FFF2-40B4-BE49-F238E27FC236}">
                  <a16:creationId xmlns:a16="http://schemas.microsoft.com/office/drawing/2014/main" id="{F9C3F89E-1DF8-61E5-E796-BBF2B8F87B6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78" name="개체 77">
                          <a:extLst>
                            <a:ext uri="{FF2B5EF4-FFF2-40B4-BE49-F238E27FC236}">
                              <a16:creationId xmlns:a16="http://schemas.microsoft.com/office/drawing/2014/main" id="{EE7BBAE4-B0F0-465F-1734-CE267C79565B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5527B4E-25DC-AAB0-4228-73202B5A08B3}"/>
              </a:ext>
            </a:extLst>
          </p:cNvPr>
          <p:cNvSpPr/>
          <p:nvPr/>
        </p:nvSpPr>
        <p:spPr>
          <a:xfrm>
            <a:off x="1896860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869E8230-A0BE-E65B-F454-A75775AFCBC3}"/>
              </a:ext>
            </a:extLst>
          </p:cNvPr>
          <p:cNvSpPr/>
          <p:nvPr/>
        </p:nvSpPr>
        <p:spPr>
          <a:xfrm>
            <a:off x="3549858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0C2059F8-5407-F4CE-5BC7-00E6B8A4A01D}"/>
              </a:ext>
            </a:extLst>
          </p:cNvPr>
          <p:cNvSpPr/>
          <p:nvPr/>
        </p:nvSpPr>
        <p:spPr>
          <a:xfrm>
            <a:off x="1896860" y="44938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2633D008-A123-C364-9C2D-263C2C97E09A}"/>
              </a:ext>
            </a:extLst>
          </p:cNvPr>
          <p:cNvSpPr/>
          <p:nvPr/>
        </p:nvSpPr>
        <p:spPr>
          <a:xfrm>
            <a:off x="3549858" y="449383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CFE2DB3-675D-7729-D662-ABB9BA909DEB}"/>
              </a:ext>
            </a:extLst>
          </p:cNvPr>
          <p:cNvSpPr/>
          <p:nvPr/>
        </p:nvSpPr>
        <p:spPr>
          <a:xfrm>
            <a:off x="1896860" y="4723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E79DBC65-D793-664A-6980-D1CEE6899052}"/>
              </a:ext>
            </a:extLst>
          </p:cNvPr>
          <p:cNvSpPr/>
          <p:nvPr/>
        </p:nvSpPr>
        <p:spPr>
          <a:xfrm>
            <a:off x="3549858" y="47230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E6378A5-85E5-B527-9011-180E78F00F61}"/>
              </a:ext>
            </a:extLst>
          </p:cNvPr>
          <p:cNvSpPr/>
          <p:nvPr/>
        </p:nvSpPr>
        <p:spPr>
          <a:xfrm>
            <a:off x="1896860" y="49570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1DF047E-E446-CEC1-86B3-9D8FA046A936}"/>
              </a:ext>
            </a:extLst>
          </p:cNvPr>
          <p:cNvSpPr/>
          <p:nvPr/>
        </p:nvSpPr>
        <p:spPr>
          <a:xfrm>
            <a:off x="3549858" y="49570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0F7CD8AB-BBD4-5FD3-DD81-38BF4DE889CC}"/>
              </a:ext>
            </a:extLst>
          </p:cNvPr>
          <p:cNvGrpSpPr/>
          <p:nvPr/>
        </p:nvGrpSpPr>
        <p:grpSpPr>
          <a:xfrm>
            <a:off x="1932141" y="5453396"/>
            <a:ext cx="1105196" cy="128396"/>
            <a:chOff x="3438680" y="4305150"/>
            <a:chExt cx="1105196" cy="128396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9953046-087C-98A9-BD0F-2FB55108BC1F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2" name="Picture 10">
              <a:extLst>
                <a:ext uri="{FF2B5EF4-FFF2-40B4-BE49-F238E27FC236}">
                  <a16:creationId xmlns:a16="http://schemas.microsoft.com/office/drawing/2014/main" id="{41A440F7-B226-E752-2797-0880DCFC59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44861E33-122E-BA90-B039-E25356713DE1}"/>
              </a:ext>
            </a:extLst>
          </p:cNvPr>
          <p:cNvGrpSpPr/>
          <p:nvPr/>
        </p:nvGrpSpPr>
        <p:grpSpPr>
          <a:xfrm>
            <a:off x="3118554" y="5453396"/>
            <a:ext cx="1105196" cy="128396"/>
            <a:chOff x="3438680" y="4305150"/>
            <a:chExt cx="1105196" cy="128396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1B618515-82B6-EA9B-780E-95D90EEAD4C0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5" name="Picture 10">
              <a:extLst>
                <a:ext uri="{FF2B5EF4-FFF2-40B4-BE49-F238E27FC236}">
                  <a16:creationId xmlns:a16="http://schemas.microsoft.com/office/drawing/2014/main" id="{87368CA7-3A00-5096-DAE1-EAEB35355C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56CC48C7-1498-006D-C29B-F2921B4FE41F}"/>
              </a:ext>
            </a:extLst>
          </p:cNvPr>
          <p:cNvGrpSpPr/>
          <p:nvPr/>
        </p:nvGrpSpPr>
        <p:grpSpPr>
          <a:xfrm>
            <a:off x="1896860" y="3540879"/>
            <a:ext cx="2225682" cy="145176"/>
            <a:chOff x="3327015" y="2690196"/>
            <a:chExt cx="2225682" cy="145176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07E59B4B-CBB1-6DD8-5CF4-21C87F08254F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EC7443FF-42FD-BEE5-FC80-181198B3C333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0CFEF6A5-94AD-68AC-1CB8-E82D3ADE0032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A90A7160-5B28-878B-5C72-730219A430AB}"/>
              </a:ext>
            </a:extLst>
          </p:cNvPr>
          <p:cNvSpPr/>
          <p:nvPr/>
        </p:nvSpPr>
        <p:spPr>
          <a:xfrm>
            <a:off x="3858368" y="425713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679D3F32-4D23-C8BC-9129-FE65AA32FBFB}"/>
              </a:ext>
            </a:extLst>
          </p:cNvPr>
          <p:cNvSpPr/>
          <p:nvPr/>
        </p:nvSpPr>
        <p:spPr>
          <a:xfrm>
            <a:off x="3858368" y="44932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5BBBE493-D10B-A9EB-C81F-1EEC967E1ABB}"/>
              </a:ext>
            </a:extLst>
          </p:cNvPr>
          <p:cNvSpPr/>
          <p:nvPr/>
        </p:nvSpPr>
        <p:spPr>
          <a:xfrm>
            <a:off x="3858368" y="47171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060EA014-5A3C-9608-D9C8-B162FFB255C3}"/>
              </a:ext>
            </a:extLst>
          </p:cNvPr>
          <p:cNvSpPr/>
          <p:nvPr/>
        </p:nvSpPr>
        <p:spPr>
          <a:xfrm>
            <a:off x="3858368" y="49589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66DB35E-B4DB-4626-32A4-29B29B46D042}"/>
              </a:ext>
            </a:extLst>
          </p:cNvPr>
          <p:cNvGrpSpPr/>
          <p:nvPr/>
        </p:nvGrpSpPr>
        <p:grpSpPr>
          <a:xfrm>
            <a:off x="1912407" y="2621541"/>
            <a:ext cx="1394613" cy="144462"/>
            <a:chOff x="2415444" y="3432217"/>
            <a:chExt cx="1394613" cy="144462"/>
          </a:xfrm>
        </p:grpSpPr>
        <p:sp>
          <p:nvSpPr>
            <p:cNvPr id="115" name="Rectangle 191">
              <a:extLst>
                <a:ext uri="{FF2B5EF4-FFF2-40B4-BE49-F238E27FC236}">
                  <a16:creationId xmlns:a16="http://schemas.microsoft.com/office/drawing/2014/main" id="{81369AA8-06F6-C54E-235E-F7CB2B3C8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66219330-21E8-DF2C-E4F4-5E773C01853F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120" name="Rectangle 191">
                <a:extLst>
                  <a:ext uri="{FF2B5EF4-FFF2-40B4-BE49-F238E27FC236}">
                    <a16:creationId xmlns:a16="http://schemas.microsoft.com/office/drawing/2014/main" id="{7CCCB3A2-2BB0-1544-CC21-5EDE662ED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121" name="개체 120">
                <a:extLst>
                  <a:ext uri="{FF2B5EF4-FFF2-40B4-BE49-F238E27FC236}">
                    <a16:creationId xmlns:a16="http://schemas.microsoft.com/office/drawing/2014/main" id="{1E33BAA4-507C-62B5-5930-B1898FB713CC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21" name="개체 120">
                            <a:extLst>
                              <a:ext uri="{FF2B5EF4-FFF2-40B4-BE49-F238E27FC236}">
                                <a16:creationId xmlns:a16="http://schemas.microsoft.com/office/drawing/2014/main" id="{4E95FC45-9C26-E25A-F2A5-5286BC3B2030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2B173C0B-6641-FF0A-C99D-006754D1B778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118" name="Rectangle 191">
                <a:extLst>
                  <a:ext uri="{FF2B5EF4-FFF2-40B4-BE49-F238E27FC236}">
                    <a16:creationId xmlns:a16="http://schemas.microsoft.com/office/drawing/2014/main" id="{C90044A1-8C84-C3A6-B2CF-204C8B98A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119" name="개체 118">
                <a:extLst>
                  <a:ext uri="{FF2B5EF4-FFF2-40B4-BE49-F238E27FC236}">
                    <a16:creationId xmlns:a16="http://schemas.microsoft.com/office/drawing/2014/main" id="{604B5699-CC78-8271-4576-A6AECAC44B89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19" name="개체 118">
                            <a:extLst>
                              <a:ext uri="{FF2B5EF4-FFF2-40B4-BE49-F238E27FC236}">
                                <a16:creationId xmlns:a16="http://schemas.microsoft.com/office/drawing/2014/main" id="{20F2097D-4D36-45BB-BCF0-53B852EBE1CE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6ED706BC-9403-1841-00B5-7716418C5ED4}"/>
              </a:ext>
            </a:extLst>
          </p:cNvPr>
          <p:cNvGrpSpPr/>
          <p:nvPr/>
        </p:nvGrpSpPr>
        <p:grpSpPr>
          <a:xfrm>
            <a:off x="1896860" y="3772518"/>
            <a:ext cx="2225682" cy="145176"/>
            <a:chOff x="3327015" y="2690196"/>
            <a:chExt cx="2225682" cy="145176"/>
          </a:xfrm>
        </p:grpSpPr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04085D7B-FD21-8FC3-CA49-5E6D54B292C2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96F7ECB5-3D01-4087-D426-84E00CFFBBE5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E7D14AF9-138E-8CB6-6123-9363AD6EA72B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50E075A0-C719-B74C-1C83-603304B5B862}"/>
              </a:ext>
            </a:extLst>
          </p:cNvPr>
          <p:cNvGrpSpPr/>
          <p:nvPr/>
        </p:nvGrpSpPr>
        <p:grpSpPr>
          <a:xfrm>
            <a:off x="1896860" y="4017691"/>
            <a:ext cx="2225682" cy="145176"/>
            <a:chOff x="3327015" y="2690196"/>
            <a:chExt cx="2225682" cy="145176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686B833C-9EE7-83BB-7419-245F547CF86E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48E19DCD-7A39-0BE6-1129-2AB101981FF4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4B04ACBC-4347-6B6A-5C55-CBC821B94515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A3BB29FA-255F-6E0A-37F5-CE6774F8F9C7}"/>
              </a:ext>
            </a:extLst>
          </p:cNvPr>
          <p:cNvSpPr/>
          <p:nvPr/>
        </p:nvSpPr>
        <p:spPr>
          <a:xfrm>
            <a:off x="2722487" y="284760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6A23EDF9-D7A5-AE7B-4B7F-5D9587CA1FB9}"/>
              </a:ext>
            </a:extLst>
          </p:cNvPr>
          <p:cNvSpPr/>
          <p:nvPr/>
        </p:nvSpPr>
        <p:spPr>
          <a:xfrm>
            <a:off x="4375485" y="284759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7F202C66-C282-6978-C0CD-A24A6F277F17}"/>
              </a:ext>
            </a:extLst>
          </p:cNvPr>
          <p:cNvSpPr/>
          <p:nvPr/>
        </p:nvSpPr>
        <p:spPr>
          <a:xfrm>
            <a:off x="4683995" y="28475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1" name="Rectangle 191">
            <a:extLst>
              <a:ext uri="{FF2B5EF4-FFF2-40B4-BE49-F238E27FC236}">
                <a16:creationId xmlns:a16="http://schemas.microsoft.com/office/drawing/2014/main" id="{66B3BC31-C4DD-DD84-7D2E-CA6DC0EF9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530" y="287723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C2A83828-18BA-CCA0-38C5-DFB795C10E8E}"/>
              </a:ext>
            </a:extLst>
          </p:cNvPr>
          <p:cNvSpPr/>
          <p:nvPr/>
        </p:nvSpPr>
        <p:spPr>
          <a:xfrm>
            <a:off x="2103164" y="2855876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3" name="Rectangle 191">
            <a:extLst>
              <a:ext uri="{FF2B5EF4-FFF2-40B4-BE49-F238E27FC236}">
                <a16:creationId xmlns:a16="http://schemas.microsoft.com/office/drawing/2014/main" id="{FC7E1F1F-7A7C-3E36-12D2-BCF780863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1699" y="287723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A4BEFFC-6128-B37D-9908-FA1BB7BAEEDB}"/>
              </a:ext>
            </a:extLst>
          </p:cNvPr>
          <p:cNvSpPr/>
          <p:nvPr/>
        </p:nvSpPr>
        <p:spPr>
          <a:xfrm>
            <a:off x="2903222" y="331101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BBACD3E5-5C63-DEE2-A8FE-6BB2C4D6B76E}"/>
              </a:ext>
            </a:extLst>
          </p:cNvPr>
          <p:cNvSpPr/>
          <p:nvPr/>
        </p:nvSpPr>
        <p:spPr>
          <a:xfrm>
            <a:off x="4556220" y="331100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BEA46EB-682B-9580-7D03-B30B3A41CE0C}"/>
              </a:ext>
            </a:extLst>
          </p:cNvPr>
          <p:cNvSpPr/>
          <p:nvPr/>
        </p:nvSpPr>
        <p:spPr>
          <a:xfrm>
            <a:off x="4864730" y="331100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7" name="Rectangle 191">
            <a:extLst>
              <a:ext uri="{FF2B5EF4-FFF2-40B4-BE49-F238E27FC236}">
                <a16:creationId xmlns:a16="http://schemas.microsoft.com/office/drawing/2014/main" id="{3949FEE3-1BD5-3352-8274-7BC288991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767" y="332555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50" name="Rectangle 191">
            <a:extLst>
              <a:ext uri="{FF2B5EF4-FFF2-40B4-BE49-F238E27FC236}">
                <a16:creationId xmlns:a16="http://schemas.microsoft.com/office/drawing/2014/main" id="{DFD458F0-C57F-5C76-3024-6A76E47DC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529" y="333392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3848B07C-7374-DDFC-A2DC-026BB9F982B0}"/>
              </a:ext>
            </a:extLst>
          </p:cNvPr>
          <p:cNvSpPr/>
          <p:nvPr/>
        </p:nvSpPr>
        <p:spPr>
          <a:xfrm>
            <a:off x="2281861" y="3312569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5C0EEB30-0D3F-1E2E-6F56-A4E74E684337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4D31B210-4680-A096-B909-A54C0FD1C936}"/>
              </a:ext>
            </a:extLst>
          </p:cNvPr>
          <p:cNvGrpSpPr/>
          <p:nvPr/>
        </p:nvGrpSpPr>
        <p:grpSpPr>
          <a:xfrm>
            <a:off x="1897884" y="3076911"/>
            <a:ext cx="2704513" cy="144016"/>
            <a:chOff x="1897884" y="2847629"/>
            <a:chExt cx="2704513" cy="144016"/>
          </a:xfrm>
        </p:grpSpPr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0D67D1A2-0E20-36F4-F299-D6E7D1889F00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C76157CD-CEFC-B099-988D-4D5C2CE7C791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BD206C0A-ECFA-8622-2AA2-D45775856685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558D11CB-CF4D-A735-91AF-6C20ACBC43E4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8D199105-E2C4-A204-EC24-3CACBF9337BD}"/>
              </a:ext>
            </a:extLst>
          </p:cNvPr>
          <p:cNvSpPr/>
          <p:nvPr/>
        </p:nvSpPr>
        <p:spPr>
          <a:xfrm>
            <a:off x="668524" y="3048882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ACA167A9-B03B-8AEC-D047-3C772588DBFE}"/>
              </a:ext>
            </a:extLst>
          </p:cNvPr>
          <p:cNvGrpSpPr/>
          <p:nvPr/>
        </p:nvGrpSpPr>
        <p:grpSpPr>
          <a:xfrm>
            <a:off x="1897884" y="5188996"/>
            <a:ext cx="2386963" cy="144016"/>
            <a:chOff x="1897884" y="4476806"/>
            <a:chExt cx="2386963" cy="144016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440339A1-00E4-CADB-E522-79EC4471E523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05874514-FA7F-4FA9-7216-A797F53E52D9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F1A305-9392-E62B-0E6F-CF2B388A48C7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2F969E4-9983-6C43-FB40-519D476ACE93}"/>
              </a:ext>
            </a:extLst>
          </p:cNvPr>
          <p:cNvSpPr/>
          <p:nvPr/>
        </p:nvSpPr>
        <p:spPr>
          <a:xfrm>
            <a:off x="668524" y="515721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4598427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9B6A85-1FE5-B9A6-AFEB-161D52A32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25EECF8-135F-1A94-45E0-6100BBA73A7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D75BDE5-8CCC-5160-BB01-DB865C73CBB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CBFB205-47EE-31A3-55EB-061B37A2E2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1261826"/>
              </p:ext>
            </p:extLst>
          </p:nvPr>
        </p:nvGraphicFramePr>
        <p:xfrm>
          <a:off x="6969418" y="2548005"/>
          <a:ext cx="2772114" cy="31745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희망인재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보험료납입확인서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보험료납입확인서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납부액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합산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건강보험료 납부액을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기반 성적을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BD8CD9B7-E731-6B2B-D71F-C5686648CD9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6EFE212-10F8-D255-836F-52FF0CBCF19C}"/>
              </a:ext>
            </a:extLst>
          </p:cNvPr>
          <p:cNvSpPr/>
          <p:nvPr/>
        </p:nvSpPr>
        <p:spPr>
          <a:xfrm>
            <a:off x="165100" y="1376363"/>
            <a:ext cx="6732116" cy="511333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CB8B434-8692-A1E1-2609-72FBD4920FFB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4FEAB3D-E53C-F61A-2E59-F3655581DF24}"/>
              </a:ext>
            </a:extLst>
          </p:cNvPr>
          <p:cNvSpPr/>
          <p:nvPr/>
        </p:nvSpPr>
        <p:spPr>
          <a:xfrm>
            <a:off x="6397011" y="5967304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70E362F5-14C7-062D-0EBF-5D298ADE3A5E}"/>
              </a:ext>
            </a:extLst>
          </p:cNvPr>
          <p:cNvSpPr/>
          <p:nvPr/>
        </p:nvSpPr>
        <p:spPr>
          <a:xfrm>
            <a:off x="5936915" y="5967304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2DAD092-BE3D-618E-9307-5B1F96768B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8505428"/>
              </p:ext>
            </p:extLst>
          </p:nvPr>
        </p:nvGraphicFramePr>
        <p:xfrm>
          <a:off x="272480" y="1637639"/>
          <a:ext cx="6517258" cy="4225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2148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7890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보험료 납입확인서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15" name="그룹 14">
            <a:extLst>
              <a:ext uri="{FF2B5EF4-FFF2-40B4-BE49-F238E27FC236}">
                <a16:creationId xmlns:a16="http://schemas.microsoft.com/office/drawing/2014/main" id="{53B99E64-C5C6-9F0F-BC9D-2DA21A6DBE69}"/>
              </a:ext>
            </a:extLst>
          </p:cNvPr>
          <p:cNvGrpSpPr/>
          <p:nvPr/>
        </p:nvGrpSpPr>
        <p:grpSpPr>
          <a:xfrm>
            <a:off x="2067284" y="5689301"/>
            <a:ext cx="1105196" cy="128396"/>
            <a:chOff x="3438680" y="4305150"/>
            <a:chExt cx="1105196" cy="12839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4B749A8-DA95-B23E-1179-08C2D91BB32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1" name="Picture 10">
              <a:extLst>
                <a:ext uri="{FF2B5EF4-FFF2-40B4-BE49-F238E27FC236}">
                  <a16:creationId xmlns:a16="http://schemas.microsoft.com/office/drawing/2014/main" id="{86EA8B31-DCC7-232D-1C0D-5FD90255A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31BD1C-EB03-1B46-9A09-B82101ABB4B4}"/>
              </a:ext>
            </a:extLst>
          </p:cNvPr>
          <p:cNvGrpSpPr/>
          <p:nvPr/>
        </p:nvGrpSpPr>
        <p:grpSpPr>
          <a:xfrm>
            <a:off x="3253697" y="5689301"/>
            <a:ext cx="1105196" cy="128396"/>
            <a:chOff x="3438680" y="4305150"/>
            <a:chExt cx="1105196" cy="128396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7BAF423-B86E-5F46-1DFC-D7006FF3FA87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4" name="Picture 10">
              <a:extLst>
                <a:ext uri="{FF2B5EF4-FFF2-40B4-BE49-F238E27FC236}">
                  <a16:creationId xmlns:a16="http://schemas.microsoft.com/office/drawing/2014/main" id="{60CE168E-84E6-8AA4-FEAF-6503ACDD2C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55D62EE8-4410-1047-82F2-943C722D1520}"/>
              </a:ext>
            </a:extLst>
          </p:cNvPr>
          <p:cNvGrpSpPr/>
          <p:nvPr/>
        </p:nvGrpSpPr>
        <p:grpSpPr>
          <a:xfrm>
            <a:off x="3185155" y="2388933"/>
            <a:ext cx="595518" cy="144462"/>
            <a:chOff x="2716253" y="2405617"/>
            <a:chExt cx="595518" cy="144462"/>
          </a:xfrm>
        </p:grpSpPr>
        <p:sp>
          <p:nvSpPr>
            <p:cNvPr id="36" name="Rectangle 191">
              <a:extLst>
                <a:ext uri="{FF2B5EF4-FFF2-40B4-BE49-F238E27FC236}">
                  <a16:creationId xmlns:a16="http://schemas.microsoft.com/office/drawing/2014/main" id="{028A4886-F56A-F98C-F20F-221BBBAA8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7" name="개체 36">
              <a:extLst>
                <a:ext uri="{FF2B5EF4-FFF2-40B4-BE49-F238E27FC236}">
                  <a16:creationId xmlns:a16="http://schemas.microsoft.com/office/drawing/2014/main" id="{0BFD63A5-2DC0-15AE-2BF1-C2717CE9404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4" name="개체 123">
                          <a:extLst>
                            <a:ext uri="{FF2B5EF4-FFF2-40B4-BE49-F238E27FC236}">
                              <a16:creationId xmlns:a16="http://schemas.microsoft.com/office/drawing/2014/main" id="{3755931F-5E18-AA1A-E77E-024C23563F8B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26B2717-AF9D-E75A-255F-9D5B26E4CAF5}"/>
              </a:ext>
            </a:extLst>
          </p:cNvPr>
          <p:cNvGrpSpPr/>
          <p:nvPr/>
        </p:nvGrpSpPr>
        <p:grpSpPr>
          <a:xfrm>
            <a:off x="3835439" y="2388933"/>
            <a:ext cx="775054" cy="144462"/>
            <a:chOff x="2716253" y="2405617"/>
            <a:chExt cx="775054" cy="144462"/>
          </a:xfrm>
        </p:grpSpPr>
        <p:sp>
          <p:nvSpPr>
            <p:cNvPr id="39" name="Rectangle 191">
              <a:extLst>
                <a:ext uri="{FF2B5EF4-FFF2-40B4-BE49-F238E27FC236}">
                  <a16:creationId xmlns:a16="http://schemas.microsoft.com/office/drawing/2014/main" id="{C860A00D-C26D-4D0D-338B-BC4004827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40" name="개체 39">
              <a:extLst>
                <a:ext uri="{FF2B5EF4-FFF2-40B4-BE49-F238E27FC236}">
                  <a16:creationId xmlns:a16="http://schemas.microsoft.com/office/drawing/2014/main" id="{E4AF1B26-78A8-E49F-14FC-9844192C80B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7" name="개체 126">
                          <a:extLst>
                            <a:ext uri="{FF2B5EF4-FFF2-40B4-BE49-F238E27FC236}">
                              <a16:creationId xmlns:a16="http://schemas.microsoft.com/office/drawing/2014/main" id="{D0766CB7-DAE4-6E2A-0FAB-2365A98E98D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676B2221-EF04-646D-C883-22164648F65E}"/>
              </a:ext>
            </a:extLst>
          </p:cNvPr>
          <p:cNvGrpSpPr/>
          <p:nvPr/>
        </p:nvGrpSpPr>
        <p:grpSpPr>
          <a:xfrm>
            <a:off x="4666100" y="2388933"/>
            <a:ext cx="775054" cy="144462"/>
            <a:chOff x="2716253" y="2405617"/>
            <a:chExt cx="775054" cy="144462"/>
          </a:xfrm>
        </p:grpSpPr>
        <p:sp>
          <p:nvSpPr>
            <p:cNvPr id="42" name="Rectangle 191">
              <a:extLst>
                <a:ext uri="{FF2B5EF4-FFF2-40B4-BE49-F238E27FC236}">
                  <a16:creationId xmlns:a16="http://schemas.microsoft.com/office/drawing/2014/main" id="{DE26C230-A405-0370-BC1D-DB1060E84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43" name="개체 42">
              <a:extLst>
                <a:ext uri="{FF2B5EF4-FFF2-40B4-BE49-F238E27FC236}">
                  <a16:creationId xmlns:a16="http://schemas.microsoft.com/office/drawing/2014/main" id="{48FA96A7-64C4-8E13-EF5E-7B4658B2B90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30" name="개체 129">
                          <a:extLst>
                            <a:ext uri="{FF2B5EF4-FFF2-40B4-BE49-F238E27FC236}">
                              <a16:creationId xmlns:a16="http://schemas.microsoft.com/office/drawing/2014/main" id="{F58F5F49-6D9D-5240-827A-FEE0A552B54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9565EB4-18B5-F82A-5C5F-DFF5C7A37F79}"/>
              </a:ext>
            </a:extLst>
          </p:cNvPr>
          <p:cNvSpPr/>
          <p:nvPr/>
        </p:nvSpPr>
        <p:spPr>
          <a:xfrm>
            <a:off x="2032003" y="450117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D6A618C-C6A7-1601-EBFE-8829B4E19172}"/>
              </a:ext>
            </a:extLst>
          </p:cNvPr>
          <p:cNvSpPr/>
          <p:nvPr/>
        </p:nvSpPr>
        <p:spPr>
          <a:xfrm>
            <a:off x="3685001" y="450116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C0D838D-A80D-D1E1-B9CE-BB7C3CE113E4}"/>
              </a:ext>
            </a:extLst>
          </p:cNvPr>
          <p:cNvSpPr/>
          <p:nvPr/>
        </p:nvSpPr>
        <p:spPr>
          <a:xfrm>
            <a:off x="2032003" y="473372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089C7F2-9B28-9301-1EC4-1AB9426C8BF4}"/>
              </a:ext>
            </a:extLst>
          </p:cNvPr>
          <p:cNvSpPr/>
          <p:nvPr/>
        </p:nvSpPr>
        <p:spPr>
          <a:xfrm>
            <a:off x="3685001" y="473371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EFE96B9-353A-D9EF-D74E-009583447476}"/>
              </a:ext>
            </a:extLst>
          </p:cNvPr>
          <p:cNvSpPr/>
          <p:nvPr/>
        </p:nvSpPr>
        <p:spPr>
          <a:xfrm>
            <a:off x="2032003" y="495922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87682CB-580B-1711-BDBD-28269531AF6F}"/>
              </a:ext>
            </a:extLst>
          </p:cNvPr>
          <p:cNvSpPr/>
          <p:nvPr/>
        </p:nvSpPr>
        <p:spPr>
          <a:xfrm>
            <a:off x="3685001" y="495921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3E3D6EE-69D4-8835-F970-5FC17850F094}"/>
              </a:ext>
            </a:extLst>
          </p:cNvPr>
          <p:cNvSpPr/>
          <p:nvPr/>
        </p:nvSpPr>
        <p:spPr>
          <a:xfrm>
            <a:off x="2032003" y="520535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B9066899-F556-1097-B899-81B7F41C7D08}"/>
              </a:ext>
            </a:extLst>
          </p:cNvPr>
          <p:cNvSpPr/>
          <p:nvPr/>
        </p:nvSpPr>
        <p:spPr>
          <a:xfrm>
            <a:off x="3685001" y="520534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85A0DCB4-25E4-8F48-9B90-57FE331C9942}"/>
              </a:ext>
            </a:extLst>
          </p:cNvPr>
          <p:cNvGrpSpPr/>
          <p:nvPr/>
        </p:nvGrpSpPr>
        <p:grpSpPr>
          <a:xfrm>
            <a:off x="2032003" y="3557114"/>
            <a:ext cx="2225682" cy="145176"/>
            <a:chOff x="3327015" y="2690196"/>
            <a:chExt cx="2225682" cy="145176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6EB17A86-2E92-C306-4FBC-FDBDFA17D8EE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6EC631B9-331A-9A3B-8F63-9F508489A68A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E33DAD3A-CC5F-4DE2-3BCD-CF330F5A67DD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84764AE-71D5-7AC5-5730-9891B0482698}"/>
              </a:ext>
            </a:extLst>
          </p:cNvPr>
          <p:cNvSpPr/>
          <p:nvPr/>
        </p:nvSpPr>
        <p:spPr>
          <a:xfrm>
            <a:off x="3993511" y="450121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80223D3-179F-9CFC-6167-E6714411A414}"/>
              </a:ext>
            </a:extLst>
          </p:cNvPr>
          <p:cNvSpPr/>
          <p:nvPr/>
        </p:nvSpPr>
        <p:spPr>
          <a:xfrm>
            <a:off x="3993511" y="473309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210811-A50F-6BC5-5DAD-5DED9ADEF23E}"/>
              </a:ext>
            </a:extLst>
          </p:cNvPr>
          <p:cNvSpPr/>
          <p:nvPr/>
        </p:nvSpPr>
        <p:spPr>
          <a:xfrm>
            <a:off x="3993511" y="495331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F53CF11-E235-C59C-F162-1BBC9A1EF67B}"/>
              </a:ext>
            </a:extLst>
          </p:cNvPr>
          <p:cNvSpPr/>
          <p:nvPr/>
        </p:nvSpPr>
        <p:spPr>
          <a:xfrm>
            <a:off x="3993511" y="520721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D95B2951-C1A6-3495-987B-DB4580C22E39}"/>
              </a:ext>
            </a:extLst>
          </p:cNvPr>
          <p:cNvGrpSpPr/>
          <p:nvPr/>
        </p:nvGrpSpPr>
        <p:grpSpPr>
          <a:xfrm>
            <a:off x="2047550" y="2630380"/>
            <a:ext cx="1394613" cy="144462"/>
            <a:chOff x="2415444" y="3432217"/>
            <a:chExt cx="1394613" cy="144462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94561DDC-9265-FF07-7D52-7AA1F31CB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684DE38F-97FE-2690-DBE8-D1303F3D5A0D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76" name="Rectangle 191">
                <a:extLst>
                  <a:ext uri="{FF2B5EF4-FFF2-40B4-BE49-F238E27FC236}">
                    <a16:creationId xmlns:a16="http://schemas.microsoft.com/office/drawing/2014/main" id="{8F9B47FD-BBAE-7EA5-9C62-2350D358E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77" name="개체 76">
                <a:extLst>
                  <a:ext uri="{FF2B5EF4-FFF2-40B4-BE49-F238E27FC236}">
                    <a16:creationId xmlns:a16="http://schemas.microsoft.com/office/drawing/2014/main" id="{EADA3B38-14C9-21A7-3AD7-97BA31F13EDD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65" name="개체 164">
                            <a:extLst>
                              <a:ext uri="{FF2B5EF4-FFF2-40B4-BE49-F238E27FC236}">
                                <a16:creationId xmlns:a16="http://schemas.microsoft.com/office/drawing/2014/main" id="{BD3DD41F-6242-A78C-2A59-D5501BA1FCB7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64168C98-5AE2-8CD1-7473-BC2B7D62F927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73" name="Rectangle 191">
                <a:extLst>
                  <a:ext uri="{FF2B5EF4-FFF2-40B4-BE49-F238E27FC236}">
                    <a16:creationId xmlns:a16="http://schemas.microsoft.com/office/drawing/2014/main" id="{82112751-3924-6E2F-1E06-4DAA031E5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75" name="개체 74">
                <a:extLst>
                  <a:ext uri="{FF2B5EF4-FFF2-40B4-BE49-F238E27FC236}">
                    <a16:creationId xmlns:a16="http://schemas.microsoft.com/office/drawing/2014/main" id="{60A6E92B-179E-F0DF-9A02-45109D70D6DF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63" name="개체 162">
                            <a:extLst>
                              <a:ext uri="{FF2B5EF4-FFF2-40B4-BE49-F238E27FC236}">
                                <a16:creationId xmlns:a16="http://schemas.microsoft.com/office/drawing/2014/main" id="{7650B989-9572-FBAF-3B38-A78984FB6BC1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6D917A2B-2A5F-526E-C396-AFDFEC771639}"/>
              </a:ext>
            </a:extLst>
          </p:cNvPr>
          <p:cNvGrpSpPr/>
          <p:nvPr/>
        </p:nvGrpSpPr>
        <p:grpSpPr>
          <a:xfrm>
            <a:off x="2032003" y="3789040"/>
            <a:ext cx="2225682" cy="145176"/>
            <a:chOff x="3327015" y="2690196"/>
            <a:chExt cx="2225682" cy="145176"/>
          </a:xfrm>
        </p:grpSpPr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CB0DCC13-F1F5-12F6-092B-644656671854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B2F5D222-81B6-9336-4D3B-8AE5934E3360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BCA3236C-F746-E2A0-12CA-D0678A00EB40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43E3533-3100-3AF5-DBAB-05D695E0B8AB}"/>
              </a:ext>
            </a:extLst>
          </p:cNvPr>
          <p:cNvGrpSpPr/>
          <p:nvPr/>
        </p:nvGrpSpPr>
        <p:grpSpPr>
          <a:xfrm>
            <a:off x="2032003" y="4025166"/>
            <a:ext cx="2225682" cy="145176"/>
            <a:chOff x="3327015" y="2690196"/>
            <a:chExt cx="2225682" cy="145176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5AD9FD9F-C030-8D98-005F-1DCB547E8091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26982F05-51A1-BF27-A58A-0DF9B313C585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C6F887BD-A744-3A42-40D9-760F18777A2D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4415635E-BB4E-DB78-9C0F-148A3F5C6938}"/>
              </a:ext>
            </a:extLst>
          </p:cNvPr>
          <p:cNvGrpSpPr/>
          <p:nvPr/>
        </p:nvGrpSpPr>
        <p:grpSpPr>
          <a:xfrm>
            <a:off x="2025603" y="2388933"/>
            <a:ext cx="505750" cy="144462"/>
            <a:chOff x="2716253" y="2405617"/>
            <a:chExt cx="505750" cy="144462"/>
          </a:xfrm>
        </p:grpSpPr>
        <p:sp>
          <p:nvSpPr>
            <p:cNvPr id="139" name="Rectangle 191">
              <a:extLst>
                <a:ext uri="{FF2B5EF4-FFF2-40B4-BE49-F238E27FC236}">
                  <a16:creationId xmlns:a16="http://schemas.microsoft.com/office/drawing/2014/main" id="{3262A27D-F0CB-79ED-9444-09780515E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40" name="개체 139">
              <a:extLst>
                <a:ext uri="{FF2B5EF4-FFF2-40B4-BE49-F238E27FC236}">
                  <a16:creationId xmlns:a16="http://schemas.microsoft.com/office/drawing/2014/main" id="{4AF5E519-CF38-35A6-BE7E-EEADC391307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08" name="개체 207">
                          <a:extLst>
                            <a:ext uri="{FF2B5EF4-FFF2-40B4-BE49-F238E27FC236}">
                              <a16:creationId xmlns:a16="http://schemas.microsoft.com/office/drawing/2014/main" id="{9EAA3413-EE4B-2967-53A8-3F6ED70E2D1B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8E278F27-BEFD-2002-BFFE-D366F91DBB6E}"/>
              </a:ext>
            </a:extLst>
          </p:cNvPr>
          <p:cNvGrpSpPr/>
          <p:nvPr/>
        </p:nvGrpSpPr>
        <p:grpSpPr>
          <a:xfrm>
            <a:off x="2604106" y="2394819"/>
            <a:ext cx="506433" cy="144463"/>
            <a:chOff x="3327015" y="1527346"/>
            <a:chExt cx="506433" cy="144463"/>
          </a:xfrm>
        </p:grpSpPr>
        <p:sp>
          <p:nvSpPr>
            <p:cNvPr id="142" name="Rectangle 191">
              <a:extLst>
                <a:ext uri="{FF2B5EF4-FFF2-40B4-BE49-F238E27FC236}">
                  <a16:creationId xmlns:a16="http://schemas.microsoft.com/office/drawing/2014/main" id="{3A112075-1A9A-79D9-8A28-413E360ED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143" name="개체 142">
              <a:extLst>
                <a:ext uri="{FF2B5EF4-FFF2-40B4-BE49-F238E27FC236}">
                  <a16:creationId xmlns:a16="http://schemas.microsoft.com/office/drawing/2014/main" id="{773D2C00-4EF6-F58C-1B15-91FBD425771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211" name="개체 210">
                          <a:extLst>
                            <a:ext uri="{FF2B5EF4-FFF2-40B4-BE49-F238E27FC236}">
                              <a16:creationId xmlns:a16="http://schemas.microsoft.com/office/drawing/2014/main" id="{AA4B1F09-E90F-72AA-EBD2-FDF5A108742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7147D6B-3BC1-0AE2-4C11-1C3818CA0B9E}"/>
              </a:ext>
            </a:extLst>
          </p:cNvPr>
          <p:cNvSpPr/>
          <p:nvPr/>
        </p:nvSpPr>
        <p:spPr>
          <a:xfrm>
            <a:off x="3032195" y="331944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B03A4F60-8ABA-46F4-410E-99A7F491DE21}"/>
              </a:ext>
            </a:extLst>
          </p:cNvPr>
          <p:cNvSpPr/>
          <p:nvPr/>
        </p:nvSpPr>
        <p:spPr>
          <a:xfrm>
            <a:off x="4685193" y="331943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FF7FFF44-CA6A-6AE4-CF29-2522099B98EC}"/>
              </a:ext>
            </a:extLst>
          </p:cNvPr>
          <p:cNvSpPr/>
          <p:nvPr/>
        </p:nvSpPr>
        <p:spPr>
          <a:xfrm>
            <a:off x="4993600" y="331942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47" name="Rectangle 191">
            <a:extLst>
              <a:ext uri="{FF2B5EF4-FFF2-40B4-BE49-F238E27FC236}">
                <a16:creationId xmlns:a16="http://schemas.microsoft.com/office/drawing/2014/main" id="{E6529C77-36C6-A098-41AA-FA5DF246D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841" y="332840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8" name="Rectangle 191">
            <a:extLst>
              <a:ext uri="{FF2B5EF4-FFF2-40B4-BE49-F238E27FC236}">
                <a16:creationId xmlns:a16="http://schemas.microsoft.com/office/drawing/2014/main" id="{EE6BC060-B51C-23D1-7A3B-D5B7E2412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5603" y="3336778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DDFC372F-156C-6381-0261-1B39C55F7BBA}"/>
              </a:ext>
            </a:extLst>
          </p:cNvPr>
          <p:cNvSpPr/>
          <p:nvPr/>
        </p:nvSpPr>
        <p:spPr>
          <a:xfrm>
            <a:off x="2408935" y="3315420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FB6B2746-8E4D-FC36-DE69-BDE77E02B9FB}"/>
              </a:ext>
            </a:extLst>
          </p:cNvPr>
          <p:cNvSpPr/>
          <p:nvPr/>
        </p:nvSpPr>
        <p:spPr>
          <a:xfrm>
            <a:off x="2887374" y="426108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AE0CD47-128E-642C-7211-9E289925DC6A}"/>
              </a:ext>
            </a:extLst>
          </p:cNvPr>
          <p:cNvSpPr/>
          <p:nvPr/>
        </p:nvSpPr>
        <p:spPr>
          <a:xfrm>
            <a:off x="4540372" y="426107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ED3DD77A-8C54-16FD-48AF-396847D670D5}"/>
              </a:ext>
            </a:extLst>
          </p:cNvPr>
          <p:cNvSpPr/>
          <p:nvPr/>
        </p:nvSpPr>
        <p:spPr>
          <a:xfrm>
            <a:off x="4848882" y="426107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4" name="Rectangle 191">
            <a:extLst>
              <a:ext uri="{FF2B5EF4-FFF2-40B4-BE49-F238E27FC236}">
                <a16:creationId xmlns:a16="http://schemas.microsoft.com/office/drawing/2014/main" id="{370028E8-0E57-E326-6DEE-B08C4027E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4750" y="428244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03BD3B26-4A1E-D1A8-EBC8-A62F87EF51C2}"/>
              </a:ext>
            </a:extLst>
          </p:cNvPr>
          <p:cNvSpPr/>
          <p:nvPr/>
        </p:nvSpPr>
        <p:spPr>
          <a:xfrm>
            <a:off x="2259384" y="4261083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6" name="Rectangle 191">
            <a:extLst>
              <a:ext uri="{FF2B5EF4-FFF2-40B4-BE49-F238E27FC236}">
                <a16:creationId xmlns:a16="http://schemas.microsoft.com/office/drawing/2014/main" id="{F1C8F49F-FAF9-B19A-54ED-57B8E9364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7919" y="428244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AB4D566-9303-A372-1587-578D18C1E7A3}"/>
              </a:ext>
            </a:extLst>
          </p:cNvPr>
          <p:cNvSpPr>
            <a:spLocks noChangeAspect="1"/>
          </p:cNvSpPr>
          <p:nvPr/>
        </p:nvSpPr>
        <p:spPr>
          <a:xfrm>
            <a:off x="2855250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7C24EED9-2367-BC1D-BFF3-F557A691B4DC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1C17EB3-EA2E-4E82-1A8D-337ED8B31A0B}"/>
              </a:ext>
            </a:extLst>
          </p:cNvPr>
          <p:cNvSpPr>
            <a:spLocks noChangeAspect="1"/>
          </p:cNvSpPr>
          <p:nvPr/>
        </p:nvSpPr>
        <p:spPr>
          <a:xfrm>
            <a:off x="512127" y="330510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1C44449E-7CA2-EBAB-4E90-0E70A2EC253C}"/>
              </a:ext>
            </a:extLst>
          </p:cNvPr>
          <p:cNvSpPr>
            <a:spLocks noChangeAspect="1"/>
          </p:cNvSpPr>
          <p:nvPr/>
        </p:nvSpPr>
        <p:spPr>
          <a:xfrm>
            <a:off x="512127" y="427001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4E20F3D3-1149-B7D6-3897-16112813EA27}"/>
              </a:ext>
            </a:extLst>
          </p:cNvPr>
          <p:cNvGrpSpPr/>
          <p:nvPr/>
        </p:nvGrpSpPr>
        <p:grpSpPr>
          <a:xfrm>
            <a:off x="2028272" y="2852936"/>
            <a:ext cx="3660710" cy="144016"/>
            <a:chOff x="2008170" y="2687952"/>
            <a:chExt cx="3660710" cy="144016"/>
          </a:xfrm>
        </p:grpSpPr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8149B9C3-37C9-F5DD-D10D-46410BB9321D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9F872ABE-2E77-F39B-F832-BC4444892F2D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B71947F0-E3CA-D56F-7731-3F55D350E47E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65" name="Rectangle 191">
              <a:extLst>
                <a:ext uri="{FF2B5EF4-FFF2-40B4-BE49-F238E27FC236}">
                  <a16:creationId xmlns:a16="http://schemas.microsoft.com/office/drawing/2014/main" id="{4DA20D31-ACFE-6DDB-3538-9604C64CB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66" name="Rectangle 191">
              <a:extLst>
                <a:ext uri="{FF2B5EF4-FFF2-40B4-BE49-F238E27FC236}">
                  <a16:creationId xmlns:a16="http://schemas.microsoft.com/office/drawing/2014/main" id="{2C4E8B92-9ECF-4D52-AC2F-0B7498F64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8C76B84E-290B-3EA6-F705-CE9890ECA777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B99C4C19-2E4D-7DB5-6695-8862BBD451B9}"/>
              </a:ext>
            </a:extLst>
          </p:cNvPr>
          <p:cNvGrpSpPr/>
          <p:nvPr/>
        </p:nvGrpSpPr>
        <p:grpSpPr>
          <a:xfrm>
            <a:off x="2032786" y="3084862"/>
            <a:ext cx="2704513" cy="144016"/>
            <a:chOff x="1897884" y="2847629"/>
            <a:chExt cx="2704513" cy="144016"/>
          </a:xfrm>
        </p:grpSpPr>
        <p:sp>
          <p:nvSpPr>
            <p:cNvPr id="169" name="직사각형 168">
              <a:extLst>
                <a:ext uri="{FF2B5EF4-FFF2-40B4-BE49-F238E27FC236}">
                  <a16:creationId xmlns:a16="http://schemas.microsoft.com/office/drawing/2014/main" id="{42D01ECA-B463-2B0C-B607-EAFBE6D7C95F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DD148FF8-11AA-6C5C-7AD2-D260AB6F339B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58B8AB11-C955-1C3C-A2C1-01AC5F20E7C3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C638E621-C480-33BD-FF42-5AE02F234E89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682B263F-FFF8-D133-1D78-2C9ED1C0E91B}"/>
              </a:ext>
            </a:extLst>
          </p:cNvPr>
          <p:cNvGrpSpPr/>
          <p:nvPr/>
        </p:nvGrpSpPr>
        <p:grpSpPr>
          <a:xfrm>
            <a:off x="2037669" y="5434238"/>
            <a:ext cx="2386963" cy="144016"/>
            <a:chOff x="1897884" y="4476806"/>
            <a:chExt cx="2386963" cy="144016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E7080ECF-2C01-0E78-4418-7F9249442511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AAF3BDFE-A606-0D1B-B64D-1F36AD4585D5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EDBEDF95-C198-F4AB-138B-FBE2B596F265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F974BFC9-A6E6-128E-ACCD-384A96C3E77C}"/>
              </a:ext>
            </a:extLst>
          </p:cNvPr>
          <p:cNvSpPr/>
          <p:nvPr/>
        </p:nvSpPr>
        <p:spPr>
          <a:xfrm>
            <a:off x="668524" y="540924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8A105239-A7C2-AF63-DE9B-489BB988633D}"/>
              </a:ext>
            </a:extLst>
          </p:cNvPr>
          <p:cNvSpPr>
            <a:spLocks noChangeAspect="1"/>
          </p:cNvSpPr>
          <p:nvPr/>
        </p:nvSpPr>
        <p:spPr>
          <a:xfrm>
            <a:off x="512127" y="543307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816A283F-663C-6698-47BE-AC553BA6B116}"/>
              </a:ext>
            </a:extLst>
          </p:cNvPr>
          <p:cNvSpPr/>
          <p:nvPr/>
        </p:nvSpPr>
        <p:spPr>
          <a:xfrm>
            <a:off x="668524" y="2804444"/>
            <a:ext cx="6121214" cy="482211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1915203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F3AEE5-BCCE-24A7-356E-A371E7AA7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89B18E1-6859-25A1-B06D-5A3FF64C7BDB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BE41431-245D-8358-F93A-E7C60863448E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53DFE531-FCBE-7BE4-B319-30293FC8EF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51973"/>
              </p:ext>
            </p:extLst>
          </p:nvPr>
        </p:nvGraphicFramePr>
        <p:xfrm>
          <a:off x="6969418" y="2548005"/>
          <a:ext cx="2772114" cy="103077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553ACED7-FBC2-F8AE-B524-587A0EC828B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A79A30-6287-2F03-20A4-91E62EC454E4}"/>
              </a:ext>
            </a:extLst>
          </p:cNvPr>
          <p:cNvSpPr/>
          <p:nvPr/>
        </p:nvSpPr>
        <p:spPr>
          <a:xfrm>
            <a:off x="165100" y="1376363"/>
            <a:ext cx="6732116" cy="511333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EE0B316-6B69-CBC3-40F4-0135DF4B13AD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15BB273-1A34-2702-7B52-92485C549B0B}"/>
              </a:ext>
            </a:extLst>
          </p:cNvPr>
          <p:cNvSpPr/>
          <p:nvPr/>
        </p:nvSpPr>
        <p:spPr>
          <a:xfrm>
            <a:off x="6397011" y="5967304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C2103670-BD50-CC19-1BE2-CDF34950B10B}"/>
              </a:ext>
            </a:extLst>
          </p:cNvPr>
          <p:cNvSpPr/>
          <p:nvPr/>
        </p:nvSpPr>
        <p:spPr>
          <a:xfrm>
            <a:off x="5936915" y="5967304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9634946-D9A0-8B7A-CA9F-B2531A7B7D87}"/>
              </a:ext>
            </a:extLst>
          </p:cNvPr>
          <p:cNvGraphicFramePr>
            <a:graphicFrameLocks noGrp="1"/>
          </p:cNvGraphicFramePr>
          <p:nvPr/>
        </p:nvGraphicFramePr>
        <p:xfrm>
          <a:off x="272480" y="1637639"/>
          <a:ext cx="6517258" cy="4225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2148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7890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보험료 납입확인서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15" name="그룹 14">
            <a:extLst>
              <a:ext uri="{FF2B5EF4-FFF2-40B4-BE49-F238E27FC236}">
                <a16:creationId xmlns:a16="http://schemas.microsoft.com/office/drawing/2014/main" id="{CC534BF1-D93C-A8EE-ECDD-916C4F5868FF}"/>
              </a:ext>
            </a:extLst>
          </p:cNvPr>
          <p:cNvGrpSpPr/>
          <p:nvPr/>
        </p:nvGrpSpPr>
        <p:grpSpPr>
          <a:xfrm>
            <a:off x="2067284" y="5689301"/>
            <a:ext cx="1105196" cy="128396"/>
            <a:chOff x="3438680" y="4305150"/>
            <a:chExt cx="1105196" cy="12839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B35BE84-0124-C263-F9CA-C115CF91182E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1" name="Picture 10">
              <a:extLst>
                <a:ext uri="{FF2B5EF4-FFF2-40B4-BE49-F238E27FC236}">
                  <a16:creationId xmlns:a16="http://schemas.microsoft.com/office/drawing/2014/main" id="{787E6092-1BA9-4378-5855-C06ABDEB6F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4D16BD5-3A6C-DDA0-E39F-87FC7421AB4E}"/>
              </a:ext>
            </a:extLst>
          </p:cNvPr>
          <p:cNvGrpSpPr/>
          <p:nvPr/>
        </p:nvGrpSpPr>
        <p:grpSpPr>
          <a:xfrm>
            <a:off x="3253697" y="5689301"/>
            <a:ext cx="1105196" cy="128396"/>
            <a:chOff x="3438680" y="4305150"/>
            <a:chExt cx="1105196" cy="128396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B6B477F-A578-0306-F457-D6E396520E2C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4" name="Picture 10">
              <a:extLst>
                <a:ext uri="{FF2B5EF4-FFF2-40B4-BE49-F238E27FC236}">
                  <a16:creationId xmlns:a16="http://schemas.microsoft.com/office/drawing/2014/main" id="{15ED6484-1FFD-FB49-52F7-276A329E8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0DB4E5AA-62D0-EA07-E895-F88A813B7BF9}"/>
              </a:ext>
            </a:extLst>
          </p:cNvPr>
          <p:cNvGrpSpPr/>
          <p:nvPr/>
        </p:nvGrpSpPr>
        <p:grpSpPr>
          <a:xfrm>
            <a:off x="3185155" y="2388933"/>
            <a:ext cx="595518" cy="144462"/>
            <a:chOff x="2716253" y="2405617"/>
            <a:chExt cx="595518" cy="144462"/>
          </a:xfrm>
        </p:grpSpPr>
        <p:sp>
          <p:nvSpPr>
            <p:cNvPr id="36" name="Rectangle 191">
              <a:extLst>
                <a:ext uri="{FF2B5EF4-FFF2-40B4-BE49-F238E27FC236}">
                  <a16:creationId xmlns:a16="http://schemas.microsoft.com/office/drawing/2014/main" id="{941434DD-FB29-5E20-48EC-13D278893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7" name="개체 36">
              <a:extLst>
                <a:ext uri="{FF2B5EF4-FFF2-40B4-BE49-F238E27FC236}">
                  <a16:creationId xmlns:a16="http://schemas.microsoft.com/office/drawing/2014/main" id="{015741A8-CBD7-C109-AF1C-E04FC269B98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37" name="개체 36">
                          <a:extLst>
                            <a:ext uri="{FF2B5EF4-FFF2-40B4-BE49-F238E27FC236}">
                              <a16:creationId xmlns:a16="http://schemas.microsoft.com/office/drawing/2014/main" id="{0BFD63A5-2DC0-15AE-2BF1-C2717CE9404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D58B553-4EB7-3C2A-D82C-8F2BBF1E22C1}"/>
              </a:ext>
            </a:extLst>
          </p:cNvPr>
          <p:cNvGrpSpPr/>
          <p:nvPr/>
        </p:nvGrpSpPr>
        <p:grpSpPr>
          <a:xfrm>
            <a:off x="3835439" y="2388933"/>
            <a:ext cx="775054" cy="144462"/>
            <a:chOff x="2716253" y="2405617"/>
            <a:chExt cx="775054" cy="144462"/>
          </a:xfrm>
        </p:grpSpPr>
        <p:sp>
          <p:nvSpPr>
            <p:cNvPr id="39" name="Rectangle 191">
              <a:extLst>
                <a:ext uri="{FF2B5EF4-FFF2-40B4-BE49-F238E27FC236}">
                  <a16:creationId xmlns:a16="http://schemas.microsoft.com/office/drawing/2014/main" id="{5D77607F-6EEE-9E71-8501-A553B01C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40" name="개체 39">
              <a:extLst>
                <a:ext uri="{FF2B5EF4-FFF2-40B4-BE49-F238E27FC236}">
                  <a16:creationId xmlns:a16="http://schemas.microsoft.com/office/drawing/2014/main" id="{11441B67-6AF6-12D5-9E85-3FC5731CE4E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40" name="개체 39">
                          <a:extLst>
                            <a:ext uri="{FF2B5EF4-FFF2-40B4-BE49-F238E27FC236}">
                              <a16:creationId xmlns:a16="http://schemas.microsoft.com/office/drawing/2014/main" id="{E4AF1B26-78A8-E49F-14FC-9844192C80B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2ECE262E-4EA4-EA7F-D89E-3A72A9EDBA40}"/>
              </a:ext>
            </a:extLst>
          </p:cNvPr>
          <p:cNvGrpSpPr/>
          <p:nvPr/>
        </p:nvGrpSpPr>
        <p:grpSpPr>
          <a:xfrm>
            <a:off x="4666100" y="2388933"/>
            <a:ext cx="775054" cy="144462"/>
            <a:chOff x="2716253" y="2405617"/>
            <a:chExt cx="775054" cy="144462"/>
          </a:xfrm>
        </p:grpSpPr>
        <p:sp>
          <p:nvSpPr>
            <p:cNvPr id="42" name="Rectangle 191">
              <a:extLst>
                <a:ext uri="{FF2B5EF4-FFF2-40B4-BE49-F238E27FC236}">
                  <a16:creationId xmlns:a16="http://schemas.microsoft.com/office/drawing/2014/main" id="{FCD7B029-1B16-58C2-0DB4-D1B618198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43" name="개체 42">
              <a:extLst>
                <a:ext uri="{FF2B5EF4-FFF2-40B4-BE49-F238E27FC236}">
                  <a16:creationId xmlns:a16="http://schemas.microsoft.com/office/drawing/2014/main" id="{935AD6BE-20F5-8D8B-A06B-C420A3A51A5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43" name="개체 42">
                          <a:extLst>
                            <a:ext uri="{FF2B5EF4-FFF2-40B4-BE49-F238E27FC236}">
                              <a16:creationId xmlns:a16="http://schemas.microsoft.com/office/drawing/2014/main" id="{48FA96A7-64C4-8E13-EF5E-7B4658B2B90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F91A91C-1893-EAEF-96A3-F5B5C033A3E2}"/>
              </a:ext>
            </a:extLst>
          </p:cNvPr>
          <p:cNvSpPr/>
          <p:nvPr/>
        </p:nvSpPr>
        <p:spPr>
          <a:xfrm>
            <a:off x="2032003" y="450117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C3DF3D0-E096-842C-5735-0B8864EEBDE9}"/>
              </a:ext>
            </a:extLst>
          </p:cNvPr>
          <p:cNvSpPr/>
          <p:nvPr/>
        </p:nvSpPr>
        <p:spPr>
          <a:xfrm>
            <a:off x="3685001" y="450116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9071BFE-E5FA-4A80-A410-CD570D4F0834}"/>
              </a:ext>
            </a:extLst>
          </p:cNvPr>
          <p:cNvSpPr/>
          <p:nvPr/>
        </p:nvSpPr>
        <p:spPr>
          <a:xfrm>
            <a:off x="2032003" y="473372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F90FE9F-4E7A-68F5-9BEE-43E0DFD5F0FF}"/>
              </a:ext>
            </a:extLst>
          </p:cNvPr>
          <p:cNvSpPr/>
          <p:nvPr/>
        </p:nvSpPr>
        <p:spPr>
          <a:xfrm>
            <a:off x="3685001" y="473371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34846C6-3CC4-5990-84EC-DDAC9E340206}"/>
              </a:ext>
            </a:extLst>
          </p:cNvPr>
          <p:cNvSpPr/>
          <p:nvPr/>
        </p:nvSpPr>
        <p:spPr>
          <a:xfrm>
            <a:off x="2032003" y="495922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21B8FA0-C3D3-80D7-88D3-3E3E002FC030}"/>
              </a:ext>
            </a:extLst>
          </p:cNvPr>
          <p:cNvSpPr/>
          <p:nvPr/>
        </p:nvSpPr>
        <p:spPr>
          <a:xfrm>
            <a:off x="3685001" y="495921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BFAEA58-BF00-E91A-0566-457D1C5360FE}"/>
              </a:ext>
            </a:extLst>
          </p:cNvPr>
          <p:cNvSpPr/>
          <p:nvPr/>
        </p:nvSpPr>
        <p:spPr>
          <a:xfrm>
            <a:off x="2032003" y="520535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62AD95D-5E02-D777-64A3-B9E49D43130A}"/>
              </a:ext>
            </a:extLst>
          </p:cNvPr>
          <p:cNvSpPr/>
          <p:nvPr/>
        </p:nvSpPr>
        <p:spPr>
          <a:xfrm>
            <a:off x="3685001" y="520534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E9DA1D9F-4DE0-FB83-4713-395F0EB068E6}"/>
              </a:ext>
            </a:extLst>
          </p:cNvPr>
          <p:cNvGrpSpPr/>
          <p:nvPr/>
        </p:nvGrpSpPr>
        <p:grpSpPr>
          <a:xfrm>
            <a:off x="2032003" y="3557114"/>
            <a:ext cx="2225682" cy="145176"/>
            <a:chOff x="3327015" y="2690196"/>
            <a:chExt cx="2225682" cy="145176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D080DC4D-9F36-1BA4-46FC-3BB3FAC35FDC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9906B54B-7B47-7D7C-1F0E-3BDB3D1DFFC9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AC6170A3-EDA3-062C-D1D2-893FF86454D5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959DBEA-B8CE-730E-0766-DC9F04992B52}"/>
              </a:ext>
            </a:extLst>
          </p:cNvPr>
          <p:cNvSpPr/>
          <p:nvPr/>
        </p:nvSpPr>
        <p:spPr>
          <a:xfrm>
            <a:off x="3993511" y="450121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3786EF-E1F6-16CD-C8D2-979F18FA5ED9}"/>
              </a:ext>
            </a:extLst>
          </p:cNvPr>
          <p:cNvSpPr/>
          <p:nvPr/>
        </p:nvSpPr>
        <p:spPr>
          <a:xfrm>
            <a:off x="3993511" y="473309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F0EF14C-ABB8-CE26-6CC2-48EDD2BC60B4}"/>
              </a:ext>
            </a:extLst>
          </p:cNvPr>
          <p:cNvSpPr/>
          <p:nvPr/>
        </p:nvSpPr>
        <p:spPr>
          <a:xfrm>
            <a:off x="3993511" y="495331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AAF318B-3CB2-135D-5274-76562B69AA5A}"/>
              </a:ext>
            </a:extLst>
          </p:cNvPr>
          <p:cNvSpPr/>
          <p:nvPr/>
        </p:nvSpPr>
        <p:spPr>
          <a:xfrm>
            <a:off x="3993511" y="520721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FF09EF61-1047-A84B-9317-1CAB7E64CC09}"/>
              </a:ext>
            </a:extLst>
          </p:cNvPr>
          <p:cNvGrpSpPr/>
          <p:nvPr/>
        </p:nvGrpSpPr>
        <p:grpSpPr>
          <a:xfrm>
            <a:off x="2047550" y="2630380"/>
            <a:ext cx="1394613" cy="144462"/>
            <a:chOff x="2415444" y="3432217"/>
            <a:chExt cx="1394613" cy="144462"/>
          </a:xfrm>
        </p:grpSpPr>
        <p:sp>
          <p:nvSpPr>
            <p:cNvPr id="70" name="Rectangle 191">
              <a:extLst>
                <a:ext uri="{FF2B5EF4-FFF2-40B4-BE49-F238E27FC236}">
                  <a16:creationId xmlns:a16="http://schemas.microsoft.com/office/drawing/2014/main" id="{6B3467D0-A9D1-7620-0161-E2B97E16F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6BB4A45E-A002-F46E-47AC-93D31FC56E3D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76" name="Rectangle 191">
                <a:extLst>
                  <a:ext uri="{FF2B5EF4-FFF2-40B4-BE49-F238E27FC236}">
                    <a16:creationId xmlns:a16="http://schemas.microsoft.com/office/drawing/2014/main" id="{70AF540A-6FC5-79D0-E4EC-21A4F2E9C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77" name="개체 76">
                <a:extLst>
                  <a:ext uri="{FF2B5EF4-FFF2-40B4-BE49-F238E27FC236}">
                    <a16:creationId xmlns:a16="http://schemas.microsoft.com/office/drawing/2014/main" id="{552C983F-6900-4ED6-A853-E96FA9CB9FCF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77" name="개체 76">
                            <a:extLst>
                              <a:ext uri="{FF2B5EF4-FFF2-40B4-BE49-F238E27FC236}">
                                <a16:creationId xmlns:a16="http://schemas.microsoft.com/office/drawing/2014/main" id="{EADA3B38-14C9-21A7-3AD7-97BA31F13EDD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05A778A3-446C-09E8-44FB-3D09AAF554E5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73" name="Rectangle 191">
                <a:extLst>
                  <a:ext uri="{FF2B5EF4-FFF2-40B4-BE49-F238E27FC236}">
                    <a16:creationId xmlns:a16="http://schemas.microsoft.com/office/drawing/2014/main" id="{5F126B1E-6173-56B8-C66C-E69FC8CD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75" name="개체 74">
                <a:extLst>
                  <a:ext uri="{FF2B5EF4-FFF2-40B4-BE49-F238E27FC236}">
                    <a16:creationId xmlns:a16="http://schemas.microsoft.com/office/drawing/2014/main" id="{6109FB60-4609-36FE-0DAC-565567D6ACFB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75" name="개체 74">
                            <a:extLst>
                              <a:ext uri="{FF2B5EF4-FFF2-40B4-BE49-F238E27FC236}">
                                <a16:creationId xmlns:a16="http://schemas.microsoft.com/office/drawing/2014/main" id="{60A6E92B-179E-F0DF-9A02-45109D70D6DF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975D5E76-E1D2-49CB-102A-AE8802D9B184}"/>
              </a:ext>
            </a:extLst>
          </p:cNvPr>
          <p:cNvGrpSpPr/>
          <p:nvPr/>
        </p:nvGrpSpPr>
        <p:grpSpPr>
          <a:xfrm>
            <a:off x="2032003" y="3789040"/>
            <a:ext cx="2225682" cy="145176"/>
            <a:chOff x="3327015" y="2690196"/>
            <a:chExt cx="2225682" cy="145176"/>
          </a:xfrm>
        </p:grpSpPr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7DE6E847-F8A0-8AA3-E131-A850AE63AF8D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0A4BE427-E75F-DFB6-A93E-9159BE0D8325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6ABE2BD3-B6E3-3F55-5F61-8A2B231567E3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53851EEC-1C24-0D24-33E7-C0ED4EEC00CB}"/>
              </a:ext>
            </a:extLst>
          </p:cNvPr>
          <p:cNvGrpSpPr/>
          <p:nvPr/>
        </p:nvGrpSpPr>
        <p:grpSpPr>
          <a:xfrm>
            <a:off x="2032003" y="4025166"/>
            <a:ext cx="2225682" cy="145176"/>
            <a:chOff x="3327015" y="2690196"/>
            <a:chExt cx="2225682" cy="145176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BE6BF3CC-2550-54D6-26A5-2C92B0A303F6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EF510736-3E45-5A18-E8C8-6B3BA58819CB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737EE3DA-8985-B150-183C-F7BA1AC2AC39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341903DA-FA2D-02E5-A8EE-6B0AB1FC470B}"/>
              </a:ext>
            </a:extLst>
          </p:cNvPr>
          <p:cNvGrpSpPr/>
          <p:nvPr/>
        </p:nvGrpSpPr>
        <p:grpSpPr>
          <a:xfrm>
            <a:off x="2025603" y="2388933"/>
            <a:ext cx="505750" cy="144462"/>
            <a:chOff x="2716253" y="2405617"/>
            <a:chExt cx="505750" cy="144462"/>
          </a:xfrm>
        </p:grpSpPr>
        <p:sp>
          <p:nvSpPr>
            <p:cNvPr id="139" name="Rectangle 191">
              <a:extLst>
                <a:ext uri="{FF2B5EF4-FFF2-40B4-BE49-F238E27FC236}">
                  <a16:creationId xmlns:a16="http://schemas.microsoft.com/office/drawing/2014/main" id="{3D1B99A4-167C-0898-14C8-F90118F72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40" name="개체 139">
              <a:extLst>
                <a:ext uri="{FF2B5EF4-FFF2-40B4-BE49-F238E27FC236}">
                  <a16:creationId xmlns:a16="http://schemas.microsoft.com/office/drawing/2014/main" id="{204ADE98-C4DA-4610-C12B-D6EC5F64F8E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40" name="개체 139">
                          <a:extLst>
                            <a:ext uri="{FF2B5EF4-FFF2-40B4-BE49-F238E27FC236}">
                              <a16:creationId xmlns:a16="http://schemas.microsoft.com/office/drawing/2014/main" id="{4AF5E519-CF38-35A6-BE7E-EEADC391307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1F28BC79-68EA-8ECA-5406-85B84C85682F}"/>
              </a:ext>
            </a:extLst>
          </p:cNvPr>
          <p:cNvGrpSpPr/>
          <p:nvPr/>
        </p:nvGrpSpPr>
        <p:grpSpPr>
          <a:xfrm>
            <a:off x="2604106" y="2394819"/>
            <a:ext cx="506433" cy="144463"/>
            <a:chOff x="3327015" y="1527346"/>
            <a:chExt cx="506433" cy="144463"/>
          </a:xfrm>
        </p:grpSpPr>
        <p:sp>
          <p:nvSpPr>
            <p:cNvPr id="142" name="Rectangle 191">
              <a:extLst>
                <a:ext uri="{FF2B5EF4-FFF2-40B4-BE49-F238E27FC236}">
                  <a16:creationId xmlns:a16="http://schemas.microsoft.com/office/drawing/2014/main" id="{2ACF5127-76C5-7839-3C68-F8C0E6453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143" name="개체 142">
              <a:extLst>
                <a:ext uri="{FF2B5EF4-FFF2-40B4-BE49-F238E27FC236}">
                  <a16:creationId xmlns:a16="http://schemas.microsoft.com/office/drawing/2014/main" id="{C0975BEE-A628-BC74-35A9-B0BD819254C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143" name="개체 142">
                          <a:extLst>
                            <a:ext uri="{FF2B5EF4-FFF2-40B4-BE49-F238E27FC236}">
                              <a16:creationId xmlns:a16="http://schemas.microsoft.com/office/drawing/2014/main" id="{773D2C00-4EF6-F58C-1B15-91FBD425771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C8F6BFD3-A699-6541-E6FD-6BFC22AE6A1D}"/>
              </a:ext>
            </a:extLst>
          </p:cNvPr>
          <p:cNvSpPr/>
          <p:nvPr/>
        </p:nvSpPr>
        <p:spPr>
          <a:xfrm>
            <a:off x="3032195" y="331944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88C8632F-C6AA-B57F-4FFC-B0E4924C9F06}"/>
              </a:ext>
            </a:extLst>
          </p:cNvPr>
          <p:cNvSpPr/>
          <p:nvPr/>
        </p:nvSpPr>
        <p:spPr>
          <a:xfrm>
            <a:off x="4685193" y="331943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6084E62-60B2-38FF-B892-D3D1CC9B2EF7}"/>
              </a:ext>
            </a:extLst>
          </p:cNvPr>
          <p:cNvSpPr/>
          <p:nvPr/>
        </p:nvSpPr>
        <p:spPr>
          <a:xfrm>
            <a:off x="4993600" y="331942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47" name="Rectangle 191">
            <a:extLst>
              <a:ext uri="{FF2B5EF4-FFF2-40B4-BE49-F238E27FC236}">
                <a16:creationId xmlns:a16="http://schemas.microsoft.com/office/drawing/2014/main" id="{5E063158-1115-8109-507F-242ECEE53A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841" y="332840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8" name="Rectangle 191">
            <a:extLst>
              <a:ext uri="{FF2B5EF4-FFF2-40B4-BE49-F238E27FC236}">
                <a16:creationId xmlns:a16="http://schemas.microsoft.com/office/drawing/2014/main" id="{2001F14E-ECBD-EA62-FF76-B18571E7C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5603" y="3336778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8ABE0509-6D49-DC80-CB83-66A46DAEA868}"/>
              </a:ext>
            </a:extLst>
          </p:cNvPr>
          <p:cNvSpPr/>
          <p:nvPr/>
        </p:nvSpPr>
        <p:spPr>
          <a:xfrm>
            <a:off x="2408935" y="3315420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41117D09-30D4-8CB4-1211-E1CFF557DA59}"/>
              </a:ext>
            </a:extLst>
          </p:cNvPr>
          <p:cNvSpPr/>
          <p:nvPr/>
        </p:nvSpPr>
        <p:spPr>
          <a:xfrm>
            <a:off x="2887374" y="426108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FB473AEA-E0B9-F0A9-954B-B3204FC9AB4C}"/>
              </a:ext>
            </a:extLst>
          </p:cNvPr>
          <p:cNvSpPr/>
          <p:nvPr/>
        </p:nvSpPr>
        <p:spPr>
          <a:xfrm>
            <a:off x="4540372" y="426107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50585A7D-1513-6C8B-ABEC-994212EF27F0}"/>
              </a:ext>
            </a:extLst>
          </p:cNvPr>
          <p:cNvSpPr/>
          <p:nvPr/>
        </p:nvSpPr>
        <p:spPr>
          <a:xfrm>
            <a:off x="4848882" y="426107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4" name="Rectangle 191">
            <a:extLst>
              <a:ext uri="{FF2B5EF4-FFF2-40B4-BE49-F238E27FC236}">
                <a16:creationId xmlns:a16="http://schemas.microsoft.com/office/drawing/2014/main" id="{EC09A7C7-B8D9-32ED-7E27-20A07928F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4750" y="428244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BD789937-B715-B607-3863-BAFDC7E79B6D}"/>
              </a:ext>
            </a:extLst>
          </p:cNvPr>
          <p:cNvSpPr/>
          <p:nvPr/>
        </p:nvSpPr>
        <p:spPr>
          <a:xfrm>
            <a:off x="2259384" y="4261083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6" name="Rectangle 191">
            <a:extLst>
              <a:ext uri="{FF2B5EF4-FFF2-40B4-BE49-F238E27FC236}">
                <a16:creationId xmlns:a16="http://schemas.microsoft.com/office/drawing/2014/main" id="{73ED6C9B-4735-5929-339B-BEEE542AC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7919" y="428244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65092FB7-7F84-8681-482E-A1A71A8538BD}"/>
              </a:ext>
            </a:extLst>
          </p:cNvPr>
          <p:cNvSpPr>
            <a:spLocks noChangeAspect="1"/>
          </p:cNvSpPr>
          <p:nvPr/>
        </p:nvSpPr>
        <p:spPr>
          <a:xfrm>
            <a:off x="2855250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608457DC-8C95-075F-9D4D-A7D8331DBD7E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A34A26BA-790B-36CB-E68D-20852287FBEB}"/>
              </a:ext>
            </a:extLst>
          </p:cNvPr>
          <p:cNvSpPr>
            <a:spLocks noChangeAspect="1"/>
          </p:cNvSpPr>
          <p:nvPr/>
        </p:nvSpPr>
        <p:spPr>
          <a:xfrm>
            <a:off x="512127" y="330510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5FAD5DA2-BEC5-167F-7BBF-DA2668001B25}"/>
              </a:ext>
            </a:extLst>
          </p:cNvPr>
          <p:cNvSpPr>
            <a:spLocks noChangeAspect="1"/>
          </p:cNvSpPr>
          <p:nvPr/>
        </p:nvSpPr>
        <p:spPr>
          <a:xfrm>
            <a:off x="512127" y="427001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2812D580-24D7-C196-4373-D2A5F61797F7}"/>
              </a:ext>
            </a:extLst>
          </p:cNvPr>
          <p:cNvGrpSpPr/>
          <p:nvPr/>
        </p:nvGrpSpPr>
        <p:grpSpPr>
          <a:xfrm>
            <a:off x="2028272" y="2852936"/>
            <a:ext cx="3660710" cy="144016"/>
            <a:chOff x="2008170" y="2687952"/>
            <a:chExt cx="3660710" cy="144016"/>
          </a:xfrm>
        </p:grpSpPr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6C903D16-CBF9-EAC7-AF5D-55A9E763B41C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B9D9AC70-2888-5CE4-E442-40B401131F96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FF769960-A95C-F069-F360-8C11EEA1C1CC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65" name="Rectangle 191">
              <a:extLst>
                <a:ext uri="{FF2B5EF4-FFF2-40B4-BE49-F238E27FC236}">
                  <a16:creationId xmlns:a16="http://schemas.microsoft.com/office/drawing/2014/main" id="{F9218910-699D-3BFA-8434-3219AE8D5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66" name="Rectangle 191">
              <a:extLst>
                <a:ext uri="{FF2B5EF4-FFF2-40B4-BE49-F238E27FC236}">
                  <a16:creationId xmlns:a16="http://schemas.microsoft.com/office/drawing/2014/main" id="{0AB7E6F9-06BD-4CB8-9E4B-4813BFD78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0098A05D-1DF8-05C5-BB3C-7CA71D366FC3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60CAC0-9348-0590-2C82-535113D89BB2}"/>
              </a:ext>
            </a:extLst>
          </p:cNvPr>
          <p:cNvGrpSpPr/>
          <p:nvPr/>
        </p:nvGrpSpPr>
        <p:grpSpPr>
          <a:xfrm>
            <a:off x="2032786" y="3084862"/>
            <a:ext cx="2704513" cy="144016"/>
            <a:chOff x="1897884" y="2847629"/>
            <a:chExt cx="2704513" cy="144016"/>
          </a:xfrm>
        </p:grpSpPr>
        <p:sp>
          <p:nvSpPr>
            <p:cNvPr id="169" name="직사각형 168">
              <a:extLst>
                <a:ext uri="{FF2B5EF4-FFF2-40B4-BE49-F238E27FC236}">
                  <a16:creationId xmlns:a16="http://schemas.microsoft.com/office/drawing/2014/main" id="{5B60D610-DC81-1996-349C-30B9E3E522A3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8AB2C49A-336F-9F72-7E66-8860355AA123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780F0CDD-9CF0-EFDA-BAE4-EE096123BC95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652B288E-783B-F316-97BE-E9CE29E4B8CE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7B69729E-C7F4-F9B7-38A8-80480CCFA354}"/>
              </a:ext>
            </a:extLst>
          </p:cNvPr>
          <p:cNvGrpSpPr/>
          <p:nvPr/>
        </p:nvGrpSpPr>
        <p:grpSpPr>
          <a:xfrm>
            <a:off x="2037669" y="5434238"/>
            <a:ext cx="2386963" cy="144016"/>
            <a:chOff x="1897884" y="4476806"/>
            <a:chExt cx="2386963" cy="144016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570EA71B-D35B-F7A3-9D93-92CC4E4E7C84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A39B1C18-D52C-DEFA-EEEE-33A7AF459F0B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B104AE1-33ED-385F-6BA6-7484739993DE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434A4B09-9D9B-6F54-2ECE-7691CDF42A94}"/>
              </a:ext>
            </a:extLst>
          </p:cNvPr>
          <p:cNvSpPr/>
          <p:nvPr/>
        </p:nvSpPr>
        <p:spPr>
          <a:xfrm>
            <a:off x="668524" y="540924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F731758B-4E5C-21AE-D79F-E17988AB0D34}"/>
              </a:ext>
            </a:extLst>
          </p:cNvPr>
          <p:cNvSpPr>
            <a:spLocks noChangeAspect="1"/>
          </p:cNvSpPr>
          <p:nvPr/>
        </p:nvSpPr>
        <p:spPr>
          <a:xfrm>
            <a:off x="512127" y="543307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BF04560A-4BE7-F495-1941-4FC01F08198E}"/>
              </a:ext>
            </a:extLst>
          </p:cNvPr>
          <p:cNvSpPr/>
          <p:nvPr/>
        </p:nvSpPr>
        <p:spPr>
          <a:xfrm>
            <a:off x="668524" y="2804444"/>
            <a:ext cx="6121214" cy="482211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5522976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E6C852-EFB0-B055-3133-4BED3C7167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36036F3-A415-54D2-75AC-7193D0A108CF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F63FC07-E379-A35C-9022-6A38750801B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7177E8C9-D202-D8CB-FA06-1C407D06AE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865504"/>
              </p:ext>
            </p:extLst>
          </p:nvPr>
        </p:nvGraphicFramePr>
        <p:xfrm>
          <a:off x="6969418" y="2548005"/>
          <a:ext cx="2772114" cy="32812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근로자자녀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기업체 재직 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한국노총오산시지부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장학생 추천서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기업체 재직 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재직기간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 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모의 재직기간을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가족인원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가족인원 수를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9BA29567-6565-E91B-9331-810DE42D7E2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B3514F-5723-A761-3260-8BEF4392F92E}"/>
              </a:ext>
            </a:extLst>
          </p:cNvPr>
          <p:cNvSpPr/>
          <p:nvPr/>
        </p:nvSpPr>
        <p:spPr>
          <a:xfrm>
            <a:off x="165100" y="1376363"/>
            <a:ext cx="6732116" cy="529299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660981C-2965-BF5E-2B27-BC085FFC02E5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D53ED410-B7DB-089A-70AA-23392D6A9F1B}"/>
              </a:ext>
            </a:extLst>
          </p:cNvPr>
          <p:cNvSpPr/>
          <p:nvPr/>
        </p:nvSpPr>
        <p:spPr>
          <a:xfrm>
            <a:off x="6397011" y="6391401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20314976-95A1-A14C-C82E-102E719E3E2D}"/>
              </a:ext>
            </a:extLst>
          </p:cNvPr>
          <p:cNvSpPr/>
          <p:nvPr/>
        </p:nvSpPr>
        <p:spPr>
          <a:xfrm>
            <a:off x="5936915" y="6391401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0892CE21-1D17-100A-77E8-C4D7FE82E0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1814103"/>
              </p:ext>
            </p:extLst>
          </p:nvPr>
        </p:nvGraphicFramePr>
        <p:xfrm>
          <a:off x="272480" y="1628406"/>
          <a:ext cx="6517258" cy="4694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60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기업체 재직증명서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41459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한국노총오산시지부장학생추천서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00795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83" name="그룹 82">
            <a:extLst>
              <a:ext uri="{FF2B5EF4-FFF2-40B4-BE49-F238E27FC236}">
                <a16:creationId xmlns:a16="http://schemas.microsoft.com/office/drawing/2014/main" id="{8C6E9399-265D-ED20-DEB9-0310472A1693}"/>
              </a:ext>
            </a:extLst>
          </p:cNvPr>
          <p:cNvGrpSpPr/>
          <p:nvPr/>
        </p:nvGrpSpPr>
        <p:grpSpPr>
          <a:xfrm>
            <a:off x="2788366" y="2371270"/>
            <a:ext cx="505750" cy="144462"/>
            <a:chOff x="2716253" y="2405617"/>
            <a:chExt cx="505750" cy="144462"/>
          </a:xfrm>
        </p:grpSpPr>
        <p:sp>
          <p:nvSpPr>
            <p:cNvPr id="84" name="Rectangle 191">
              <a:extLst>
                <a:ext uri="{FF2B5EF4-FFF2-40B4-BE49-F238E27FC236}">
                  <a16:creationId xmlns:a16="http://schemas.microsoft.com/office/drawing/2014/main" id="{0B348D43-598A-FC5B-D8DA-81507EB0F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85" name="개체 84">
              <a:extLst>
                <a:ext uri="{FF2B5EF4-FFF2-40B4-BE49-F238E27FC236}">
                  <a16:creationId xmlns:a16="http://schemas.microsoft.com/office/drawing/2014/main" id="{3C4F8A7A-7FBD-DFBB-378F-87452C2B5D7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4" name="개체 93">
                          <a:extLst>
                            <a:ext uri="{FF2B5EF4-FFF2-40B4-BE49-F238E27FC236}">
                              <a16:creationId xmlns:a16="http://schemas.microsoft.com/office/drawing/2014/main" id="{62AB51B4-B505-5358-4690-666E17A2361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C04BA508-95B9-A174-64F8-56E736041442}"/>
              </a:ext>
            </a:extLst>
          </p:cNvPr>
          <p:cNvGrpSpPr/>
          <p:nvPr/>
        </p:nvGrpSpPr>
        <p:grpSpPr>
          <a:xfrm>
            <a:off x="4015459" y="2371270"/>
            <a:ext cx="775054" cy="144462"/>
            <a:chOff x="2716253" y="2405617"/>
            <a:chExt cx="775054" cy="144462"/>
          </a:xfrm>
        </p:grpSpPr>
        <p:sp>
          <p:nvSpPr>
            <p:cNvPr id="91" name="Rectangle 191">
              <a:extLst>
                <a:ext uri="{FF2B5EF4-FFF2-40B4-BE49-F238E27FC236}">
                  <a16:creationId xmlns:a16="http://schemas.microsoft.com/office/drawing/2014/main" id="{9BADCD3F-FF43-475A-872D-69E1D777D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92" name="개체 91">
              <a:extLst>
                <a:ext uri="{FF2B5EF4-FFF2-40B4-BE49-F238E27FC236}">
                  <a16:creationId xmlns:a16="http://schemas.microsoft.com/office/drawing/2014/main" id="{F32BCA45-32E0-71A0-2180-082C8B383D8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7" name="개체 96">
                          <a:extLst>
                            <a:ext uri="{FF2B5EF4-FFF2-40B4-BE49-F238E27FC236}">
                              <a16:creationId xmlns:a16="http://schemas.microsoft.com/office/drawing/2014/main" id="{CFD89188-6E3B-18CA-D76F-003FA9E1D8C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1C34B580-00DD-08A2-7048-EE6A47C300EE}"/>
              </a:ext>
            </a:extLst>
          </p:cNvPr>
          <p:cNvGrpSpPr/>
          <p:nvPr/>
        </p:nvGrpSpPr>
        <p:grpSpPr>
          <a:xfrm>
            <a:off x="4846120" y="2371270"/>
            <a:ext cx="775054" cy="144462"/>
            <a:chOff x="2716253" y="2405617"/>
            <a:chExt cx="775054" cy="144462"/>
          </a:xfrm>
        </p:grpSpPr>
        <p:sp>
          <p:nvSpPr>
            <p:cNvPr id="94" name="Rectangle 191">
              <a:extLst>
                <a:ext uri="{FF2B5EF4-FFF2-40B4-BE49-F238E27FC236}">
                  <a16:creationId xmlns:a16="http://schemas.microsoft.com/office/drawing/2014/main" id="{D958A56E-CD2B-09D1-9894-A5ED62578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95" name="개체 94">
              <a:extLst>
                <a:ext uri="{FF2B5EF4-FFF2-40B4-BE49-F238E27FC236}">
                  <a16:creationId xmlns:a16="http://schemas.microsoft.com/office/drawing/2014/main" id="{67B4B5FA-3794-567D-9538-32D48BFBBD7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100" name="개체 99">
                          <a:extLst>
                            <a:ext uri="{FF2B5EF4-FFF2-40B4-BE49-F238E27FC236}">
                              <a16:creationId xmlns:a16="http://schemas.microsoft.com/office/drawing/2014/main" id="{8921A0C8-8CBE-636A-612A-4EAFF0F10D5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6974D12E-B858-2B08-D8A6-F00DB433D9FD}"/>
              </a:ext>
            </a:extLst>
          </p:cNvPr>
          <p:cNvSpPr/>
          <p:nvPr/>
        </p:nvSpPr>
        <p:spPr>
          <a:xfrm>
            <a:off x="2212023" y="49612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DB55AFC-0D7C-3B6A-B732-72C769E56697}"/>
              </a:ext>
            </a:extLst>
          </p:cNvPr>
          <p:cNvSpPr/>
          <p:nvPr/>
        </p:nvSpPr>
        <p:spPr>
          <a:xfrm>
            <a:off x="3865021" y="49612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6B2952D3-39DB-E7A0-92C0-368102A466E5}"/>
              </a:ext>
            </a:extLst>
          </p:cNvPr>
          <p:cNvSpPr/>
          <p:nvPr/>
        </p:nvSpPr>
        <p:spPr>
          <a:xfrm>
            <a:off x="2212023" y="519382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E212C37-0427-9B58-CCF8-E09D778D3707}"/>
              </a:ext>
            </a:extLst>
          </p:cNvPr>
          <p:cNvSpPr/>
          <p:nvPr/>
        </p:nvSpPr>
        <p:spPr>
          <a:xfrm>
            <a:off x="3865021" y="519381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6CBB53B-A526-A60C-F46F-C437BD89E138}"/>
              </a:ext>
            </a:extLst>
          </p:cNvPr>
          <p:cNvSpPr/>
          <p:nvPr/>
        </p:nvSpPr>
        <p:spPr>
          <a:xfrm>
            <a:off x="2212023" y="542307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548710-1754-B207-FAEB-E6139AFD2B29}"/>
              </a:ext>
            </a:extLst>
          </p:cNvPr>
          <p:cNvSpPr/>
          <p:nvPr/>
        </p:nvSpPr>
        <p:spPr>
          <a:xfrm>
            <a:off x="3865021" y="542306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DB12A71-CB7E-52F2-D231-4EDCCC1EAC92}"/>
              </a:ext>
            </a:extLst>
          </p:cNvPr>
          <p:cNvSpPr/>
          <p:nvPr/>
        </p:nvSpPr>
        <p:spPr>
          <a:xfrm>
            <a:off x="2212023" y="56612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D8435574-2F8A-9309-D401-CAD180EF3DDB}"/>
              </a:ext>
            </a:extLst>
          </p:cNvPr>
          <p:cNvSpPr/>
          <p:nvPr/>
        </p:nvSpPr>
        <p:spPr>
          <a:xfrm>
            <a:off x="3865021" y="56612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36203746-13F3-BB0D-CE15-A3D0D7952C24}"/>
              </a:ext>
            </a:extLst>
          </p:cNvPr>
          <p:cNvGrpSpPr/>
          <p:nvPr/>
        </p:nvGrpSpPr>
        <p:grpSpPr>
          <a:xfrm>
            <a:off x="2229343" y="6149402"/>
            <a:ext cx="1105196" cy="128396"/>
            <a:chOff x="3438680" y="4305150"/>
            <a:chExt cx="1105196" cy="128396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C174AAB7-4DD8-CA4C-660C-440D9493169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6" name="Picture 10">
              <a:extLst>
                <a:ext uri="{FF2B5EF4-FFF2-40B4-BE49-F238E27FC236}">
                  <a16:creationId xmlns:a16="http://schemas.microsoft.com/office/drawing/2014/main" id="{23C6EECE-8A4F-58BC-21B5-B75CC09C07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2C6A4465-168B-8331-7B59-5095EE4F948B}"/>
              </a:ext>
            </a:extLst>
          </p:cNvPr>
          <p:cNvGrpSpPr/>
          <p:nvPr/>
        </p:nvGrpSpPr>
        <p:grpSpPr>
          <a:xfrm>
            <a:off x="3415756" y="6149402"/>
            <a:ext cx="1105196" cy="128396"/>
            <a:chOff x="3438680" y="4305150"/>
            <a:chExt cx="1105196" cy="128396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4A262E1-AA9D-FCF2-F3F5-B7ADCC8DD6B3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9" name="Picture 10">
              <a:extLst>
                <a:ext uri="{FF2B5EF4-FFF2-40B4-BE49-F238E27FC236}">
                  <a16:creationId xmlns:a16="http://schemas.microsoft.com/office/drawing/2014/main" id="{4C99D1BD-723E-7655-5A6F-CCF73E6758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06083091-8F4E-512E-6B6B-40C3BE583AA3}"/>
              </a:ext>
            </a:extLst>
          </p:cNvPr>
          <p:cNvGrpSpPr/>
          <p:nvPr/>
        </p:nvGrpSpPr>
        <p:grpSpPr>
          <a:xfrm>
            <a:off x="2212023" y="4017215"/>
            <a:ext cx="2225682" cy="145176"/>
            <a:chOff x="3327015" y="2690196"/>
            <a:chExt cx="2225682" cy="145176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46A3C398-689D-5BA2-F1D5-6B72A9AF0D3E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819F525D-4E5D-95E3-8C34-67C31E687CB9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324F4890-014B-8813-842A-C202C63BDF75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44132CE-6146-CD89-C3C2-740635A74076}"/>
              </a:ext>
            </a:extLst>
          </p:cNvPr>
          <p:cNvSpPr/>
          <p:nvPr/>
        </p:nvSpPr>
        <p:spPr>
          <a:xfrm>
            <a:off x="4173531" y="49613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E88E074-5B4F-AE17-D00E-2AF1D7517336}"/>
              </a:ext>
            </a:extLst>
          </p:cNvPr>
          <p:cNvSpPr/>
          <p:nvPr/>
        </p:nvSpPr>
        <p:spPr>
          <a:xfrm>
            <a:off x="4173531" y="519319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BA5DF0BE-4840-A1EA-2678-2F25A21D9C25}"/>
              </a:ext>
            </a:extLst>
          </p:cNvPr>
          <p:cNvSpPr/>
          <p:nvPr/>
        </p:nvSpPr>
        <p:spPr>
          <a:xfrm>
            <a:off x="4173531" y="541717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2698B38B-F920-4008-8C29-D57EB7E55B47}"/>
              </a:ext>
            </a:extLst>
          </p:cNvPr>
          <p:cNvSpPr/>
          <p:nvPr/>
        </p:nvSpPr>
        <p:spPr>
          <a:xfrm>
            <a:off x="4173531" y="566311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F8A9E31B-B228-AB1E-38B1-6C6BDF6EB066}"/>
              </a:ext>
            </a:extLst>
          </p:cNvPr>
          <p:cNvGrpSpPr/>
          <p:nvPr/>
        </p:nvGrpSpPr>
        <p:grpSpPr>
          <a:xfrm>
            <a:off x="2227570" y="2612717"/>
            <a:ext cx="1394613" cy="144462"/>
            <a:chOff x="2415444" y="3432217"/>
            <a:chExt cx="1394613" cy="144462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EED1FCBC-5C04-6267-89A9-1D295C6FC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B95C10E6-BBCA-D7BF-7F2E-D23D1022D39A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132" name="Rectangle 191">
                <a:extLst>
                  <a:ext uri="{FF2B5EF4-FFF2-40B4-BE49-F238E27FC236}">
                    <a16:creationId xmlns:a16="http://schemas.microsoft.com/office/drawing/2014/main" id="{98617267-9988-7382-D5A1-97A959756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133" name="개체 132">
                <a:extLst>
                  <a:ext uri="{FF2B5EF4-FFF2-40B4-BE49-F238E27FC236}">
                    <a16:creationId xmlns:a16="http://schemas.microsoft.com/office/drawing/2014/main" id="{93509FA8-4847-908C-3077-019C92E47E38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86" name="개체 185">
                            <a:extLst>
                              <a:ext uri="{FF2B5EF4-FFF2-40B4-BE49-F238E27FC236}">
                                <a16:creationId xmlns:a16="http://schemas.microsoft.com/office/drawing/2014/main" id="{AF39094B-3931-62F4-8E9A-BC46DAE74B17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BAA4D773-3A84-E7A6-AD17-E8ADD88FC9C0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122" name="Rectangle 191">
                <a:extLst>
                  <a:ext uri="{FF2B5EF4-FFF2-40B4-BE49-F238E27FC236}">
                    <a16:creationId xmlns:a16="http://schemas.microsoft.com/office/drawing/2014/main" id="{C571FE77-C8BA-D7D7-6251-4CF2C3621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131" name="개체 130">
                <a:extLst>
                  <a:ext uri="{FF2B5EF4-FFF2-40B4-BE49-F238E27FC236}">
                    <a16:creationId xmlns:a16="http://schemas.microsoft.com/office/drawing/2014/main" id="{FA12C1CE-45C9-012B-8372-79604F7730CD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84" name="개체 183">
                            <a:extLst>
                              <a:ext uri="{FF2B5EF4-FFF2-40B4-BE49-F238E27FC236}">
                                <a16:creationId xmlns:a16="http://schemas.microsoft.com/office/drawing/2014/main" id="{685A3BC3-EC2B-387D-E732-CFDB6ADCA31C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2C823367-0208-EE6A-89F7-6641591E360F}"/>
              </a:ext>
            </a:extLst>
          </p:cNvPr>
          <p:cNvGrpSpPr/>
          <p:nvPr/>
        </p:nvGrpSpPr>
        <p:grpSpPr>
          <a:xfrm>
            <a:off x="2212023" y="4249141"/>
            <a:ext cx="2225682" cy="145176"/>
            <a:chOff x="3327015" y="2690196"/>
            <a:chExt cx="2225682" cy="145176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3CD8EC80-0D91-B1FD-240C-2D4F7537B754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DFC31EA8-0C08-4A5E-AD38-15617D89B8D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5000EB26-0BB8-B5A8-E063-E4A5456CABA9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4130CAAF-496D-A8EA-C35B-FBDDB09BC6C7}"/>
              </a:ext>
            </a:extLst>
          </p:cNvPr>
          <p:cNvGrpSpPr/>
          <p:nvPr/>
        </p:nvGrpSpPr>
        <p:grpSpPr>
          <a:xfrm>
            <a:off x="2212023" y="4477316"/>
            <a:ext cx="2225682" cy="145176"/>
            <a:chOff x="3327015" y="2690196"/>
            <a:chExt cx="2225682" cy="145176"/>
          </a:xfrm>
        </p:grpSpPr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7863F02-46F0-E64F-8DB4-8F250C9688C8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4A8C8BB9-9D7C-09B8-454B-58C904842E20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B4C33E1-3855-1CCA-A382-6A12F5B9F9E1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3CA257F-45FD-7213-EEBA-1BF8E4DAABD5}"/>
              </a:ext>
            </a:extLst>
          </p:cNvPr>
          <p:cNvGrpSpPr/>
          <p:nvPr/>
        </p:nvGrpSpPr>
        <p:grpSpPr>
          <a:xfrm>
            <a:off x="2212539" y="2371270"/>
            <a:ext cx="505750" cy="144462"/>
            <a:chOff x="2716253" y="2405617"/>
            <a:chExt cx="505750" cy="144462"/>
          </a:xfrm>
        </p:grpSpPr>
        <p:sp>
          <p:nvSpPr>
            <p:cNvPr id="149" name="Rectangle 191">
              <a:extLst>
                <a:ext uri="{FF2B5EF4-FFF2-40B4-BE49-F238E27FC236}">
                  <a16:creationId xmlns:a16="http://schemas.microsoft.com/office/drawing/2014/main" id="{5B0251C5-8611-6A51-E928-E3721208E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50" name="개체 149">
              <a:extLst>
                <a:ext uri="{FF2B5EF4-FFF2-40B4-BE49-F238E27FC236}">
                  <a16:creationId xmlns:a16="http://schemas.microsoft.com/office/drawing/2014/main" id="{906E7972-FDD7-B548-E8FC-AB50084516D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220" name="개체 219">
                          <a:extLst>
                            <a:ext uri="{FF2B5EF4-FFF2-40B4-BE49-F238E27FC236}">
                              <a16:creationId xmlns:a16="http://schemas.microsoft.com/office/drawing/2014/main" id="{A33863C3-5AB5-17B4-0201-C31FBB7020B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907E4FC9-9244-F876-8C3D-0038502E28CC}"/>
              </a:ext>
            </a:extLst>
          </p:cNvPr>
          <p:cNvGrpSpPr/>
          <p:nvPr/>
        </p:nvGrpSpPr>
        <p:grpSpPr>
          <a:xfrm>
            <a:off x="3359132" y="2377156"/>
            <a:ext cx="596201" cy="144463"/>
            <a:chOff x="3327015" y="1527346"/>
            <a:chExt cx="596201" cy="144463"/>
          </a:xfrm>
        </p:grpSpPr>
        <p:sp>
          <p:nvSpPr>
            <p:cNvPr id="152" name="Rectangle 191">
              <a:extLst>
                <a:ext uri="{FF2B5EF4-FFF2-40B4-BE49-F238E27FC236}">
                  <a16:creationId xmlns:a16="http://schemas.microsoft.com/office/drawing/2014/main" id="{0AED7A0F-C7AB-0FB6-A218-DDAD7028E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53" name="개체 152">
              <a:extLst>
                <a:ext uri="{FF2B5EF4-FFF2-40B4-BE49-F238E27FC236}">
                  <a16:creationId xmlns:a16="http://schemas.microsoft.com/office/drawing/2014/main" id="{4185E367-DA3D-3A11-6FEF-8B79C7640C0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223" name="개체 222">
                          <a:extLst>
                            <a:ext uri="{FF2B5EF4-FFF2-40B4-BE49-F238E27FC236}">
                              <a16:creationId xmlns:a16="http://schemas.microsoft.com/office/drawing/2014/main" id="{5174FF47-A2F4-AF85-6B1E-08DD84E896B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7121C2BF-04B0-C091-B7D9-CC82F95769CA}"/>
              </a:ext>
            </a:extLst>
          </p:cNvPr>
          <p:cNvSpPr/>
          <p:nvPr/>
        </p:nvSpPr>
        <p:spPr>
          <a:xfrm>
            <a:off x="2212023" y="331304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한국노총오산시지부장학생추천서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23A38B6E-A4C3-52D7-1216-CF9FBA1266C8}"/>
              </a:ext>
            </a:extLst>
          </p:cNvPr>
          <p:cNvSpPr/>
          <p:nvPr/>
        </p:nvSpPr>
        <p:spPr>
          <a:xfrm>
            <a:off x="3865021" y="331303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C02F6E4F-E6D2-7B8D-EE17-83E81A1CA870}"/>
              </a:ext>
            </a:extLst>
          </p:cNvPr>
          <p:cNvSpPr/>
          <p:nvPr/>
        </p:nvSpPr>
        <p:spPr>
          <a:xfrm>
            <a:off x="4173531" y="331303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5303FE9-6E87-69E8-A86D-5E9580A9F6EF}"/>
              </a:ext>
            </a:extLst>
          </p:cNvPr>
          <p:cNvSpPr/>
          <p:nvPr/>
        </p:nvSpPr>
        <p:spPr>
          <a:xfrm>
            <a:off x="3288421" y="284316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기업체재직증명서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AD4BAEE4-B40B-EAF0-89E6-06EC35D6B98A}"/>
              </a:ext>
            </a:extLst>
          </p:cNvPr>
          <p:cNvSpPr/>
          <p:nvPr/>
        </p:nvSpPr>
        <p:spPr>
          <a:xfrm>
            <a:off x="4941419" y="284315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239083CA-3E2F-6875-DEB7-616812A68EAD}"/>
              </a:ext>
            </a:extLst>
          </p:cNvPr>
          <p:cNvSpPr/>
          <p:nvPr/>
        </p:nvSpPr>
        <p:spPr>
          <a:xfrm>
            <a:off x="5249826" y="284314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2" name="Rectangle 191">
            <a:extLst>
              <a:ext uri="{FF2B5EF4-FFF2-40B4-BE49-F238E27FC236}">
                <a16:creationId xmlns:a16="http://schemas.microsoft.com/office/drawing/2014/main" id="{5FB1035C-6970-F277-B3AD-8C9163693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6669" y="2865602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재직기간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5D0A7068-ABE2-0B72-0313-9BB7E3AA0DD4}"/>
              </a:ext>
            </a:extLst>
          </p:cNvPr>
          <p:cNvSpPr/>
          <p:nvPr/>
        </p:nvSpPr>
        <p:spPr>
          <a:xfrm>
            <a:off x="2600562" y="2844244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4" name="Rectangle 191">
            <a:extLst>
              <a:ext uri="{FF2B5EF4-FFF2-40B4-BE49-F238E27FC236}">
                <a16:creationId xmlns:a16="http://schemas.microsoft.com/office/drawing/2014/main" id="{114A07E6-5DA2-FA26-D723-A3B7043DE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0765" y="286560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8A4D714A-D05A-6730-5EB5-A87504ADFBA5}"/>
              </a:ext>
            </a:extLst>
          </p:cNvPr>
          <p:cNvSpPr/>
          <p:nvPr/>
        </p:nvSpPr>
        <p:spPr>
          <a:xfrm>
            <a:off x="3288421" y="308002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90C6C98F-1BC8-14BE-06EC-61B3ED6A84EE}"/>
              </a:ext>
            </a:extLst>
          </p:cNvPr>
          <p:cNvSpPr/>
          <p:nvPr/>
        </p:nvSpPr>
        <p:spPr>
          <a:xfrm>
            <a:off x="4941419" y="308001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32856B1C-C25B-7CF2-3100-250D6044C895}"/>
              </a:ext>
            </a:extLst>
          </p:cNvPr>
          <p:cNvSpPr/>
          <p:nvPr/>
        </p:nvSpPr>
        <p:spPr>
          <a:xfrm>
            <a:off x="5249826" y="30800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8" name="Rectangle 191">
            <a:extLst>
              <a:ext uri="{FF2B5EF4-FFF2-40B4-BE49-F238E27FC236}">
                <a16:creationId xmlns:a16="http://schemas.microsoft.com/office/drawing/2014/main" id="{CBF9B13D-4C4C-5CFB-A7CA-B9E363B6D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6669" y="309869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가족인원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4EB1F926-F956-A92D-6CBE-FC68EB8EDB2A}"/>
              </a:ext>
            </a:extLst>
          </p:cNvPr>
          <p:cNvSpPr/>
          <p:nvPr/>
        </p:nvSpPr>
        <p:spPr>
          <a:xfrm>
            <a:off x="2600562" y="3077339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0" name="Rectangle 191">
            <a:extLst>
              <a:ext uri="{FF2B5EF4-FFF2-40B4-BE49-F238E27FC236}">
                <a16:creationId xmlns:a16="http://schemas.microsoft.com/office/drawing/2014/main" id="{F3AF6260-6FAA-3C6D-3BC4-D331F35E7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0765" y="309869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3421BBEF-642C-297E-5EF4-3EAEBB6083D3}"/>
              </a:ext>
            </a:extLst>
          </p:cNvPr>
          <p:cNvSpPr/>
          <p:nvPr/>
        </p:nvSpPr>
        <p:spPr>
          <a:xfrm>
            <a:off x="3221532" y="378124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D33DA54-9A5A-E1D1-C838-5D934C5D4641}"/>
              </a:ext>
            </a:extLst>
          </p:cNvPr>
          <p:cNvSpPr/>
          <p:nvPr/>
        </p:nvSpPr>
        <p:spPr>
          <a:xfrm>
            <a:off x="4874530" y="378123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706B7254-DB2A-6E45-399D-F0447B82DB33}"/>
              </a:ext>
            </a:extLst>
          </p:cNvPr>
          <p:cNvSpPr/>
          <p:nvPr/>
        </p:nvSpPr>
        <p:spPr>
          <a:xfrm>
            <a:off x="5182937" y="378122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74" name="Rectangle 191">
            <a:extLst>
              <a:ext uri="{FF2B5EF4-FFF2-40B4-BE49-F238E27FC236}">
                <a16:creationId xmlns:a16="http://schemas.microsoft.com/office/drawing/2014/main" id="{F8CD20A3-A9C4-ADDF-7619-B8235BD5A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7261" y="3796519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5" name="Rectangle 191">
            <a:extLst>
              <a:ext uri="{FF2B5EF4-FFF2-40B4-BE49-F238E27FC236}">
                <a16:creationId xmlns:a16="http://schemas.microsoft.com/office/drawing/2014/main" id="{867125DD-5C12-A3B0-E7CA-4CFB8909A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023" y="3796945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8DF95CD6-F82E-0D75-240A-CBA1B87F0FDC}"/>
              </a:ext>
            </a:extLst>
          </p:cNvPr>
          <p:cNvSpPr/>
          <p:nvPr/>
        </p:nvSpPr>
        <p:spPr>
          <a:xfrm>
            <a:off x="2595355" y="3775587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FAD37C8F-ADB3-4883-67DF-B7A800BAB421}"/>
              </a:ext>
            </a:extLst>
          </p:cNvPr>
          <p:cNvSpPr/>
          <p:nvPr/>
        </p:nvSpPr>
        <p:spPr>
          <a:xfrm>
            <a:off x="3042483" y="472227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161A4E81-EA97-D63E-104C-D95B3B0C0088}"/>
              </a:ext>
            </a:extLst>
          </p:cNvPr>
          <p:cNvSpPr/>
          <p:nvPr/>
        </p:nvSpPr>
        <p:spPr>
          <a:xfrm>
            <a:off x="4695481" y="472226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0EF9059C-3ED6-D36E-3659-E73B658D3A9A}"/>
              </a:ext>
            </a:extLst>
          </p:cNvPr>
          <p:cNvSpPr/>
          <p:nvPr/>
        </p:nvSpPr>
        <p:spPr>
          <a:xfrm>
            <a:off x="5003991" y="472226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0" name="Rectangle 191">
            <a:extLst>
              <a:ext uri="{FF2B5EF4-FFF2-40B4-BE49-F238E27FC236}">
                <a16:creationId xmlns:a16="http://schemas.microsoft.com/office/drawing/2014/main" id="{C80E82D9-7411-FACC-B534-C21082E73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59" y="474363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4C8985E-40BC-6E11-615D-020B551D6BF2}"/>
              </a:ext>
            </a:extLst>
          </p:cNvPr>
          <p:cNvSpPr/>
          <p:nvPr/>
        </p:nvSpPr>
        <p:spPr>
          <a:xfrm>
            <a:off x="2414493" y="4722273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2" name="Rectangle 191">
            <a:extLst>
              <a:ext uri="{FF2B5EF4-FFF2-40B4-BE49-F238E27FC236}">
                <a16:creationId xmlns:a16="http://schemas.microsoft.com/office/drawing/2014/main" id="{C761B0EC-2F78-9D0D-F182-738AEDE4D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3028" y="474363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5E1EB425-5942-22B7-4EAC-667267D2FD4D}"/>
              </a:ext>
            </a:extLst>
          </p:cNvPr>
          <p:cNvSpPr>
            <a:spLocks noChangeAspect="1"/>
          </p:cNvSpPr>
          <p:nvPr/>
        </p:nvSpPr>
        <p:spPr>
          <a:xfrm>
            <a:off x="3677541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3EFCA871-47A6-F612-F110-1D567DE64746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7C7567E0-47EC-F96B-F712-EFF1ED2A02E6}"/>
              </a:ext>
            </a:extLst>
          </p:cNvPr>
          <p:cNvSpPr>
            <a:spLocks noChangeAspect="1"/>
          </p:cNvSpPr>
          <p:nvPr/>
        </p:nvSpPr>
        <p:spPr>
          <a:xfrm>
            <a:off x="512127" y="307705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FC4DFB24-70B5-0341-437B-D0182F11CFF2}"/>
              </a:ext>
            </a:extLst>
          </p:cNvPr>
          <p:cNvSpPr>
            <a:spLocks noChangeAspect="1"/>
          </p:cNvSpPr>
          <p:nvPr/>
        </p:nvSpPr>
        <p:spPr>
          <a:xfrm>
            <a:off x="512127" y="331456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F3DC48ED-796C-12F6-DD9F-67EC3DB0796E}"/>
              </a:ext>
            </a:extLst>
          </p:cNvPr>
          <p:cNvSpPr>
            <a:spLocks noChangeAspect="1"/>
          </p:cNvSpPr>
          <p:nvPr/>
        </p:nvSpPr>
        <p:spPr>
          <a:xfrm>
            <a:off x="512127" y="378132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91657FEE-8D26-3D6D-BC04-35F9FC31BA51}"/>
              </a:ext>
            </a:extLst>
          </p:cNvPr>
          <p:cNvSpPr>
            <a:spLocks noChangeAspect="1"/>
          </p:cNvSpPr>
          <p:nvPr/>
        </p:nvSpPr>
        <p:spPr>
          <a:xfrm>
            <a:off x="512127" y="47197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1C32B1F2-0722-3956-B0B9-AC9E4F36B49D}"/>
              </a:ext>
            </a:extLst>
          </p:cNvPr>
          <p:cNvGrpSpPr/>
          <p:nvPr/>
        </p:nvGrpSpPr>
        <p:grpSpPr>
          <a:xfrm>
            <a:off x="2216669" y="3547708"/>
            <a:ext cx="2704513" cy="144016"/>
            <a:chOff x="1897884" y="2847629"/>
            <a:chExt cx="2704513" cy="144016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34192B1A-FF60-1CB7-A2DE-44E5EC08C93B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15C03A1C-7C08-2BCB-4DA4-6F69F48060ED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E68A8ED3-CAB6-9583-AF07-6B90D1C817BB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250B3D1F-B7F3-8943-20FD-7C8AC3165D43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4330076C-371A-097A-D4CC-235EDF2350BD}"/>
              </a:ext>
            </a:extLst>
          </p:cNvPr>
          <p:cNvGrpSpPr/>
          <p:nvPr/>
        </p:nvGrpSpPr>
        <p:grpSpPr>
          <a:xfrm>
            <a:off x="2211356" y="5888637"/>
            <a:ext cx="2386963" cy="144016"/>
            <a:chOff x="1897884" y="4476806"/>
            <a:chExt cx="2386963" cy="144016"/>
          </a:xfrm>
        </p:grpSpPr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40D0BE69-A93E-FB56-8DBF-FB7021552F08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9884D7D1-6F1F-0103-A25C-CC06D7367A06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4EC3141E-E4AE-C9DE-FC6C-352012F3DFEB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A15D09F5-2A56-D571-E6E2-1F9AF8627B39}"/>
              </a:ext>
            </a:extLst>
          </p:cNvPr>
          <p:cNvSpPr/>
          <p:nvPr/>
        </p:nvSpPr>
        <p:spPr>
          <a:xfrm>
            <a:off x="668524" y="586934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CBCC0EE1-4A56-DB98-6784-65D61CF0B341}"/>
              </a:ext>
            </a:extLst>
          </p:cNvPr>
          <p:cNvSpPr>
            <a:spLocks noChangeAspect="1"/>
          </p:cNvSpPr>
          <p:nvPr/>
        </p:nvSpPr>
        <p:spPr>
          <a:xfrm>
            <a:off x="512127" y="589317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9E2EBB68-D39C-8F12-2A79-19A3908B8622}"/>
              </a:ext>
            </a:extLst>
          </p:cNvPr>
          <p:cNvSpPr/>
          <p:nvPr/>
        </p:nvSpPr>
        <p:spPr>
          <a:xfrm>
            <a:off x="668524" y="3515649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CBF41AEA-E9A2-2A95-5838-9D292F23236E}"/>
              </a:ext>
            </a:extLst>
          </p:cNvPr>
          <p:cNvSpPr>
            <a:spLocks noChangeAspect="1"/>
          </p:cNvSpPr>
          <p:nvPr/>
        </p:nvSpPr>
        <p:spPr>
          <a:xfrm>
            <a:off x="512127" y="35394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8935678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1D716-A945-2452-C003-687D5322E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00298A8-0660-FD54-149D-689D860554F7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0198EAD-2774-789D-C0F2-808D0701440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CA02E50F-6DD4-C962-8D24-401B3A183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90377"/>
              </p:ext>
            </p:extLst>
          </p:nvPr>
        </p:nvGraphicFramePr>
        <p:xfrm>
          <a:off x="6969418" y="2548005"/>
          <a:ext cx="2772114" cy="166577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기반 성적을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A26AB1F-9C24-C1D4-CBF3-EFDB433C3CCC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E04F404-E190-2EF7-5BD1-F731B85EBD02}"/>
              </a:ext>
            </a:extLst>
          </p:cNvPr>
          <p:cNvSpPr/>
          <p:nvPr/>
        </p:nvSpPr>
        <p:spPr>
          <a:xfrm>
            <a:off x="165100" y="1376363"/>
            <a:ext cx="6732116" cy="529299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D215C60-BBD9-9A3C-DBA6-223BA165F20F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669C570-1F52-BF4D-7C2C-AA880DB82806}"/>
              </a:ext>
            </a:extLst>
          </p:cNvPr>
          <p:cNvSpPr/>
          <p:nvPr/>
        </p:nvSpPr>
        <p:spPr>
          <a:xfrm>
            <a:off x="6397011" y="6391401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89486AD9-736B-2FC0-1AF0-02A54EC1130F}"/>
              </a:ext>
            </a:extLst>
          </p:cNvPr>
          <p:cNvSpPr/>
          <p:nvPr/>
        </p:nvSpPr>
        <p:spPr>
          <a:xfrm>
            <a:off x="5936915" y="6391401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7DECCBFF-1691-6209-FD65-A1647962134C}"/>
              </a:ext>
            </a:extLst>
          </p:cNvPr>
          <p:cNvGraphicFramePr>
            <a:graphicFrameLocks noGrp="1"/>
          </p:cNvGraphicFramePr>
          <p:nvPr/>
        </p:nvGraphicFramePr>
        <p:xfrm>
          <a:off x="272480" y="1628406"/>
          <a:ext cx="6517258" cy="4694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60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기업체 재직증명서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41459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한국노총오산시지부장학생추천서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00795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83" name="그룹 82">
            <a:extLst>
              <a:ext uri="{FF2B5EF4-FFF2-40B4-BE49-F238E27FC236}">
                <a16:creationId xmlns:a16="http://schemas.microsoft.com/office/drawing/2014/main" id="{14B93D24-4599-D8AA-6DA3-88C548A46969}"/>
              </a:ext>
            </a:extLst>
          </p:cNvPr>
          <p:cNvGrpSpPr/>
          <p:nvPr/>
        </p:nvGrpSpPr>
        <p:grpSpPr>
          <a:xfrm>
            <a:off x="2788366" y="2371270"/>
            <a:ext cx="505750" cy="144462"/>
            <a:chOff x="2716253" y="2405617"/>
            <a:chExt cx="505750" cy="144462"/>
          </a:xfrm>
        </p:grpSpPr>
        <p:sp>
          <p:nvSpPr>
            <p:cNvPr id="84" name="Rectangle 191">
              <a:extLst>
                <a:ext uri="{FF2B5EF4-FFF2-40B4-BE49-F238E27FC236}">
                  <a16:creationId xmlns:a16="http://schemas.microsoft.com/office/drawing/2014/main" id="{7BDF205C-9513-CD89-5FF7-4184F22D7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85" name="개체 84">
              <a:extLst>
                <a:ext uri="{FF2B5EF4-FFF2-40B4-BE49-F238E27FC236}">
                  <a16:creationId xmlns:a16="http://schemas.microsoft.com/office/drawing/2014/main" id="{E8EA2DBD-66F2-10D1-75BB-FDA20A7BF61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85" name="개체 84">
                          <a:extLst>
                            <a:ext uri="{FF2B5EF4-FFF2-40B4-BE49-F238E27FC236}">
                              <a16:creationId xmlns:a16="http://schemas.microsoft.com/office/drawing/2014/main" id="{3C4F8A7A-7FBD-DFBB-378F-87452C2B5D7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0179292C-1683-741C-399B-FDCA6B51227C}"/>
              </a:ext>
            </a:extLst>
          </p:cNvPr>
          <p:cNvGrpSpPr/>
          <p:nvPr/>
        </p:nvGrpSpPr>
        <p:grpSpPr>
          <a:xfrm>
            <a:off x="4015459" y="2371270"/>
            <a:ext cx="775054" cy="144462"/>
            <a:chOff x="2716253" y="2405617"/>
            <a:chExt cx="775054" cy="144462"/>
          </a:xfrm>
        </p:grpSpPr>
        <p:sp>
          <p:nvSpPr>
            <p:cNvPr id="91" name="Rectangle 191">
              <a:extLst>
                <a:ext uri="{FF2B5EF4-FFF2-40B4-BE49-F238E27FC236}">
                  <a16:creationId xmlns:a16="http://schemas.microsoft.com/office/drawing/2014/main" id="{4A465453-FA91-9886-FE56-74F7F38EE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92" name="개체 91">
              <a:extLst>
                <a:ext uri="{FF2B5EF4-FFF2-40B4-BE49-F238E27FC236}">
                  <a16:creationId xmlns:a16="http://schemas.microsoft.com/office/drawing/2014/main" id="{3ED553F8-FB57-D75A-4C79-8E645D46BA7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2" name="개체 91">
                          <a:extLst>
                            <a:ext uri="{FF2B5EF4-FFF2-40B4-BE49-F238E27FC236}">
                              <a16:creationId xmlns:a16="http://schemas.microsoft.com/office/drawing/2014/main" id="{F32BCA45-32E0-71A0-2180-082C8B383D8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8D63937E-6A35-28A4-0649-7CFD4BB16229}"/>
              </a:ext>
            </a:extLst>
          </p:cNvPr>
          <p:cNvGrpSpPr/>
          <p:nvPr/>
        </p:nvGrpSpPr>
        <p:grpSpPr>
          <a:xfrm>
            <a:off x="4846120" y="2371270"/>
            <a:ext cx="775054" cy="144462"/>
            <a:chOff x="2716253" y="2405617"/>
            <a:chExt cx="775054" cy="144462"/>
          </a:xfrm>
        </p:grpSpPr>
        <p:sp>
          <p:nvSpPr>
            <p:cNvPr id="94" name="Rectangle 191">
              <a:extLst>
                <a:ext uri="{FF2B5EF4-FFF2-40B4-BE49-F238E27FC236}">
                  <a16:creationId xmlns:a16="http://schemas.microsoft.com/office/drawing/2014/main" id="{563F5AE9-6187-FE8D-D5A9-E0F0ADA4B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95" name="개체 94">
              <a:extLst>
                <a:ext uri="{FF2B5EF4-FFF2-40B4-BE49-F238E27FC236}">
                  <a16:creationId xmlns:a16="http://schemas.microsoft.com/office/drawing/2014/main" id="{45DC6E0B-E87F-3BCB-622A-619EA43D785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5" name="개체 94">
                          <a:extLst>
                            <a:ext uri="{FF2B5EF4-FFF2-40B4-BE49-F238E27FC236}">
                              <a16:creationId xmlns:a16="http://schemas.microsoft.com/office/drawing/2014/main" id="{67B4B5FA-3794-567D-9538-32D48BFBBD7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4F7399E7-4521-869A-D834-D0240BB42A69}"/>
              </a:ext>
            </a:extLst>
          </p:cNvPr>
          <p:cNvSpPr/>
          <p:nvPr/>
        </p:nvSpPr>
        <p:spPr>
          <a:xfrm>
            <a:off x="2212023" y="49612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9917FDA7-5676-9ED6-9357-10360725FD06}"/>
              </a:ext>
            </a:extLst>
          </p:cNvPr>
          <p:cNvSpPr/>
          <p:nvPr/>
        </p:nvSpPr>
        <p:spPr>
          <a:xfrm>
            <a:off x="3865021" y="49612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7C54419-D4DE-EDB3-FDAF-EF98384EE446}"/>
              </a:ext>
            </a:extLst>
          </p:cNvPr>
          <p:cNvSpPr/>
          <p:nvPr/>
        </p:nvSpPr>
        <p:spPr>
          <a:xfrm>
            <a:off x="2212023" y="519382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6B52EFEF-18B6-C3B7-5426-E51B8A285903}"/>
              </a:ext>
            </a:extLst>
          </p:cNvPr>
          <p:cNvSpPr/>
          <p:nvPr/>
        </p:nvSpPr>
        <p:spPr>
          <a:xfrm>
            <a:off x="3865021" y="519381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3858E874-F738-B3E3-7434-C4571962777A}"/>
              </a:ext>
            </a:extLst>
          </p:cNvPr>
          <p:cNvSpPr/>
          <p:nvPr/>
        </p:nvSpPr>
        <p:spPr>
          <a:xfrm>
            <a:off x="2212023" y="542307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C4D7C51-826B-2B33-C523-C2DC3BE850FF}"/>
              </a:ext>
            </a:extLst>
          </p:cNvPr>
          <p:cNvSpPr/>
          <p:nvPr/>
        </p:nvSpPr>
        <p:spPr>
          <a:xfrm>
            <a:off x="3865021" y="542306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EAC24-F227-3481-08AC-36F93B0E3F5B}"/>
              </a:ext>
            </a:extLst>
          </p:cNvPr>
          <p:cNvSpPr/>
          <p:nvPr/>
        </p:nvSpPr>
        <p:spPr>
          <a:xfrm>
            <a:off x="2212023" y="56612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FFA13B9-9F1A-092E-A725-0B451F381AC0}"/>
              </a:ext>
            </a:extLst>
          </p:cNvPr>
          <p:cNvSpPr/>
          <p:nvPr/>
        </p:nvSpPr>
        <p:spPr>
          <a:xfrm>
            <a:off x="3865021" y="56612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136E2E9F-7CEC-17B5-C1EC-1C15CFFD865A}"/>
              </a:ext>
            </a:extLst>
          </p:cNvPr>
          <p:cNvGrpSpPr/>
          <p:nvPr/>
        </p:nvGrpSpPr>
        <p:grpSpPr>
          <a:xfrm>
            <a:off x="2229343" y="6149402"/>
            <a:ext cx="1105196" cy="128396"/>
            <a:chOff x="3438680" y="4305150"/>
            <a:chExt cx="1105196" cy="128396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21C905A2-5972-189B-5F34-AC2E41F03956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6" name="Picture 10">
              <a:extLst>
                <a:ext uri="{FF2B5EF4-FFF2-40B4-BE49-F238E27FC236}">
                  <a16:creationId xmlns:a16="http://schemas.microsoft.com/office/drawing/2014/main" id="{EA3D1F2C-44A2-BE01-BA40-C38441ED2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7AC1F4C1-4C5F-080B-3C45-1CCB3D6B284B}"/>
              </a:ext>
            </a:extLst>
          </p:cNvPr>
          <p:cNvGrpSpPr/>
          <p:nvPr/>
        </p:nvGrpSpPr>
        <p:grpSpPr>
          <a:xfrm>
            <a:off x="3415756" y="6149402"/>
            <a:ext cx="1105196" cy="128396"/>
            <a:chOff x="3438680" y="4305150"/>
            <a:chExt cx="1105196" cy="128396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B65E05F-FC73-F171-3C83-6C7F6643AFD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9" name="Picture 10">
              <a:extLst>
                <a:ext uri="{FF2B5EF4-FFF2-40B4-BE49-F238E27FC236}">
                  <a16:creationId xmlns:a16="http://schemas.microsoft.com/office/drawing/2014/main" id="{70E4E6AB-58B5-3684-11AA-EE1F6ED6B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A64A4254-0FD8-3373-CB56-36158432D214}"/>
              </a:ext>
            </a:extLst>
          </p:cNvPr>
          <p:cNvGrpSpPr/>
          <p:nvPr/>
        </p:nvGrpSpPr>
        <p:grpSpPr>
          <a:xfrm>
            <a:off x="2212023" y="4017215"/>
            <a:ext cx="2225682" cy="145176"/>
            <a:chOff x="3327015" y="2690196"/>
            <a:chExt cx="2225682" cy="145176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9AA365F5-A6F2-DAB5-1086-C424B03CBFCB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36A1A0AF-F2D1-43B3-76E9-E588B37E67C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AAAF9C35-E54A-5CBC-4987-82A8F70EFBAB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3937763-DABF-532D-4C70-55CE7140BDA6}"/>
              </a:ext>
            </a:extLst>
          </p:cNvPr>
          <p:cNvSpPr/>
          <p:nvPr/>
        </p:nvSpPr>
        <p:spPr>
          <a:xfrm>
            <a:off x="4173531" y="49613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661F432-4895-88B7-B3DF-A2B058C7BD0A}"/>
              </a:ext>
            </a:extLst>
          </p:cNvPr>
          <p:cNvSpPr/>
          <p:nvPr/>
        </p:nvSpPr>
        <p:spPr>
          <a:xfrm>
            <a:off x="4173531" y="519319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04D84539-411A-B646-6C06-1E386034853B}"/>
              </a:ext>
            </a:extLst>
          </p:cNvPr>
          <p:cNvSpPr/>
          <p:nvPr/>
        </p:nvSpPr>
        <p:spPr>
          <a:xfrm>
            <a:off x="4173531" y="541717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351F816D-6370-41A4-8748-B5E05A521B04}"/>
              </a:ext>
            </a:extLst>
          </p:cNvPr>
          <p:cNvSpPr/>
          <p:nvPr/>
        </p:nvSpPr>
        <p:spPr>
          <a:xfrm>
            <a:off x="4173531" y="566311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DBE9E5C8-D7ED-B8FA-613B-47640F424D99}"/>
              </a:ext>
            </a:extLst>
          </p:cNvPr>
          <p:cNvGrpSpPr/>
          <p:nvPr/>
        </p:nvGrpSpPr>
        <p:grpSpPr>
          <a:xfrm>
            <a:off x="2227570" y="2612717"/>
            <a:ext cx="1394613" cy="144462"/>
            <a:chOff x="2415444" y="3432217"/>
            <a:chExt cx="1394613" cy="144462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E3584643-E67A-4989-BD67-B66D2C831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6553F95A-AA40-BB15-6089-3E264CF8C4DC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132" name="Rectangle 191">
                <a:extLst>
                  <a:ext uri="{FF2B5EF4-FFF2-40B4-BE49-F238E27FC236}">
                    <a16:creationId xmlns:a16="http://schemas.microsoft.com/office/drawing/2014/main" id="{9AF74ABB-7866-16B5-1C09-657397C49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133" name="개체 132">
                <a:extLst>
                  <a:ext uri="{FF2B5EF4-FFF2-40B4-BE49-F238E27FC236}">
                    <a16:creationId xmlns:a16="http://schemas.microsoft.com/office/drawing/2014/main" id="{9164F134-9533-3886-94B2-202680C25270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33" name="개체 132">
                            <a:extLst>
                              <a:ext uri="{FF2B5EF4-FFF2-40B4-BE49-F238E27FC236}">
                                <a16:creationId xmlns:a16="http://schemas.microsoft.com/office/drawing/2014/main" id="{93509FA8-4847-908C-3077-019C92E47E38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2912A4A5-97DD-C8BA-5FA9-EFD2D21E2A91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122" name="Rectangle 191">
                <a:extLst>
                  <a:ext uri="{FF2B5EF4-FFF2-40B4-BE49-F238E27FC236}">
                    <a16:creationId xmlns:a16="http://schemas.microsoft.com/office/drawing/2014/main" id="{3DA80BC3-D985-49FC-FE0E-C858D25E4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131" name="개체 130">
                <a:extLst>
                  <a:ext uri="{FF2B5EF4-FFF2-40B4-BE49-F238E27FC236}">
                    <a16:creationId xmlns:a16="http://schemas.microsoft.com/office/drawing/2014/main" id="{383ACF71-0112-7698-14F9-1F5D9BD1542C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31" name="개체 130">
                            <a:extLst>
                              <a:ext uri="{FF2B5EF4-FFF2-40B4-BE49-F238E27FC236}">
                                <a16:creationId xmlns:a16="http://schemas.microsoft.com/office/drawing/2014/main" id="{FA12C1CE-45C9-012B-8372-79604F7730CD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5B714F19-6A91-C531-3804-CC72DC0A75DC}"/>
              </a:ext>
            </a:extLst>
          </p:cNvPr>
          <p:cNvGrpSpPr/>
          <p:nvPr/>
        </p:nvGrpSpPr>
        <p:grpSpPr>
          <a:xfrm>
            <a:off x="2212023" y="4249141"/>
            <a:ext cx="2225682" cy="145176"/>
            <a:chOff x="3327015" y="2690196"/>
            <a:chExt cx="2225682" cy="145176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6CF90C91-88FD-1791-EDFE-A455E2E23A73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10D00AF3-2A63-0801-975B-5CC2E0DA09B8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3228C585-CACF-B14F-E79D-68E0C8E8AED5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4E4DD8CE-1829-14B8-CC4E-AEB38145695D}"/>
              </a:ext>
            </a:extLst>
          </p:cNvPr>
          <p:cNvGrpSpPr/>
          <p:nvPr/>
        </p:nvGrpSpPr>
        <p:grpSpPr>
          <a:xfrm>
            <a:off x="2212023" y="4477316"/>
            <a:ext cx="2225682" cy="145176"/>
            <a:chOff x="3327015" y="2690196"/>
            <a:chExt cx="2225682" cy="145176"/>
          </a:xfrm>
        </p:grpSpPr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D1C29F1A-BC8A-0072-2D32-3264D1893ED0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B923C184-2AB9-33CA-7BFC-BF06744F623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18AF0DA2-0432-0596-FCA5-A982E2443123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0CBA6D18-F6CE-DCAA-5260-8FD89507677D}"/>
              </a:ext>
            </a:extLst>
          </p:cNvPr>
          <p:cNvGrpSpPr/>
          <p:nvPr/>
        </p:nvGrpSpPr>
        <p:grpSpPr>
          <a:xfrm>
            <a:off x="2212539" y="2371270"/>
            <a:ext cx="505750" cy="144462"/>
            <a:chOff x="2716253" y="2405617"/>
            <a:chExt cx="505750" cy="144462"/>
          </a:xfrm>
        </p:grpSpPr>
        <p:sp>
          <p:nvSpPr>
            <p:cNvPr id="149" name="Rectangle 191">
              <a:extLst>
                <a:ext uri="{FF2B5EF4-FFF2-40B4-BE49-F238E27FC236}">
                  <a16:creationId xmlns:a16="http://schemas.microsoft.com/office/drawing/2014/main" id="{133B3975-F5F4-D887-A215-8CB643164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50" name="개체 149">
              <a:extLst>
                <a:ext uri="{FF2B5EF4-FFF2-40B4-BE49-F238E27FC236}">
                  <a16:creationId xmlns:a16="http://schemas.microsoft.com/office/drawing/2014/main" id="{42800D77-8276-51AC-CA2F-DA63E7431B7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150" name="개체 149">
                          <a:extLst>
                            <a:ext uri="{FF2B5EF4-FFF2-40B4-BE49-F238E27FC236}">
                              <a16:creationId xmlns:a16="http://schemas.microsoft.com/office/drawing/2014/main" id="{906E7972-FDD7-B548-E8FC-AB50084516D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7B26A025-5C2E-D189-C12A-1F441E031ED6}"/>
              </a:ext>
            </a:extLst>
          </p:cNvPr>
          <p:cNvGrpSpPr/>
          <p:nvPr/>
        </p:nvGrpSpPr>
        <p:grpSpPr>
          <a:xfrm>
            <a:off x="3359132" y="2377156"/>
            <a:ext cx="596201" cy="144463"/>
            <a:chOff x="3327015" y="1527346"/>
            <a:chExt cx="596201" cy="144463"/>
          </a:xfrm>
        </p:grpSpPr>
        <p:sp>
          <p:nvSpPr>
            <p:cNvPr id="152" name="Rectangle 191">
              <a:extLst>
                <a:ext uri="{FF2B5EF4-FFF2-40B4-BE49-F238E27FC236}">
                  <a16:creationId xmlns:a16="http://schemas.microsoft.com/office/drawing/2014/main" id="{B5ADEC52-AA2E-8C7F-7215-B0F089936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53" name="개체 152">
              <a:extLst>
                <a:ext uri="{FF2B5EF4-FFF2-40B4-BE49-F238E27FC236}">
                  <a16:creationId xmlns:a16="http://schemas.microsoft.com/office/drawing/2014/main" id="{7E40927A-80F4-21AC-9A79-FAB76B746C0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153" name="개체 152">
                          <a:extLst>
                            <a:ext uri="{FF2B5EF4-FFF2-40B4-BE49-F238E27FC236}">
                              <a16:creationId xmlns:a16="http://schemas.microsoft.com/office/drawing/2014/main" id="{4185E367-DA3D-3A11-6FEF-8B79C7640C0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E7543CA5-BF5A-CD49-2BE9-A345B1307748}"/>
              </a:ext>
            </a:extLst>
          </p:cNvPr>
          <p:cNvSpPr/>
          <p:nvPr/>
        </p:nvSpPr>
        <p:spPr>
          <a:xfrm>
            <a:off x="2212023" y="331304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한국노총오산시지부장학생추천서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F359C927-E7D1-8A3F-EE8D-5D8C33F4E944}"/>
              </a:ext>
            </a:extLst>
          </p:cNvPr>
          <p:cNvSpPr/>
          <p:nvPr/>
        </p:nvSpPr>
        <p:spPr>
          <a:xfrm>
            <a:off x="3865021" y="331303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C830C453-B6A4-1A87-36C9-C7A9A72D6E3A}"/>
              </a:ext>
            </a:extLst>
          </p:cNvPr>
          <p:cNvSpPr/>
          <p:nvPr/>
        </p:nvSpPr>
        <p:spPr>
          <a:xfrm>
            <a:off x="4173531" y="331303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E6F89930-35FD-57A8-275C-A103716FCD44}"/>
              </a:ext>
            </a:extLst>
          </p:cNvPr>
          <p:cNvSpPr/>
          <p:nvPr/>
        </p:nvSpPr>
        <p:spPr>
          <a:xfrm>
            <a:off x="3288421" y="284316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기업체재직증명서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F6616DD7-3328-71BB-8BE5-E34B95FEE427}"/>
              </a:ext>
            </a:extLst>
          </p:cNvPr>
          <p:cNvSpPr/>
          <p:nvPr/>
        </p:nvSpPr>
        <p:spPr>
          <a:xfrm>
            <a:off x="4941419" y="284315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D08547F6-513C-6265-D3F8-EE0D19449F7F}"/>
              </a:ext>
            </a:extLst>
          </p:cNvPr>
          <p:cNvSpPr/>
          <p:nvPr/>
        </p:nvSpPr>
        <p:spPr>
          <a:xfrm>
            <a:off x="5249826" y="284314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2" name="Rectangle 191">
            <a:extLst>
              <a:ext uri="{FF2B5EF4-FFF2-40B4-BE49-F238E27FC236}">
                <a16:creationId xmlns:a16="http://schemas.microsoft.com/office/drawing/2014/main" id="{34186964-792E-3C41-A9C8-B6583FC19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6669" y="2865602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재직기간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19DA459A-3035-63F5-56B6-6C9585778596}"/>
              </a:ext>
            </a:extLst>
          </p:cNvPr>
          <p:cNvSpPr/>
          <p:nvPr/>
        </p:nvSpPr>
        <p:spPr>
          <a:xfrm>
            <a:off x="2600562" y="2844244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4" name="Rectangle 191">
            <a:extLst>
              <a:ext uri="{FF2B5EF4-FFF2-40B4-BE49-F238E27FC236}">
                <a16:creationId xmlns:a16="http://schemas.microsoft.com/office/drawing/2014/main" id="{150F69F1-5D9F-C32B-8B44-CF82B4E4C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0765" y="286560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AC712922-16D9-0385-416A-1FAE2B297AE5}"/>
              </a:ext>
            </a:extLst>
          </p:cNvPr>
          <p:cNvSpPr/>
          <p:nvPr/>
        </p:nvSpPr>
        <p:spPr>
          <a:xfrm>
            <a:off x="3288421" y="308002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7F5AB37F-6CBC-36F3-2661-CDC11EADF6A4}"/>
              </a:ext>
            </a:extLst>
          </p:cNvPr>
          <p:cNvSpPr/>
          <p:nvPr/>
        </p:nvSpPr>
        <p:spPr>
          <a:xfrm>
            <a:off x="4941419" y="308001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99320516-DFAE-2403-DA12-8FAF30683058}"/>
              </a:ext>
            </a:extLst>
          </p:cNvPr>
          <p:cNvSpPr/>
          <p:nvPr/>
        </p:nvSpPr>
        <p:spPr>
          <a:xfrm>
            <a:off x="5249826" y="30800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8" name="Rectangle 191">
            <a:extLst>
              <a:ext uri="{FF2B5EF4-FFF2-40B4-BE49-F238E27FC236}">
                <a16:creationId xmlns:a16="http://schemas.microsoft.com/office/drawing/2014/main" id="{A0517D3A-D645-641C-08CA-62F13375A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6669" y="309869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가족인원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10D4AA6C-D63B-3831-FD94-B9C912CDA211}"/>
              </a:ext>
            </a:extLst>
          </p:cNvPr>
          <p:cNvSpPr/>
          <p:nvPr/>
        </p:nvSpPr>
        <p:spPr>
          <a:xfrm>
            <a:off x="2600562" y="3077339"/>
            <a:ext cx="432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0" name="Rectangle 191">
            <a:extLst>
              <a:ext uri="{FF2B5EF4-FFF2-40B4-BE49-F238E27FC236}">
                <a16:creationId xmlns:a16="http://schemas.microsoft.com/office/drawing/2014/main" id="{8226EF3F-3F9E-FA95-FDCC-F824F0674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0765" y="309869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EEC06357-5270-B378-259B-7C3D5956C904}"/>
              </a:ext>
            </a:extLst>
          </p:cNvPr>
          <p:cNvSpPr/>
          <p:nvPr/>
        </p:nvSpPr>
        <p:spPr>
          <a:xfrm>
            <a:off x="3221532" y="378124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7E78359-5C0D-3A4C-71CD-6F735FC71AB2}"/>
              </a:ext>
            </a:extLst>
          </p:cNvPr>
          <p:cNvSpPr/>
          <p:nvPr/>
        </p:nvSpPr>
        <p:spPr>
          <a:xfrm>
            <a:off x="4874530" y="378123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8D2F611-4AB9-5572-E8B8-09905D42AEB6}"/>
              </a:ext>
            </a:extLst>
          </p:cNvPr>
          <p:cNvSpPr/>
          <p:nvPr/>
        </p:nvSpPr>
        <p:spPr>
          <a:xfrm>
            <a:off x="5182937" y="378122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74" name="Rectangle 191">
            <a:extLst>
              <a:ext uri="{FF2B5EF4-FFF2-40B4-BE49-F238E27FC236}">
                <a16:creationId xmlns:a16="http://schemas.microsoft.com/office/drawing/2014/main" id="{1F3135FB-72CC-31AF-D8DB-4A928679D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7261" y="3796519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5" name="Rectangle 191">
            <a:extLst>
              <a:ext uri="{FF2B5EF4-FFF2-40B4-BE49-F238E27FC236}">
                <a16:creationId xmlns:a16="http://schemas.microsoft.com/office/drawing/2014/main" id="{EA2C70CE-F539-784D-0F20-204C2EB9D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023" y="3796945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BB592BC4-4E11-DE38-4E08-2BF2DCBC2A01}"/>
              </a:ext>
            </a:extLst>
          </p:cNvPr>
          <p:cNvSpPr/>
          <p:nvPr/>
        </p:nvSpPr>
        <p:spPr>
          <a:xfrm>
            <a:off x="2595355" y="3775587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BEAE917D-B8FF-5E65-1B5F-943081F65680}"/>
              </a:ext>
            </a:extLst>
          </p:cNvPr>
          <p:cNvSpPr/>
          <p:nvPr/>
        </p:nvSpPr>
        <p:spPr>
          <a:xfrm>
            <a:off x="3042483" y="472227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B7A862FE-2F36-845D-6C18-3C9217ECF6FA}"/>
              </a:ext>
            </a:extLst>
          </p:cNvPr>
          <p:cNvSpPr/>
          <p:nvPr/>
        </p:nvSpPr>
        <p:spPr>
          <a:xfrm>
            <a:off x="4695481" y="472226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D02B71D4-733C-F0BA-93BD-6317BA044EBF}"/>
              </a:ext>
            </a:extLst>
          </p:cNvPr>
          <p:cNvSpPr/>
          <p:nvPr/>
        </p:nvSpPr>
        <p:spPr>
          <a:xfrm>
            <a:off x="5003991" y="472226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0" name="Rectangle 191">
            <a:extLst>
              <a:ext uri="{FF2B5EF4-FFF2-40B4-BE49-F238E27FC236}">
                <a16:creationId xmlns:a16="http://schemas.microsoft.com/office/drawing/2014/main" id="{52427A89-5A6D-EEDD-13BB-92BFBBF38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59" y="474363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D6A67F14-2722-E1B2-AA3F-456DEB78ACBD}"/>
              </a:ext>
            </a:extLst>
          </p:cNvPr>
          <p:cNvSpPr/>
          <p:nvPr/>
        </p:nvSpPr>
        <p:spPr>
          <a:xfrm>
            <a:off x="2414493" y="4722273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2" name="Rectangle 191">
            <a:extLst>
              <a:ext uri="{FF2B5EF4-FFF2-40B4-BE49-F238E27FC236}">
                <a16:creationId xmlns:a16="http://schemas.microsoft.com/office/drawing/2014/main" id="{93DDA627-01CD-B476-4FCC-1CCBA534C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3028" y="4743631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A6FE7399-CE17-6E91-2002-E09E915CA4BF}"/>
              </a:ext>
            </a:extLst>
          </p:cNvPr>
          <p:cNvSpPr>
            <a:spLocks noChangeAspect="1"/>
          </p:cNvSpPr>
          <p:nvPr/>
        </p:nvSpPr>
        <p:spPr>
          <a:xfrm>
            <a:off x="3677541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4EC27D2D-D992-E6D6-2DFE-DCBCB7E72467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DB9F8541-0A9F-2315-F5B4-EAE5E4199C55}"/>
              </a:ext>
            </a:extLst>
          </p:cNvPr>
          <p:cNvSpPr>
            <a:spLocks noChangeAspect="1"/>
          </p:cNvSpPr>
          <p:nvPr/>
        </p:nvSpPr>
        <p:spPr>
          <a:xfrm>
            <a:off x="512127" y="307705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22EEF37B-0786-2B9F-43B5-76D21824C715}"/>
              </a:ext>
            </a:extLst>
          </p:cNvPr>
          <p:cNvSpPr>
            <a:spLocks noChangeAspect="1"/>
          </p:cNvSpPr>
          <p:nvPr/>
        </p:nvSpPr>
        <p:spPr>
          <a:xfrm>
            <a:off x="512127" y="331456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5F14797F-4B5E-6D7E-287F-0C3E28BEC03D}"/>
              </a:ext>
            </a:extLst>
          </p:cNvPr>
          <p:cNvSpPr>
            <a:spLocks noChangeAspect="1"/>
          </p:cNvSpPr>
          <p:nvPr/>
        </p:nvSpPr>
        <p:spPr>
          <a:xfrm>
            <a:off x="512127" y="378132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A05D2009-CFF9-B9D4-9052-86645D55BDC2}"/>
              </a:ext>
            </a:extLst>
          </p:cNvPr>
          <p:cNvSpPr>
            <a:spLocks noChangeAspect="1"/>
          </p:cNvSpPr>
          <p:nvPr/>
        </p:nvSpPr>
        <p:spPr>
          <a:xfrm>
            <a:off x="512127" y="47197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3535B38-6A15-DB60-80B5-050AEFB50EA5}"/>
              </a:ext>
            </a:extLst>
          </p:cNvPr>
          <p:cNvGrpSpPr/>
          <p:nvPr/>
        </p:nvGrpSpPr>
        <p:grpSpPr>
          <a:xfrm>
            <a:off x="2216669" y="3547708"/>
            <a:ext cx="2704513" cy="144016"/>
            <a:chOff x="1897884" y="2847629"/>
            <a:chExt cx="2704513" cy="144016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1BEFA6D2-6BF1-E650-8333-F2C9269418FA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28CCCF2A-C442-768C-F865-4D189C96A42B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7A66C7F6-98D2-2570-3A2E-F79D3DC1B36B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F52982E8-D3D8-18EC-881B-805B86293037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904CB2B2-012F-39F7-0B16-A0BEFFBBF383}"/>
              </a:ext>
            </a:extLst>
          </p:cNvPr>
          <p:cNvGrpSpPr/>
          <p:nvPr/>
        </p:nvGrpSpPr>
        <p:grpSpPr>
          <a:xfrm>
            <a:off x="2211356" y="5888637"/>
            <a:ext cx="2386963" cy="144016"/>
            <a:chOff x="1897884" y="4476806"/>
            <a:chExt cx="2386963" cy="144016"/>
          </a:xfrm>
        </p:grpSpPr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EE8E773A-5FEC-4A86-BC5F-267BE953F72B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52D35008-3F7A-419D-5363-2BC2C754860D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A9022815-C451-260C-89B3-48A0791F3D61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4F74CCF3-D8A2-BB45-A881-2B085B1BCFD2}"/>
              </a:ext>
            </a:extLst>
          </p:cNvPr>
          <p:cNvSpPr/>
          <p:nvPr/>
        </p:nvSpPr>
        <p:spPr>
          <a:xfrm>
            <a:off x="668524" y="586934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084E3BD2-929C-C286-D30B-5D9D36002934}"/>
              </a:ext>
            </a:extLst>
          </p:cNvPr>
          <p:cNvSpPr>
            <a:spLocks noChangeAspect="1"/>
          </p:cNvSpPr>
          <p:nvPr/>
        </p:nvSpPr>
        <p:spPr>
          <a:xfrm>
            <a:off x="512127" y="589317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A702E513-4F20-D09C-6AE8-F773576E9FEA}"/>
              </a:ext>
            </a:extLst>
          </p:cNvPr>
          <p:cNvSpPr/>
          <p:nvPr/>
        </p:nvSpPr>
        <p:spPr>
          <a:xfrm>
            <a:off x="668524" y="3515649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B2BD6697-1CF6-B534-F39C-C523E4125641}"/>
              </a:ext>
            </a:extLst>
          </p:cNvPr>
          <p:cNvSpPr>
            <a:spLocks noChangeAspect="1"/>
          </p:cNvSpPr>
          <p:nvPr/>
        </p:nvSpPr>
        <p:spPr>
          <a:xfrm>
            <a:off x="512127" y="35394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4164954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B69F46-7C0E-A50D-79D6-C6D7BE3052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F329BA-7727-C302-2B94-E38476BC2AE0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C466F4E-7951-C794-32A5-8D7D9B2EA73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33D8B773-96CF-B18F-B60D-372C465FB0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9917768"/>
              </p:ext>
            </p:extLst>
          </p:nvPr>
        </p:nvGraphicFramePr>
        <p:xfrm>
          <a:off x="6969418" y="2548005"/>
          <a:ext cx="2772114" cy="338789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다자녀가정자녀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지방세 세목별 과세증명서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 납입확인서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지방세 세목별 과세증명서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재산세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학생 합산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과제증명서 기반 재산세를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보험료 납입확인서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납부액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모 합산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건강보험료 납부액을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가족인원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가족인원 수를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164A0273-8F45-AB51-8BCE-872A03C98519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6D26F7D-CF60-4F8B-FE01-4578C61E277D}"/>
              </a:ext>
            </a:extLst>
          </p:cNvPr>
          <p:cNvSpPr/>
          <p:nvPr/>
        </p:nvSpPr>
        <p:spPr>
          <a:xfrm>
            <a:off x="165100" y="1376363"/>
            <a:ext cx="6732116" cy="529299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17B837B-84C2-5C97-F2CC-34C6F83FEFFC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30911D4-F004-1A2F-1C1A-07F77D209863}"/>
              </a:ext>
            </a:extLst>
          </p:cNvPr>
          <p:cNvSpPr/>
          <p:nvPr/>
        </p:nvSpPr>
        <p:spPr>
          <a:xfrm>
            <a:off x="6397011" y="6391401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96D7E40-4B5B-79F2-0C4D-B996F5622835}"/>
              </a:ext>
            </a:extLst>
          </p:cNvPr>
          <p:cNvSpPr/>
          <p:nvPr/>
        </p:nvSpPr>
        <p:spPr>
          <a:xfrm>
            <a:off x="5936915" y="6391401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5B0EAAF-4384-4DF7-ED33-FFEE7F2CC2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7604081"/>
              </p:ext>
            </p:extLst>
          </p:nvPr>
        </p:nvGraphicFramePr>
        <p:xfrm>
          <a:off x="272480" y="1628800"/>
          <a:ext cx="6517258" cy="4694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897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지방세 세목별 과세증명서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보험료 납입확인서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41459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00795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28" name="그룹 27">
            <a:extLst>
              <a:ext uri="{FF2B5EF4-FFF2-40B4-BE49-F238E27FC236}">
                <a16:creationId xmlns:a16="http://schemas.microsoft.com/office/drawing/2014/main" id="{D1A09921-77D5-4010-0952-16171E559C4E}"/>
              </a:ext>
            </a:extLst>
          </p:cNvPr>
          <p:cNvGrpSpPr/>
          <p:nvPr/>
        </p:nvGrpSpPr>
        <p:grpSpPr>
          <a:xfrm>
            <a:off x="2497056" y="2380094"/>
            <a:ext cx="505750" cy="144462"/>
            <a:chOff x="2716253" y="2405617"/>
            <a:chExt cx="505750" cy="144462"/>
          </a:xfrm>
        </p:grpSpPr>
        <p:sp>
          <p:nvSpPr>
            <p:cNvPr id="29" name="Rectangle 191">
              <a:extLst>
                <a:ext uri="{FF2B5EF4-FFF2-40B4-BE49-F238E27FC236}">
                  <a16:creationId xmlns:a16="http://schemas.microsoft.com/office/drawing/2014/main" id="{B0175F59-CACD-5E4E-779B-8E3B74C7E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30" name="개체 29">
              <a:extLst>
                <a:ext uri="{FF2B5EF4-FFF2-40B4-BE49-F238E27FC236}">
                  <a16:creationId xmlns:a16="http://schemas.microsoft.com/office/drawing/2014/main" id="{894407A0-914A-A136-5847-582A575DC20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5" name="개체 94">
                          <a:extLst>
                            <a:ext uri="{FF2B5EF4-FFF2-40B4-BE49-F238E27FC236}">
                              <a16:creationId xmlns:a16="http://schemas.microsoft.com/office/drawing/2014/main" id="{B0C876D3-7D68-80CB-F914-FC85FBD328B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56594454-9621-6F38-B96A-9AEF79327C1F}"/>
              </a:ext>
            </a:extLst>
          </p:cNvPr>
          <p:cNvGrpSpPr/>
          <p:nvPr/>
        </p:nvGrpSpPr>
        <p:grpSpPr>
          <a:xfrm>
            <a:off x="4554810" y="2380094"/>
            <a:ext cx="775054" cy="144462"/>
            <a:chOff x="2716253" y="2405617"/>
            <a:chExt cx="775054" cy="144462"/>
          </a:xfrm>
        </p:grpSpPr>
        <p:sp>
          <p:nvSpPr>
            <p:cNvPr id="32" name="Rectangle 191">
              <a:extLst>
                <a:ext uri="{FF2B5EF4-FFF2-40B4-BE49-F238E27FC236}">
                  <a16:creationId xmlns:a16="http://schemas.microsoft.com/office/drawing/2014/main" id="{696ECCB9-C063-6915-05E6-F47443415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33" name="개체 32">
              <a:extLst>
                <a:ext uri="{FF2B5EF4-FFF2-40B4-BE49-F238E27FC236}">
                  <a16:creationId xmlns:a16="http://schemas.microsoft.com/office/drawing/2014/main" id="{FE2FEE96-822E-9E3B-5789-679AA13B233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8" name="개체 97">
                          <a:extLst>
                            <a:ext uri="{FF2B5EF4-FFF2-40B4-BE49-F238E27FC236}">
                              <a16:creationId xmlns:a16="http://schemas.microsoft.com/office/drawing/2014/main" id="{4C8D92DD-D76B-EA93-6CCF-E6A832354B2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DE31B0D-D80D-4353-8FC0-E29ED975AF71}"/>
              </a:ext>
            </a:extLst>
          </p:cNvPr>
          <p:cNvSpPr/>
          <p:nvPr/>
        </p:nvSpPr>
        <p:spPr>
          <a:xfrm>
            <a:off x="1920713" y="49612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1F4B63-544C-8FB2-24B9-41EFA3623462}"/>
              </a:ext>
            </a:extLst>
          </p:cNvPr>
          <p:cNvSpPr/>
          <p:nvPr/>
        </p:nvSpPr>
        <p:spPr>
          <a:xfrm>
            <a:off x="3573711" y="49612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81D02B3-6D9F-8315-1E9B-108EA3F89744}"/>
              </a:ext>
            </a:extLst>
          </p:cNvPr>
          <p:cNvSpPr/>
          <p:nvPr/>
        </p:nvSpPr>
        <p:spPr>
          <a:xfrm>
            <a:off x="1920713" y="519382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82B3664-1849-0907-713A-98A162F9CD09}"/>
              </a:ext>
            </a:extLst>
          </p:cNvPr>
          <p:cNvSpPr/>
          <p:nvPr/>
        </p:nvSpPr>
        <p:spPr>
          <a:xfrm>
            <a:off x="3573711" y="519381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3A15275-00AF-4122-18C2-BDC6FA1866FB}"/>
              </a:ext>
            </a:extLst>
          </p:cNvPr>
          <p:cNvSpPr/>
          <p:nvPr/>
        </p:nvSpPr>
        <p:spPr>
          <a:xfrm>
            <a:off x="1920713" y="543102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B9D1AF2-A1F0-5A03-3029-CEFC46AC0F15}"/>
              </a:ext>
            </a:extLst>
          </p:cNvPr>
          <p:cNvSpPr/>
          <p:nvPr/>
        </p:nvSpPr>
        <p:spPr>
          <a:xfrm>
            <a:off x="3573711" y="543101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B801322-DFCB-A670-A4EB-CAE980731DBC}"/>
              </a:ext>
            </a:extLst>
          </p:cNvPr>
          <p:cNvSpPr/>
          <p:nvPr/>
        </p:nvSpPr>
        <p:spPr>
          <a:xfrm>
            <a:off x="1920713" y="56612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0423CBC-DD32-0437-1EED-B669F02D90C1}"/>
              </a:ext>
            </a:extLst>
          </p:cNvPr>
          <p:cNvSpPr/>
          <p:nvPr/>
        </p:nvSpPr>
        <p:spPr>
          <a:xfrm>
            <a:off x="3573711" y="56612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7A2E62A5-9421-B653-339D-5EB1B0614946}"/>
              </a:ext>
            </a:extLst>
          </p:cNvPr>
          <p:cNvGrpSpPr/>
          <p:nvPr/>
        </p:nvGrpSpPr>
        <p:grpSpPr>
          <a:xfrm>
            <a:off x="1955994" y="6145423"/>
            <a:ext cx="1105196" cy="128396"/>
            <a:chOff x="3438680" y="4305150"/>
            <a:chExt cx="1105196" cy="12839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F52576F-46B0-61A2-BE81-F48B250B2B64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4" name="Picture 10">
              <a:extLst>
                <a:ext uri="{FF2B5EF4-FFF2-40B4-BE49-F238E27FC236}">
                  <a16:creationId xmlns:a16="http://schemas.microsoft.com/office/drawing/2014/main" id="{4FC3F248-5D79-E5B0-2C35-2CE5A9CC9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8970BD94-1932-C117-71E1-28968258E98E}"/>
              </a:ext>
            </a:extLst>
          </p:cNvPr>
          <p:cNvGrpSpPr/>
          <p:nvPr/>
        </p:nvGrpSpPr>
        <p:grpSpPr>
          <a:xfrm>
            <a:off x="3142407" y="6145423"/>
            <a:ext cx="1105196" cy="128396"/>
            <a:chOff x="3438680" y="4305150"/>
            <a:chExt cx="1105196" cy="128396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A64532F-7CA7-533C-E72F-17538BCC2414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8" name="Picture 10">
              <a:extLst>
                <a:ext uri="{FF2B5EF4-FFF2-40B4-BE49-F238E27FC236}">
                  <a16:creationId xmlns:a16="http://schemas.microsoft.com/office/drawing/2014/main" id="{29B8C4E6-BC09-BE7D-53BD-089363261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9AF7B6F8-B141-DD5C-48AF-02416F0CDF01}"/>
              </a:ext>
            </a:extLst>
          </p:cNvPr>
          <p:cNvGrpSpPr/>
          <p:nvPr/>
        </p:nvGrpSpPr>
        <p:grpSpPr>
          <a:xfrm>
            <a:off x="1920713" y="4012319"/>
            <a:ext cx="2225682" cy="145176"/>
            <a:chOff x="3327015" y="2690196"/>
            <a:chExt cx="2225682" cy="145176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3F52D82-8C03-CD6D-E015-CDA10B65B6D5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87392C3-EDF8-76EB-5FFF-5243EFF0EE39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BFD0E48B-DB62-C453-5A5A-1EC847091B88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8E63A66-8379-D416-85DA-69A5EA40E59D}"/>
              </a:ext>
            </a:extLst>
          </p:cNvPr>
          <p:cNvSpPr/>
          <p:nvPr/>
        </p:nvSpPr>
        <p:spPr>
          <a:xfrm>
            <a:off x="3882221" y="49613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1F67F70-B208-B003-83F0-32AA069FD3E6}"/>
              </a:ext>
            </a:extLst>
          </p:cNvPr>
          <p:cNvSpPr/>
          <p:nvPr/>
        </p:nvSpPr>
        <p:spPr>
          <a:xfrm>
            <a:off x="3882221" y="519319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5D7F152-7399-2FAF-6690-D153A8BCF5AD}"/>
              </a:ext>
            </a:extLst>
          </p:cNvPr>
          <p:cNvSpPr/>
          <p:nvPr/>
        </p:nvSpPr>
        <p:spPr>
          <a:xfrm>
            <a:off x="3882221" y="542512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1C447DA-64B6-12A9-8C70-2349A1B17341}"/>
              </a:ext>
            </a:extLst>
          </p:cNvPr>
          <p:cNvSpPr/>
          <p:nvPr/>
        </p:nvSpPr>
        <p:spPr>
          <a:xfrm>
            <a:off x="3882221" y="566311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0C213817-6AE9-950B-FFA4-603E67044CEF}"/>
              </a:ext>
            </a:extLst>
          </p:cNvPr>
          <p:cNvGrpSpPr/>
          <p:nvPr/>
        </p:nvGrpSpPr>
        <p:grpSpPr>
          <a:xfrm>
            <a:off x="1936260" y="2621541"/>
            <a:ext cx="1394613" cy="144462"/>
            <a:chOff x="2415444" y="3432217"/>
            <a:chExt cx="1394613" cy="144462"/>
          </a:xfrm>
        </p:grpSpPr>
        <p:sp>
          <p:nvSpPr>
            <p:cNvPr id="66" name="Rectangle 191">
              <a:extLst>
                <a:ext uri="{FF2B5EF4-FFF2-40B4-BE49-F238E27FC236}">
                  <a16:creationId xmlns:a16="http://schemas.microsoft.com/office/drawing/2014/main" id="{D6E406A9-EF73-0D3E-C169-95725FEB9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1CF5A1B1-D659-88C4-9B19-D437C0E18D0A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71" name="Rectangle 191">
                <a:extLst>
                  <a:ext uri="{FF2B5EF4-FFF2-40B4-BE49-F238E27FC236}">
                    <a16:creationId xmlns:a16="http://schemas.microsoft.com/office/drawing/2014/main" id="{2350CFF0-5E43-9D2C-A9BD-7F1E47B8E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72" name="개체 71">
                <a:extLst>
                  <a:ext uri="{FF2B5EF4-FFF2-40B4-BE49-F238E27FC236}">
                    <a16:creationId xmlns:a16="http://schemas.microsoft.com/office/drawing/2014/main" id="{EB2760D9-F5FC-3E18-DF3D-306BCF1123F1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84" name="개체 183">
                            <a:extLst>
                              <a:ext uri="{FF2B5EF4-FFF2-40B4-BE49-F238E27FC236}">
                                <a16:creationId xmlns:a16="http://schemas.microsoft.com/office/drawing/2014/main" id="{6DA1A76B-9D20-F165-8FC9-0C91DBFBB47D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6E284D8-49B4-B13C-284E-57565AC65258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69" name="Rectangle 191">
                <a:extLst>
                  <a:ext uri="{FF2B5EF4-FFF2-40B4-BE49-F238E27FC236}">
                    <a16:creationId xmlns:a16="http://schemas.microsoft.com/office/drawing/2014/main" id="{0BE67387-3F6E-7CB9-5F00-D39501122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70" name="개체 69">
                <a:extLst>
                  <a:ext uri="{FF2B5EF4-FFF2-40B4-BE49-F238E27FC236}">
                    <a16:creationId xmlns:a16="http://schemas.microsoft.com/office/drawing/2014/main" id="{F0FF7146-96EE-DED4-B7AE-46C6AF09DF40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82" name="개체 181">
                            <a:extLst>
                              <a:ext uri="{FF2B5EF4-FFF2-40B4-BE49-F238E27FC236}">
                                <a16:creationId xmlns:a16="http://schemas.microsoft.com/office/drawing/2014/main" id="{1FAE0F0E-AC7F-5027-E7A0-6900D56B6D1D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761256DE-C603-E629-899D-650E2560F52D}"/>
              </a:ext>
            </a:extLst>
          </p:cNvPr>
          <p:cNvGrpSpPr/>
          <p:nvPr/>
        </p:nvGrpSpPr>
        <p:grpSpPr>
          <a:xfrm>
            <a:off x="1920713" y="4236007"/>
            <a:ext cx="2225682" cy="145176"/>
            <a:chOff x="3327015" y="2690196"/>
            <a:chExt cx="2225682" cy="145176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9E83AC13-729F-4D4D-052D-ED686C9F1DCD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4D5DC26D-6C87-2C6A-828E-946411D08C6B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A61D8085-5C80-6E41-5524-6B459397EA5A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6445D224-1C1D-BF26-4D14-83936A70053C}"/>
              </a:ext>
            </a:extLst>
          </p:cNvPr>
          <p:cNvGrpSpPr/>
          <p:nvPr/>
        </p:nvGrpSpPr>
        <p:grpSpPr>
          <a:xfrm>
            <a:off x="1920713" y="4489018"/>
            <a:ext cx="2225682" cy="145176"/>
            <a:chOff x="3327015" y="2690196"/>
            <a:chExt cx="2225682" cy="145176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610A8882-DA6A-8C4D-F7A5-5219FF20811D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2698C432-3452-3533-044E-9715BAF7237E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3D472BA8-5406-12A5-7512-B90F23FC6E02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B5F1853C-3D29-7676-15F6-5A8D48EC15D1}"/>
              </a:ext>
            </a:extLst>
          </p:cNvPr>
          <p:cNvGrpSpPr/>
          <p:nvPr/>
        </p:nvGrpSpPr>
        <p:grpSpPr>
          <a:xfrm>
            <a:off x="1921229" y="2380094"/>
            <a:ext cx="505750" cy="144462"/>
            <a:chOff x="2716253" y="2405617"/>
            <a:chExt cx="505750" cy="144462"/>
          </a:xfrm>
        </p:grpSpPr>
        <p:sp>
          <p:nvSpPr>
            <p:cNvPr id="144" name="Rectangle 191">
              <a:extLst>
                <a:ext uri="{FF2B5EF4-FFF2-40B4-BE49-F238E27FC236}">
                  <a16:creationId xmlns:a16="http://schemas.microsoft.com/office/drawing/2014/main" id="{834C129D-8D72-46B6-30BF-FA1776CF6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45" name="개체 144">
              <a:extLst>
                <a:ext uri="{FF2B5EF4-FFF2-40B4-BE49-F238E27FC236}">
                  <a16:creationId xmlns:a16="http://schemas.microsoft.com/office/drawing/2014/main" id="{E21FF7C4-8078-015E-790A-EF2DF17113D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218" name="개체 217">
                          <a:extLst>
                            <a:ext uri="{FF2B5EF4-FFF2-40B4-BE49-F238E27FC236}">
                              <a16:creationId xmlns:a16="http://schemas.microsoft.com/office/drawing/2014/main" id="{B2153947-F2E2-451A-A068-20C4D7EACD5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56079BF-3D6A-D442-21DE-453BE0251CC9}"/>
              </a:ext>
            </a:extLst>
          </p:cNvPr>
          <p:cNvGrpSpPr/>
          <p:nvPr/>
        </p:nvGrpSpPr>
        <p:grpSpPr>
          <a:xfrm>
            <a:off x="3071771" y="2380094"/>
            <a:ext cx="595518" cy="144462"/>
            <a:chOff x="2716253" y="2405617"/>
            <a:chExt cx="595518" cy="144462"/>
          </a:xfrm>
        </p:grpSpPr>
        <p:sp>
          <p:nvSpPr>
            <p:cNvPr id="147" name="Rectangle 191">
              <a:extLst>
                <a:ext uri="{FF2B5EF4-FFF2-40B4-BE49-F238E27FC236}">
                  <a16:creationId xmlns:a16="http://schemas.microsoft.com/office/drawing/2014/main" id="{920CE110-E3C3-695F-7CAB-08624F4A4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48" name="개체 147">
              <a:extLst>
                <a:ext uri="{FF2B5EF4-FFF2-40B4-BE49-F238E27FC236}">
                  <a16:creationId xmlns:a16="http://schemas.microsoft.com/office/drawing/2014/main" id="{5BBCFC5E-243F-6320-8F7C-983B8C85078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227" name="개체 226">
                          <a:extLst>
                            <a:ext uri="{FF2B5EF4-FFF2-40B4-BE49-F238E27FC236}">
                              <a16:creationId xmlns:a16="http://schemas.microsoft.com/office/drawing/2014/main" id="{D38D739F-95FD-88CF-8A40-54FA24B30C8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001586EB-29A9-7A00-40C7-6FFABA4E5A26}"/>
              </a:ext>
            </a:extLst>
          </p:cNvPr>
          <p:cNvGrpSpPr/>
          <p:nvPr/>
        </p:nvGrpSpPr>
        <p:grpSpPr>
          <a:xfrm>
            <a:off x="3721700" y="2385980"/>
            <a:ext cx="775737" cy="144463"/>
            <a:chOff x="3327015" y="1527346"/>
            <a:chExt cx="775737" cy="144463"/>
          </a:xfrm>
        </p:grpSpPr>
        <p:sp>
          <p:nvSpPr>
            <p:cNvPr id="151" name="Rectangle 191">
              <a:extLst>
                <a:ext uri="{FF2B5EF4-FFF2-40B4-BE49-F238E27FC236}">
                  <a16:creationId xmlns:a16="http://schemas.microsoft.com/office/drawing/2014/main" id="{D548C532-044C-D05E-0942-6A5FD634F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152" name="개체 151">
              <a:extLst>
                <a:ext uri="{FF2B5EF4-FFF2-40B4-BE49-F238E27FC236}">
                  <a16:creationId xmlns:a16="http://schemas.microsoft.com/office/drawing/2014/main" id="{D5785780-E7AF-9D03-823E-02AA38F2593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230" name="개체 229">
                          <a:extLst>
                            <a:ext uri="{FF2B5EF4-FFF2-40B4-BE49-F238E27FC236}">
                              <a16:creationId xmlns:a16="http://schemas.microsoft.com/office/drawing/2014/main" id="{CD8D0FE9-D92B-8FD3-BD73-AFCF03C37CA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2B300124-7835-4BD8-8DCD-355321427D78}"/>
              </a:ext>
            </a:extLst>
          </p:cNvPr>
          <p:cNvSpPr/>
          <p:nvPr/>
        </p:nvSpPr>
        <p:spPr>
          <a:xfrm>
            <a:off x="2873969" y="331687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67A41F53-B9E3-DD6C-5254-14DF115162B3}"/>
              </a:ext>
            </a:extLst>
          </p:cNvPr>
          <p:cNvSpPr/>
          <p:nvPr/>
        </p:nvSpPr>
        <p:spPr>
          <a:xfrm>
            <a:off x="4526967" y="331686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32AF994E-6880-0FD4-C4B1-72D161D34946}"/>
              </a:ext>
            </a:extLst>
          </p:cNvPr>
          <p:cNvSpPr/>
          <p:nvPr/>
        </p:nvSpPr>
        <p:spPr>
          <a:xfrm>
            <a:off x="4835374" y="331685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56" name="Rectangle 191">
            <a:extLst>
              <a:ext uri="{FF2B5EF4-FFF2-40B4-BE49-F238E27FC236}">
                <a16:creationId xmlns:a16="http://schemas.microsoft.com/office/drawing/2014/main" id="{991D38B8-ABAC-4BBF-A8E2-A77FDAFD7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039" y="3339443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자녀수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89F6078-7257-5A20-2B88-1D3ECCE52AB4}"/>
              </a:ext>
            </a:extLst>
          </p:cNvPr>
          <p:cNvSpPr/>
          <p:nvPr/>
        </p:nvSpPr>
        <p:spPr>
          <a:xfrm>
            <a:off x="2219071" y="3318085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명</a:t>
            </a:r>
          </a:p>
        </p:txBody>
      </p:sp>
      <p:sp>
        <p:nvSpPr>
          <p:cNvPr id="164" name="Rectangle 191">
            <a:extLst>
              <a:ext uri="{FF2B5EF4-FFF2-40B4-BE49-F238E27FC236}">
                <a16:creationId xmlns:a16="http://schemas.microsoft.com/office/drawing/2014/main" id="{FDCF5F3C-5E08-A446-D926-EA9D5DAB3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3168" y="332964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C882854A-9C40-AFB4-245E-A8EE7699EFA2}"/>
              </a:ext>
            </a:extLst>
          </p:cNvPr>
          <p:cNvSpPr/>
          <p:nvPr/>
        </p:nvSpPr>
        <p:spPr>
          <a:xfrm>
            <a:off x="2930222" y="378569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788C729D-2A87-C209-79F2-2771029BAE09}"/>
              </a:ext>
            </a:extLst>
          </p:cNvPr>
          <p:cNvSpPr/>
          <p:nvPr/>
        </p:nvSpPr>
        <p:spPr>
          <a:xfrm>
            <a:off x="4583220" y="378568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78F491BF-8A71-8C26-30E4-FF688DC16AE3}"/>
              </a:ext>
            </a:extLst>
          </p:cNvPr>
          <p:cNvSpPr/>
          <p:nvPr/>
        </p:nvSpPr>
        <p:spPr>
          <a:xfrm>
            <a:off x="4891627" y="378567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8" name="Rectangle 191">
            <a:extLst>
              <a:ext uri="{FF2B5EF4-FFF2-40B4-BE49-F238E27FC236}">
                <a16:creationId xmlns:a16="http://schemas.microsoft.com/office/drawing/2014/main" id="{A245A59B-5EFB-32EB-3846-D862C1EC0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5951" y="380096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9" name="Rectangle 191">
            <a:extLst>
              <a:ext uri="{FF2B5EF4-FFF2-40B4-BE49-F238E27FC236}">
                <a16:creationId xmlns:a16="http://schemas.microsoft.com/office/drawing/2014/main" id="{751D60FC-F9CA-8280-E405-F9BB78A5A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713" y="3801392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413B4864-A6E7-06B0-3546-A73490CEC9EB}"/>
              </a:ext>
            </a:extLst>
          </p:cNvPr>
          <p:cNvSpPr/>
          <p:nvPr/>
        </p:nvSpPr>
        <p:spPr>
          <a:xfrm>
            <a:off x="2304045" y="3780034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43A7E156-0E1A-51C5-3B1A-7D921016F962}"/>
              </a:ext>
            </a:extLst>
          </p:cNvPr>
          <p:cNvSpPr/>
          <p:nvPr/>
        </p:nvSpPr>
        <p:spPr>
          <a:xfrm>
            <a:off x="2753337" y="472377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95392581-F8F2-3C78-1086-1EFB62E3B965}"/>
              </a:ext>
            </a:extLst>
          </p:cNvPr>
          <p:cNvSpPr/>
          <p:nvPr/>
        </p:nvSpPr>
        <p:spPr>
          <a:xfrm>
            <a:off x="4406335" y="472376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75F387B8-C0E1-9356-7EF4-A8054714A3D7}"/>
              </a:ext>
            </a:extLst>
          </p:cNvPr>
          <p:cNvSpPr/>
          <p:nvPr/>
        </p:nvSpPr>
        <p:spPr>
          <a:xfrm>
            <a:off x="4714845" y="472376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4" name="Rectangle 191">
            <a:extLst>
              <a:ext uri="{FF2B5EF4-FFF2-40B4-BE49-F238E27FC236}">
                <a16:creationId xmlns:a16="http://schemas.microsoft.com/office/drawing/2014/main" id="{1AEFEE46-8FA6-238D-92E2-0996C6AF3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713" y="474513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47887A20-F0E3-5420-75EA-E0E34BBDE4E3}"/>
              </a:ext>
            </a:extLst>
          </p:cNvPr>
          <p:cNvSpPr/>
          <p:nvPr/>
        </p:nvSpPr>
        <p:spPr>
          <a:xfrm>
            <a:off x="2125347" y="4723777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6" name="Rectangle 191">
            <a:extLst>
              <a:ext uri="{FF2B5EF4-FFF2-40B4-BE49-F238E27FC236}">
                <a16:creationId xmlns:a16="http://schemas.microsoft.com/office/drawing/2014/main" id="{5401721D-9754-68F7-99EB-7B77A4107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3882" y="474513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D763988A-D063-E41D-CFE1-ED1C7BBD8CFF}"/>
              </a:ext>
            </a:extLst>
          </p:cNvPr>
          <p:cNvSpPr>
            <a:spLocks noChangeAspect="1"/>
          </p:cNvSpPr>
          <p:nvPr/>
        </p:nvSpPr>
        <p:spPr>
          <a:xfrm>
            <a:off x="4146395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5E9571F8-D974-92F4-1FBE-614F4A5D4DCD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94B6E2A0-5079-F4C0-6AF5-7B0182A18ABF}"/>
              </a:ext>
            </a:extLst>
          </p:cNvPr>
          <p:cNvSpPr>
            <a:spLocks noChangeAspect="1"/>
          </p:cNvSpPr>
          <p:nvPr/>
        </p:nvSpPr>
        <p:spPr>
          <a:xfrm>
            <a:off x="512127" y="306625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3E5020AC-3590-98B3-15BB-3F804BD31DDC}"/>
              </a:ext>
            </a:extLst>
          </p:cNvPr>
          <p:cNvSpPr>
            <a:spLocks noChangeAspect="1"/>
          </p:cNvSpPr>
          <p:nvPr/>
        </p:nvSpPr>
        <p:spPr>
          <a:xfrm>
            <a:off x="512127" y="331906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605A857A-F34E-0AF9-7CA9-F707BFB4386F}"/>
              </a:ext>
            </a:extLst>
          </p:cNvPr>
          <p:cNvSpPr>
            <a:spLocks noChangeAspect="1"/>
          </p:cNvSpPr>
          <p:nvPr/>
        </p:nvSpPr>
        <p:spPr>
          <a:xfrm>
            <a:off x="512127" y="37825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E7063BBF-EEBE-870A-7441-B91E5B220F80}"/>
              </a:ext>
            </a:extLst>
          </p:cNvPr>
          <p:cNvSpPr>
            <a:spLocks noChangeAspect="1"/>
          </p:cNvSpPr>
          <p:nvPr/>
        </p:nvSpPr>
        <p:spPr>
          <a:xfrm>
            <a:off x="512127" y="472041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C97B3F8C-9B8B-15F8-C3A3-C102340B3E21}"/>
              </a:ext>
            </a:extLst>
          </p:cNvPr>
          <p:cNvGrpSpPr/>
          <p:nvPr/>
        </p:nvGrpSpPr>
        <p:grpSpPr>
          <a:xfrm>
            <a:off x="1928664" y="3081111"/>
            <a:ext cx="3660710" cy="144016"/>
            <a:chOff x="2008170" y="2687952"/>
            <a:chExt cx="3660710" cy="144016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32A2CC0-E528-0BF5-EBDF-A81154753751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AF0FD874-7979-FBE7-5288-C0843358B03A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86" name="직사각형 185">
              <a:extLst>
                <a:ext uri="{FF2B5EF4-FFF2-40B4-BE49-F238E27FC236}">
                  <a16:creationId xmlns:a16="http://schemas.microsoft.com/office/drawing/2014/main" id="{86DA1B73-E2F0-3CA8-0A7D-D8D14F2625A3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87" name="Rectangle 191">
              <a:extLst>
                <a:ext uri="{FF2B5EF4-FFF2-40B4-BE49-F238E27FC236}">
                  <a16:creationId xmlns:a16="http://schemas.microsoft.com/office/drawing/2014/main" id="{F2DA94FC-94D9-6E0B-34E7-BCEC5E95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88" name="Rectangle 191">
              <a:extLst>
                <a:ext uri="{FF2B5EF4-FFF2-40B4-BE49-F238E27FC236}">
                  <a16:creationId xmlns:a16="http://schemas.microsoft.com/office/drawing/2014/main" id="{5E3CA7C6-56CB-9546-BD75-2F0869294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92D8125C-5FAA-EFF6-CA6F-07CBB1CA2D56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60863943-5982-CF89-9E22-249227E4A43B}"/>
              </a:ext>
            </a:extLst>
          </p:cNvPr>
          <p:cNvGrpSpPr/>
          <p:nvPr/>
        </p:nvGrpSpPr>
        <p:grpSpPr>
          <a:xfrm>
            <a:off x="1940815" y="2841234"/>
            <a:ext cx="3933984" cy="144016"/>
            <a:chOff x="1394306" y="2609825"/>
            <a:chExt cx="3933984" cy="144016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4E46C958-DBBA-4D48-0F10-9B59BCDBB0BB}"/>
                </a:ext>
              </a:extLst>
            </p:cNvPr>
            <p:cNvSpPr/>
            <p:nvPr/>
          </p:nvSpPr>
          <p:spPr>
            <a:xfrm>
              <a:off x="3102711" y="2609833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지방세세목별과세증명서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.zip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03C140BD-CEDF-8314-D37C-D6E78A071E52}"/>
                </a:ext>
              </a:extLst>
            </p:cNvPr>
            <p:cNvSpPr/>
            <p:nvPr/>
          </p:nvSpPr>
          <p:spPr>
            <a:xfrm>
              <a:off x="4755709" y="2609825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7C22D65F-89D9-8678-65AF-2602CC93942A}"/>
                </a:ext>
              </a:extLst>
            </p:cNvPr>
            <p:cNvSpPr/>
            <p:nvPr/>
          </p:nvSpPr>
          <p:spPr>
            <a:xfrm>
              <a:off x="5064116" y="2609825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94" name="Rectangle 191">
              <a:extLst>
                <a:ext uri="{FF2B5EF4-FFF2-40B4-BE49-F238E27FC236}">
                  <a16:creationId xmlns:a16="http://schemas.microsoft.com/office/drawing/2014/main" id="{803148EF-A972-7A2B-FB0C-FDB2155BB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850" y="2627972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95" name="Rectangle 191">
              <a:extLst>
                <a:ext uri="{FF2B5EF4-FFF2-40B4-BE49-F238E27FC236}">
                  <a16:creationId xmlns:a16="http://schemas.microsoft.com/office/drawing/2014/main" id="{E9C1F7E5-4DEB-F49B-DA61-9A9694869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306" y="2627972"/>
              <a:ext cx="9650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재산세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610DC558-6A5A-9374-136C-146A637E7FC6}"/>
                </a:ext>
              </a:extLst>
            </p:cNvPr>
            <p:cNvSpPr/>
            <p:nvPr/>
          </p:nvSpPr>
          <p:spPr>
            <a:xfrm>
              <a:off x="2371417" y="2609833"/>
              <a:ext cx="4752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A815749B-0914-400D-5651-DD86548450BC}"/>
              </a:ext>
            </a:extLst>
          </p:cNvPr>
          <p:cNvGrpSpPr/>
          <p:nvPr/>
        </p:nvGrpSpPr>
        <p:grpSpPr>
          <a:xfrm>
            <a:off x="1921496" y="3547708"/>
            <a:ext cx="2704513" cy="144016"/>
            <a:chOff x="1897884" y="2847629"/>
            <a:chExt cx="2704513" cy="144016"/>
          </a:xfrm>
        </p:grpSpPr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2A60AA4C-BA9C-09F7-A5FB-74173D0F9BE1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483086F0-2F13-0F37-3041-065954553B16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1B0CE736-6339-1D25-AFAD-B5B9B0A34594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7EEC92DF-4229-3951-2C8E-A644FC5479C5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C28A85D0-D000-4612-55F1-D9C02D636A7C}"/>
              </a:ext>
            </a:extLst>
          </p:cNvPr>
          <p:cNvGrpSpPr/>
          <p:nvPr/>
        </p:nvGrpSpPr>
        <p:grpSpPr>
          <a:xfrm>
            <a:off x="1924086" y="5888637"/>
            <a:ext cx="2386963" cy="144016"/>
            <a:chOff x="1897884" y="4476806"/>
            <a:chExt cx="2386963" cy="144016"/>
          </a:xfrm>
        </p:grpSpPr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CE8DA30E-33C4-8F56-420A-1D8ABA8BB9F8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00A5CEBF-AC04-F8A0-4619-1DDDF1F3F7C4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2E153BE-43C2-13B2-AC3D-CB25D7B0A041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8347200A-F940-7416-1202-07DDC6BAD02B}"/>
              </a:ext>
            </a:extLst>
          </p:cNvPr>
          <p:cNvSpPr/>
          <p:nvPr/>
        </p:nvSpPr>
        <p:spPr>
          <a:xfrm>
            <a:off x="668524" y="586139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A21B0397-AF0C-5E1E-86BD-0A398D6ACF05}"/>
              </a:ext>
            </a:extLst>
          </p:cNvPr>
          <p:cNvSpPr>
            <a:spLocks noChangeAspect="1"/>
          </p:cNvSpPr>
          <p:nvPr/>
        </p:nvSpPr>
        <p:spPr>
          <a:xfrm>
            <a:off x="512127" y="590534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F4CDE3A1-B612-8AE7-6745-857C55CCEA28}"/>
              </a:ext>
            </a:extLst>
          </p:cNvPr>
          <p:cNvSpPr/>
          <p:nvPr/>
        </p:nvSpPr>
        <p:spPr>
          <a:xfrm>
            <a:off x="668524" y="3523531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218799AA-0F1F-21DF-E16D-A3D22D33F2F1}"/>
              </a:ext>
            </a:extLst>
          </p:cNvPr>
          <p:cNvSpPr>
            <a:spLocks noChangeAspect="1"/>
          </p:cNvSpPr>
          <p:nvPr/>
        </p:nvSpPr>
        <p:spPr>
          <a:xfrm>
            <a:off x="512127" y="356069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0B231D18-2425-4B98-26F0-FAD08177DD5A}"/>
              </a:ext>
            </a:extLst>
          </p:cNvPr>
          <p:cNvSpPr/>
          <p:nvPr/>
        </p:nvSpPr>
        <p:spPr>
          <a:xfrm>
            <a:off x="668524" y="2800431"/>
            <a:ext cx="6121214" cy="476993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372363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873BD-2543-646D-7604-D755D7F1B1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1FEB539-225D-A93D-5711-5E48E010718E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A242871-6A2F-3726-640A-7C45A7EC08A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C92CF970-1D41-747F-A2B5-1C5CDC5027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8952880"/>
              </p:ext>
            </p:extLst>
          </p:nvPr>
        </p:nvGraphicFramePr>
        <p:xfrm>
          <a:off x="6969418" y="2548005"/>
          <a:ext cx="2772114" cy="243285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기반 성적을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성적을 입력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095588AB-233E-098C-73CD-3AC2EDCC841C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56C9D6D-8112-FE1F-AFA1-E75385542D12}"/>
              </a:ext>
            </a:extLst>
          </p:cNvPr>
          <p:cNvSpPr/>
          <p:nvPr/>
        </p:nvSpPr>
        <p:spPr>
          <a:xfrm>
            <a:off x="165100" y="1376363"/>
            <a:ext cx="6732116" cy="529299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DB44C80-37D3-7C76-1CE0-FE8BD8A198E9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0C3AFF77-BAEB-A409-E0D6-6518B9021DDE}"/>
              </a:ext>
            </a:extLst>
          </p:cNvPr>
          <p:cNvSpPr/>
          <p:nvPr/>
        </p:nvSpPr>
        <p:spPr>
          <a:xfrm>
            <a:off x="6397011" y="6391401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2E51705-CCE4-3C73-3B2A-63ACEE0EEAD1}"/>
              </a:ext>
            </a:extLst>
          </p:cNvPr>
          <p:cNvSpPr/>
          <p:nvPr/>
        </p:nvSpPr>
        <p:spPr>
          <a:xfrm>
            <a:off x="5936915" y="6391401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B36166F-909E-DE1E-A2D0-0F92E2A148CB}"/>
              </a:ext>
            </a:extLst>
          </p:cNvPr>
          <p:cNvGraphicFramePr>
            <a:graphicFrameLocks noGrp="1"/>
          </p:cNvGraphicFramePr>
          <p:nvPr/>
        </p:nvGraphicFramePr>
        <p:xfrm>
          <a:off x="272480" y="1628800"/>
          <a:ext cx="6517258" cy="4694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897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지방세 세목별 과세증명서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보험료 납입확인서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41459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00795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28" name="그룹 27">
            <a:extLst>
              <a:ext uri="{FF2B5EF4-FFF2-40B4-BE49-F238E27FC236}">
                <a16:creationId xmlns:a16="http://schemas.microsoft.com/office/drawing/2014/main" id="{4006C18E-1DBE-81E5-C1FB-BBA4BF69701B}"/>
              </a:ext>
            </a:extLst>
          </p:cNvPr>
          <p:cNvGrpSpPr/>
          <p:nvPr/>
        </p:nvGrpSpPr>
        <p:grpSpPr>
          <a:xfrm>
            <a:off x="2497056" y="2380094"/>
            <a:ext cx="505750" cy="144462"/>
            <a:chOff x="2716253" y="2405617"/>
            <a:chExt cx="505750" cy="144462"/>
          </a:xfrm>
        </p:grpSpPr>
        <p:sp>
          <p:nvSpPr>
            <p:cNvPr id="29" name="Rectangle 191">
              <a:extLst>
                <a:ext uri="{FF2B5EF4-FFF2-40B4-BE49-F238E27FC236}">
                  <a16:creationId xmlns:a16="http://schemas.microsoft.com/office/drawing/2014/main" id="{DB809A03-675D-4349-FCCD-09AABAE68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</a:p>
          </p:txBody>
        </p:sp>
        <p:graphicFrame>
          <p:nvGraphicFramePr>
            <p:cNvPr id="30" name="개체 29">
              <a:extLst>
                <a:ext uri="{FF2B5EF4-FFF2-40B4-BE49-F238E27FC236}">
                  <a16:creationId xmlns:a16="http://schemas.microsoft.com/office/drawing/2014/main" id="{B73BCB5B-8322-D9DB-46DE-3E4F5EC82E3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30" name="개체 29">
                          <a:extLst>
                            <a:ext uri="{FF2B5EF4-FFF2-40B4-BE49-F238E27FC236}">
                              <a16:creationId xmlns:a16="http://schemas.microsoft.com/office/drawing/2014/main" id="{894407A0-914A-A136-5847-582A575DC20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7FDD877B-F05A-B989-0570-598F6B0F4BA1}"/>
              </a:ext>
            </a:extLst>
          </p:cNvPr>
          <p:cNvGrpSpPr/>
          <p:nvPr/>
        </p:nvGrpSpPr>
        <p:grpSpPr>
          <a:xfrm>
            <a:off x="4554810" y="2380094"/>
            <a:ext cx="775054" cy="144462"/>
            <a:chOff x="2716253" y="2405617"/>
            <a:chExt cx="775054" cy="144462"/>
          </a:xfrm>
        </p:grpSpPr>
        <p:sp>
          <p:nvSpPr>
            <p:cNvPr id="32" name="Rectangle 191">
              <a:extLst>
                <a:ext uri="{FF2B5EF4-FFF2-40B4-BE49-F238E27FC236}">
                  <a16:creationId xmlns:a16="http://schemas.microsoft.com/office/drawing/2014/main" id="{4D984066-4296-0DF4-67A6-F36D48B21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33" name="개체 32">
              <a:extLst>
                <a:ext uri="{FF2B5EF4-FFF2-40B4-BE49-F238E27FC236}">
                  <a16:creationId xmlns:a16="http://schemas.microsoft.com/office/drawing/2014/main" id="{71B45888-4D5C-9332-5992-D5A4044361A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33" name="개체 32">
                          <a:extLst>
                            <a:ext uri="{FF2B5EF4-FFF2-40B4-BE49-F238E27FC236}">
                              <a16:creationId xmlns:a16="http://schemas.microsoft.com/office/drawing/2014/main" id="{FE2FEE96-822E-9E3B-5789-679AA13B233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ED90F72-720F-80E3-9918-9D02FE9FD3E8}"/>
              </a:ext>
            </a:extLst>
          </p:cNvPr>
          <p:cNvSpPr/>
          <p:nvPr/>
        </p:nvSpPr>
        <p:spPr>
          <a:xfrm>
            <a:off x="1920713" y="49612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FF3699F-B522-0F9C-9F59-6B199E91E097}"/>
              </a:ext>
            </a:extLst>
          </p:cNvPr>
          <p:cNvSpPr/>
          <p:nvPr/>
        </p:nvSpPr>
        <p:spPr>
          <a:xfrm>
            <a:off x="3573711" y="49612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FDA0523-EC86-FA34-FDF4-B21D31D608CA}"/>
              </a:ext>
            </a:extLst>
          </p:cNvPr>
          <p:cNvSpPr/>
          <p:nvPr/>
        </p:nvSpPr>
        <p:spPr>
          <a:xfrm>
            <a:off x="1920713" y="519382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5A1E2B7-FA99-7BFE-7E61-8E7DEF556B70}"/>
              </a:ext>
            </a:extLst>
          </p:cNvPr>
          <p:cNvSpPr/>
          <p:nvPr/>
        </p:nvSpPr>
        <p:spPr>
          <a:xfrm>
            <a:off x="3573711" y="519381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F1ED2E8-7DFE-8A48-3C88-49132208D40E}"/>
              </a:ext>
            </a:extLst>
          </p:cNvPr>
          <p:cNvSpPr/>
          <p:nvPr/>
        </p:nvSpPr>
        <p:spPr>
          <a:xfrm>
            <a:off x="1920713" y="543102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56F0033-4FF0-5866-FB15-3DA64E7A20EB}"/>
              </a:ext>
            </a:extLst>
          </p:cNvPr>
          <p:cNvSpPr/>
          <p:nvPr/>
        </p:nvSpPr>
        <p:spPr>
          <a:xfrm>
            <a:off x="3573711" y="543101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BFF2039-9F47-0F07-E254-56903EB42A87}"/>
              </a:ext>
            </a:extLst>
          </p:cNvPr>
          <p:cNvSpPr/>
          <p:nvPr/>
        </p:nvSpPr>
        <p:spPr>
          <a:xfrm>
            <a:off x="1920713" y="56612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60A75A2-BF7D-B06E-B451-36D42094FE3E}"/>
              </a:ext>
            </a:extLst>
          </p:cNvPr>
          <p:cNvSpPr/>
          <p:nvPr/>
        </p:nvSpPr>
        <p:spPr>
          <a:xfrm>
            <a:off x="3573711" y="56612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14832982-7C33-FF94-8EFD-D74C66E6AF1C}"/>
              </a:ext>
            </a:extLst>
          </p:cNvPr>
          <p:cNvGrpSpPr/>
          <p:nvPr/>
        </p:nvGrpSpPr>
        <p:grpSpPr>
          <a:xfrm>
            <a:off x="1955994" y="6145423"/>
            <a:ext cx="1105196" cy="128396"/>
            <a:chOff x="3438680" y="4305150"/>
            <a:chExt cx="1105196" cy="12839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6CEB2AB-605A-1729-2D25-4C91E6D7A884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4" name="Picture 10">
              <a:extLst>
                <a:ext uri="{FF2B5EF4-FFF2-40B4-BE49-F238E27FC236}">
                  <a16:creationId xmlns:a16="http://schemas.microsoft.com/office/drawing/2014/main" id="{A46F74F3-CCDF-687C-F696-D41C514EA0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60881F90-0B97-9F02-ECE6-42DAAE3D7C07}"/>
              </a:ext>
            </a:extLst>
          </p:cNvPr>
          <p:cNvGrpSpPr/>
          <p:nvPr/>
        </p:nvGrpSpPr>
        <p:grpSpPr>
          <a:xfrm>
            <a:off x="3142407" y="6145423"/>
            <a:ext cx="1105196" cy="128396"/>
            <a:chOff x="3438680" y="4305150"/>
            <a:chExt cx="1105196" cy="128396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83E7069-289B-A7A3-68A2-DF7B1A95F766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8" name="Picture 10">
              <a:extLst>
                <a:ext uri="{FF2B5EF4-FFF2-40B4-BE49-F238E27FC236}">
                  <a16:creationId xmlns:a16="http://schemas.microsoft.com/office/drawing/2014/main" id="{E6E12B79-3EF0-F04F-B108-5EC4B1EB3D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570C0C6-B403-341F-91AD-973ACBCA7082}"/>
              </a:ext>
            </a:extLst>
          </p:cNvPr>
          <p:cNvGrpSpPr/>
          <p:nvPr/>
        </p:nvGrpSpPr>
        <p:grpSpPr>
          <a:xfrm>
            <a:off x="1920713" y="4012319"/>
            <a:ext cx="2225682" cy="145176"/>
            <a:chOff x="3327015" y="2690196"/>
            <a:chExt cx="2225682" cy="145176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8671449-7432-4DB4-173D-A121425E07EB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676CF0DC-0BDE-9C61-0290-45A25305FCF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30FF2F3F-F034-3954-230A-E9074F658DE1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DC074D-456A-D67D-5AFD-D6C0F8D34A55}"/>
              </a:ext>
            </a:extLst>
          </p:cNvPr>
          <p:cNvSpPr/>
          <p:nvPr/>
        </p:nvSpPr>
        <p:spPr>
          <a:xfrm>
            <a:off x="3882221" y="49613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B6756B6-21B7-1F39-5B2A-0BBD497C63F6}"/>
              </a:ext>
            </a:extLst>
          </p:cNvPr>
          <p:cNvSpPr/>
          <p:nvPr/>
        </p:nvSpPr>
        <p:spPr>
          <a:xfrm>
            <a:off x="3882221" y="519319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F5A6269-3DB8-02E6-221F-A59244F64318}"/>
              </a:ext>
            </a:extLst>
          </p:cNvPr>
          <p:cNvSpPr/>
          <p:nvPr/>
        </p:nvSpPr>
        <p:spPr>
          <a:xfrm>
            <a:off x="3882221" y="542512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EE21D9-8B5F-5CEF-2327-F3569AB46616}"/>
              </a:ext>
            </a:extLst>
          </p:cNvPr>
          <p:cNvSpPr/>
          <p:nvPr/>
        </p:nvSpPr>
        <p:spPr>
          <a:xfrm>
            <a:off x="3882221" y="566311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6E7DAE56-56EA-3023-A69D-FEE87E66724C}"/>
              </a:ext>
            </a:extLst>
          </p:cNvPr>
          <p:cNvGrpSpPr/>
          <p:nvPr/>
        </p:nvGrpSpPr>
        <p:grpSpPr>
          <a:xfrm>
            <a:off x="1936260" y="2621541"/>
            <a:ext cx="1394613" cy="144462"/>
            <a:chOff x="2415444" y="3432217"/>
            <a:chExt cx="1394613" cy="144462"/>
          </a:xfrm>
        </p:grpSpPr>
        <p:sp>
          <p:nvSpPr>
            <p:cNvPr id="66" name="Rectangle 191">
              <a:extLst>
                <a:ext uri="{FF2B5EF4-FFF2-40B4-BE49-F238E27FC236}">
                  <a16:creationId xmlns:a16="http://schemas.microsoft.com/office/drawing/2014/main" id="{C411CC8D-3078-864A-FA3A-B36422BD7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7D56B1A4-C7BA-F7CB-2E02-ECE080DE3B06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71" name="Rectangle 191">
                <a:extLst>
                  <a:ext uri="{FF2B5EF4-FFF2-40B4-BE49-F238E27FC236}">
                    <a16:creationId xmlns:a16="http://schemas.microsoft.com/office/drawing/2014/main" id="{F1E6A955-3EE8-0C9F-2AC4-86B6F80B3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72" name="개체 71">
                <a:extLst>
                  <a:ext uri="{FF2B5EF4-FFF2-40B4-BE49-F238E27FC236}">
                    <a16:creationId xmlns:a16="http://schemas.microsoft.com/office/drawing/2014/main" id="{EB9B078F-3158-5096-49E3-54173B82188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72" name="개체 71">
                            <a:extLst>
                              <a:ext uri="{FF2B5EF4-FFF2-40B4-BE49-F238E27FC236}">
                                <a16:creationId xmlns:a16="http://schemas.microsoft.com/office/drawing/2014/main" id="{EB2760D9-F5FC-3E18-DF3D-306BCF1123F1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699CA558-A4CC-CC8B-56F6-ED5583417E98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69" name="Rectangle 191">
                <a:extLst>
                  <a:ext uri="{FF2B5EF4-FFF2-40B4-BE49-F238E27FC236}">
                    <a16:creationId xmlns:a16="http://schemas.microsoft.com/office/drawing/2014/main" id="{B07CFB25-F765-7E2D-ED2D-7E7282FF7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70" name="개체 69">
                <a:extLst>
                  <a:ext uri="{FF2B5EF4-FFF2-40B4-BE49-F238E27FC236}">
                    <a16:creationId xmlns:a16="http://schemas.microsoft.com/office/drawing/2014/main" id="{4930FC23-AE1A-2D3A-68A1-4266A6B6A0C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70" name="개체 69">
                            <a:extLst>
                              <a:ext uri="{FF2B5EF4-FFF2-40B4-BE49-F238E27FC236}">
                                <a16:creationId xmlns:a16="http://schemas.microsoft.com/office/drawing/2014/main" id="{F0FF7146-96EE-DED4-B7AE-46C6AF09DF40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BFDFE69B-7E65-5200-6081-BDDDD35DF2E0}"/>
              </a:ext>
            </a:extLst>
          </p:cNvPr>
          <p:cNvGrpSpPr/>
          <p:nvPr/>
        </p:nvGrpSpPr>
        <p:grpSpPr>
          <a:xfrm>
            <a:off x="1920713" y="4236007"/>
            <a:ext cx="2225682" cy="145176"/>
            <a:chOff x="3327015" y="2690196"/>
            <a:chExt cx="2225682" cy="145176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35E60C8D-AD19-4A13-8D6E-EF8127ED788F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E58D1FE8-A1CD-DE04-4218-731DC0145593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1F492E8-5A9F-6852-F4E9-E9E2CEC065C1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A74BB5BA-2F84-0972-9483-F4B09002F4CA}"/>
              </a:ext>
            </a:extLst>
          </p:cNvPr>
          <p:cNvGrpSpPr/>
          <p:nvPr/>
        </p:nvGrpSpPr>
        <p:grpSpPr>
          <a:xfrm>
            <a:off x="1920713" y="4489018"/>
            <a:ext cx="2225682" cy="145176"/>
            <a:chOff x="3327015" y="2690196"/>
            <a:chExt cx="2225682" cy="145176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B0490699-7712-0FE0-2156-FDDE732EDF49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28D059FB-6A8C-442D-032C-ABEC269328B2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E24F5E64-AE78-8EEF-9487-C6E0B85CCD95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CBC6CAA2-10B7-B9FB-F2F1-4F806B13446A}"/>
              </a:ext>
            </a:extLst>
          </p:cNvPr>
          <p:cNvGrpSpPr/>
          <p:nvPr/>
        </p:nvGrpSpPr>
        <p:grpSpPr>
          <a:xfrm>
            <a:off x="1921229" y="2380094"/>
            <a:ext cx="505750" cy="144462"/>
            <a:chOff x="2716253" y="2405617"/>
            <a:chExt cx="505750" cy="144462"/>
          </a:xfrm>
        </p:grpSpPr>
        <p:sp>
          <p:nvSpPr>
            <p:cNvPr id="144" name="Rectangle 191">
              <a:extLst>
                <a:ext uri="{FF2B5EF4-FFF2-40B4-BE49-F238E27FC236}">
                  <a16:creationId xmlns:a16="http://schemas.microsoft.com/office/drawing/2014/main" id="{6AAB903D-6243-6D53-2E6F-FDF4D5A94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45" name="개체 144">
              <a:extLst>
                <a:ext uri="{FF2B5EF4-FFF2-40B4-BE49-F238E27FC236}">
                  <a16:creationId xmlns:a16="http://schemas.microsoft.com/office/drawing/2014/main" id="{D5196EB8-8119-540E-5470-A093F377B93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145" name="개체 144">
                          <a:extLst>
                            <a:ext uri="{FF2B5EF4-FFF2-40B4-BE49-F238E27FC236}">
                              <a16:creationId xmlns:a16="http://schemas.microsoft.com/office/drawing/2014/main" id="{E21FF7C4-8078-015E-790A-EF2DF17113D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11EA4CE9-05A6-4775-FAC6-0E4FF57C45DF}"/>
              </a:ext>
            </a:extLst>
          </p:cNvPr>
          <p:cNvGrpSpPr/>
          <p:nvPr/>
        </p:nvGrpSpPr>
        <p:grpSpPr>
          <a:xfrm>
            <a:off x="3071771" y="2380094"/>
            <a:ext cx="595518" cy="144462"/>
            <a:chOff x="2716253" y="2405617"/>
            <a:chExt cx="595518" cy="144462"/>
          </a:xfrm>
        </p:grpSpPr>
        <p:sp>
          <p:nvSpPr>
            <p:cNvPr id="147" name="Rectangle 191">
              <a:extLst>
                <a:ext uri="{FF2B5EF4-FFF2-40B4-BE49-F238E27FC236}">
                  <a16:creationId xmlns:a16="http://schemas.microsoft.com/office/drawing/2014/main" id="{5500A901-4154-20B0-857D-670EEB535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48" name="개체 147">
              <a:extLst>
                <a:ext uri="{FF2B5EF4-FFF2-40B4-BE49-F238E27FC236}">
                  <a16:creationId xmlns:a16="http://schemas.microsoft.com/office/drawing/2014/main" id="{96BB60D5-A323-B263-898A-384BE282553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148" name="개체 147">
                          <a:extLst>
                            <a:ext uri="{FF2B5EF4-FFF2-40B4-BE49-F238E27FC236}">
                              <a16:creationId xmlns:a16="http://schemas.microsoft.com/office/drawing/2014/main" id="{5BBCFC5E-243F-6320-8F7C-983B8C85078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DC94C089-F2A0-1B2B-5093-2F0E7B172F0E}"/>
              </a:ext>
            </a:extLst>
          </p:cNvPr>
          <p:cNvGrpSpPr/>
          <p:nvPr/>
        </p:nvGrpSpPr>
        <p:grpSpPr>
          <a:xfrm>
            <a:off x="3721700" y="2385980"/>
            <a:ext cx="775737" cy="144463"/>
            <a:chOff x="3327015" y="1527346"/>
            <a:chExt cx="775737" cy="144463"/>
          </a:xfrm>
        </p:grpSpPr>
        <p:sp>
          <p:nvSpPr>
            <p:cNvPr id="151" name="Rectangle 191">
              <a:extLst>
                <a:ext uri="{FF2B5EF4-FFF2-40B4-BE49-F238E27FC236}">
                  <a16:creationId xmlns:a16="http://schemas.microsoft.com/office/drawing/2014/main" id="{02839FD7-EE0F-1B85-D0D9-ADB7E8D16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152" name="개체 151">
              <a:extLst>
                <a:ext uri="{FF2B5EF4-FFF2-40B4-BE49-F238E27FC236}">
                  <a16:creationId xmlns:a16="http://schemas.microsoft.com/office/drawing/2014/main" id="{66BA69BF-9F9C-8777-0239-FE492AF24C9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152" name="개체 151">
                          <a:extLst>
                            <a:ext uri="{FF2B5EF4-FFF2-40B4-BE49-F238E27FC236}">
                              <a16:creationId xmlns:a16="http://schemas.microsoft.com/office/drawing/2014/main" id="{D5785780-E7AF-9D03-823E-02AA38F2593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3E30BBD-D644-7362-6C84-A15BE70B517C}"/>
              </a:ext>
            </a:extLst>
          </p:cNvPr>
          <p:cNvSpPr/>
          <p:nvPr/>
        </p:nvSpPr>
        <p:spPr>
          <a:xfrm>
            <a:off x="2873969" y="331687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3D30B9CB-1A4B-EF15-ED3D-BC2E30B9CD02}"/>
              </a:ext>
            </a:extLst>
          </p:cNvPr>
          <p:cNvSpPr/>
          <p:nvPr/>
        </p:nvSpPr>
        <p:spPr>
          <a:xfrm>
            <a:off x="4526967" y="331686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2B2E39FD-C9C1-7D30-E064-FB8AF594DEF9}"/>
              </a:ext>
            </a:extLst>
          </p:cNvPr>
          <p:cNvSpPr/>
          <p:nvPr/>
        </p:nvSpPr>
        <p:spPr>
          <a:xfrm>
            <a:off x="4835374" y="331685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56" name="Rectangle 191">
            <a:extLst>
              <a:ext uri="{FF2B5EF4-FFF2-40B4-BE49-F238E27FC236}">
                <a16:creationId xmlns:a16="http://schemas.microsoft.com/office/drawing/2014/main" id="{E596C643-52BE-6FCF-0BBD-5CCD9BD5A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039" y="3339443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자녀수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F75114-9873-DDD5-4D0D-1790018F4C77}"/>
              </a:ext>
            </a:extLst>
          </p:cNvPr>
          <p:cNvSpPr/>
          <p:nvPr/>
        </p:nvSpPr>
        <p:spPr>
          <a:xfrm>
            <a:off x="2219071" y="3318085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명</a:t>
            </a:r>
          </a:p>
        </p:txBody>
      </p:sp>
      <p:sp>
        <p:nvSpPr>
          <p:cNvPr id="164" name="Rectangle 191">
            <a:extLst>
              <a:ext uri="{FF2B5EF4-FFF2-40B4-BE49-F238E27FC236}">
                <a16:creationId xmlns:a16="http://schemas.microsoft.com/office/drawing/2014/main" id="{FA30BCA1-A9BF-C2DB-1DEE-79C01EA4A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3168" y="332964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3F2641B0-C153-4AE2-BF15-2B2C6304DE31}"/>
              </a:ext>
            </a:extLst>
          </p:cNvPr>
          <p:cNvSpPr/>
          <p:nvPr/>
        </p:nvSpPr>
        <p:spPr>
          <a:xfrm>
            <a:off x="2930222" y="378569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E61F6A3A-F235-696E-6948-C046755B4CDE}"/>
              </a:ext>
            </a:extLst>
          </p:cNvPr>
          <p:cNvSpPr/>
          <p:nvPr/>
        </p:nvSpPr>
        <p:spPr>
          <a:xfrm>
            <a:off x="4583220" y="378568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3A43E0E2-022A-1C63-9376-DB373339BE96}"/>
              </a:ext>
            </a:extLst>
          </p:cNvPr>
          <p:cNvSpPr/>
          <p:nvPr/>
        </p:nvSpPr>
        <p:spPr>
          <a:xfrm>
            <a:off x="4891627" y="378567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8" name="Rectangle 191">
            <a:extLst>
              <a:ext uri="{FF2B5EF4-FFF2-40B4-BE49-F238E27FC236}">
                <a16:creationId xmlns:a16="http://schemas.microsoft.com/office/drawing/2014/main" id="{4B89A4C6-99E1-994A-A2FD-59A8C4D25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5951" y="380096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9" name="Rectangle 191">
            <a:extLst>
              <a:ext uri="{FF2B5EF4-FFF2-40B4-BE49-F238E27FC236}">
                <a16:creationId xmlns:a16="http://schemas.microsoft.com/office/drawing/2014/main" id="{149BD047-4AAB-7A8A-A3BA-C8FC30844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713" y="3801392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DBC7164-EC1D-59A6-1D26-487B8343E10B}"/>
              </a:ext>
            </a:extLst>
          </p:cNvPr>
          <p:cNvSpPr/>
          <p:nvPr/>
        </p:nvSpPr>
        <p:spPr>
          <a:xfrm>
            <a:off x="2304045" y="3780034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6442D4F0-B18A-7F62-E901-3F1FBADFF4CA}"/>
              </a:ext>
            </a:extLst>
          </p:cNvPr>
          <p:cNvSpPr/>
          <p:nvPr/>
        </p:nvSpPr>
        <p:spPr>
          <a:xfrm>
            <a:off x="2753337" y="472377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E4C949A7-1302-DAB6-0CFD-0336C5573C1E}"/>
              </a:ext>
            </a:extLst>
          </p:cNvPr>
          <p:cNvSpPr/>
          <p:nvPr/>
        </p:nvSpPr>
        <p:spPr>
          <a:xfrm>
            <a:off x="4406335" y="472376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C66D6B64-8B6A-B70D-1C12-752167B99340}"/>
              </a:ext>
            </a:extLst>
          </p:cNvPr>
          <p:cNvSpPr/>
          <p:nvPr/>
        </p:nvSpPr>
        <p:spPr>
          <a:xfrm>
            <a:off x="4714845" y="472376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4" name="Rectangle 191">
            <a:extLst>
              <a:ext uri="{FF2B5EF4-FFF2-40B4-BE49-F238E27FC236}">
                <a16:creationId xmlns:a16="http://schemas.microsoft.com/office/drawing/2014/main" id="{5EE5EABC-4B72-C80D-2312-8B3FEE7AC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713" y="474513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87848E70-A42B-CC82-700D-7FAB92BEDD2F}"/>
              </a:ext>
            </a:extLst>
          </p:cNvPr>
          <p:cNvSpPr/>
          <p:nvPr/>
        </p:nvSpPr>
        <p:spPr>
          <a:xfrm>
            <a:off x="2125347" y="4723777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6" name="Rectangle 191">
            <a:extLst>
              <a:ext uri="{FF2B5EF4-FFF2-40B4-BE49-F238E27FC236}">
                <a16:creationId xmlns:a16="http://schemas.microsoft.com/office/drawing/2014/main" id="{401C3B9F-193C-864A-BEA0-1714A6C87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3882" y="474513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DE9ED280-1BFE-E020-AF36-C13E233D0600}"/>
              </a:ext>
            </a:extLst>
          </p:cNvPr>
          <p:cNvSpPr>
            <a:spLocks noChangeAspect="1"/>
          </p:cNvSpPr>
          <p:nvPr/>
        </p:nvSpPr>
        <p:spPr>
          <a:xfrm>
            <a:off x="4146395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7AE07555-BB3C-BF73-2DB1-F65535BE7F9E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7ACF0F84-244B-B306-C941-DE0DE63032D6}"/>
              </a:ext>
            </a:extLst>
          </p:cNvPr>
          <p:cNvSpPr>
            <a:spLocks noChangeAspect="1"/>
          </p:cNvSpPr>
          <p:nvPr/>
        </p:nvSpPr>
        <p:spPr>
          <a:xfrm>
            <a:off x="512127" y="306625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4CE3180A-2BB5-C95D-A215-3B916CA4BD41}"/>
              </a:ext>
            </a:extLst>
          </p:cNvPr>
          <p:cNvSpPr>
            <a:spLocks noChangeAspect="1"/>
          </p:cNvSpPr>
          <p:nvPr/>
        </p:nvSpPr>
        <p:spPr>
          <a:xfrm>
            <a:off x="512127" y="331906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DC792138-B57E-1AC6-D5ED-6358C3DD7C93}"/>
              </a:ext>
            </a:extLst>
          </p:cNvPr>
          <p:cNvSpPr>
            <a:spLocks noChangeAspect="1"/>
          </p:cNvSpPr>
          <p:nvPr/>
        </p:nvSpPr>
        <p:spPr>
          <a:xfrm>
            <a:off x="512127" y="37825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FB5AD154-468F-07DC-C073-C9EABF0C9AD6}"/>
              </a:ext>
            </a:extLst>
          </p:cNvPr>
          <p:cNvSpPr>
            <a:spLocks noChangeAspect="1"/>
          </p:cNvSpPr>
          <p:nvPr/>
        </p:nvSpPr>
        <p:spPr>
          <a:xfrm>
            <a:off x="512127" y="472041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CD9AC998-5336-0B37-B0A4-CE5BC6DE09F4}"/>
              </a:ext>
            </a:extLst>
          </p:cNvPr>
          <p:cNvGrpSpPr/>
          <p:nvPr/>
        </p:nvGrpSpPr>
        <p:grpSpPr>
          <a:xfrm>
            <a:off x="1928664" y="3081111"/>
            <a:ext cx="3660710" cy="144016"/>
            <a:chOff x="2008170" y="2687952"/>
            <a:chExt cx="3660710" cy="144016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46F045A4-B592-B790-127D-F997FF62AB0F}"/>
                </a:ext>
              </a:extLst>
            </p:cNvPr>
            <p:cNvSpPr/>
            <p:nvPr/>
          </p:nvSpPr>
          <p:spPr>
            <a:xfrm>
              <a:off x="3443301" y="2687960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보험료납입확인서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A1AE654A-89BB-B6CF-8348-E35D9C0A9E09}"/>
                </a:ext>
              </a:extLst>
            </p:cNvPr>
            <p:cNvSpPr/>
            <p:nvPr/>
          </p:nvSpPr>
          <p:spPr>
            <a:xfrm>
              <a:off x="5096299" y="2687952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86" name="직사각형 185">
              <a:extLst>
                <a:ext uri="{FF2B5EF4-FFF2-40B4-BE49-F238E27FC236}">
                  <a16:creationId xmlns:a16="http://schemas.microsoft.com/office/drawing/2014/main" id="{4A96E18C-DB7F-0C43-850B-3DF5CE1DED79}"/>
                </a:ext>
              </a:extLst>
            </p:cNvPr>
            <p:cNvSpPr/>
            <p:nvPr/>
          </p:nvSpPr>
          <p:spPr>
            <a:xfrm>
              <a:off x="5404706" y="2687952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87" name="Rectangle 191">
              <a:extLst>
                <a:ext uri="{FF2B5EF4-FFF2-40B4-BE49-F238E27FC236}">
                  <a16:creationId xmlns:a16="http://schemas.microsoft.com/office/drawing/2014/main" id="{469DD298-C6D4-F67A-A272-39BF1A5D5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673" y="2706099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88" name="Rectangle 191">
              <a:extLst>
                <a:ext uri="{FF2B5EF4-FFF2-40B4-BE49-F238E27FC236}">
                  <a16:creationId xmlns:a16="http://schemas.microsoft.com/office/drawing/2014/main" id="{7AECBB98-2931-7758-D63D-E6025BB64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170" y="2706099"/>
              <a:ext cx="750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 err="1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납부액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D16693E5-53F9-260F-C7EA-52A4CCBBC646}"/>
                </a:ext>
              </a:extLst>
            </p:cNvPr>
            <p:cNvSpPr/>
            <p:nvPr/>
          </p:nvSpPr>
          <p:spPr>
            <a:xfrm>
              <a:off x="2784941" y="2687960"/>
              <a:ext cx="432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30,000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EBB3877D-5A32-BCC7-E46C-93FDF736AA60}"/>
              </a:ext>
            </a:extLst>
          </p:cNvPr>
          <p:cNvGrpSpPr/>
          <p:nvPr/>
        </p:nvGrpSpPr>
        <p:grpSpPr>
          <a:xfrm>
            <a:off x="1940815" y="2841234"/>
            <a:ext cx="3933984" cy="144016"/>
            <a:chOff x="1394306" y="2609825"/>
            <a:chExt cx="3933984" cy="144016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1A295703-9185-4005-3220-2AF08BADB0E7}"/>
                </a:ext>
              </a:extLst>
            </p:cNvPr>
            <p:cNvSpPr/>
            <p:nvPr/>
          </p:nvSpPr>
          <p:spPr>
            <a:xfrm>
              <a:off x="3102711" y="2609833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지방세세목별과세증명서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.zip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38ABE320-D6A3-AF0B-31FB-0334BA7A4666}"/>
                </a:ext>
              </a:extLst>
            </p:cNvPr>
            <p:cNvSpPr/>
            <p:nvPr/>
          </p:nvSpPr>
          <p:spPr>
            <a:xfrm>
              <a:off x="4755709" y="2609825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AD1FBA28-4777-C171-E370-A1FA70DD7BBE}"/>
                </a:ext>
              </a:extLst>
            </p:cNvPr>
            <p:cNvSpPr/>
            <p:nvPr/>
          </p:nvSpPr>
          <p:spPr>
            <a:xfrm>
              <a:off x="5064116" y="2609825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194" name="Rectangle 191">
              <a:extLst>
                <a:ext uri="{FF2B5EF4-FFF2-40B4-BE49-F238E27FC236}">
                  <a16:creationId xmlns:a16="http://schemas.microsoft.com/office/drawing/2014/main" id="{9FC5D4F8-32AB-47C5-35DF-49E098A46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850" y="2627972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95" name="Rectangle 191">
              <a:extLst>
                <a:ext uri="{FF2B5EF4-FFF2-40B4-BE49-F238E27FC236}">
                  <a16:creationId xmlns:a16="http://schemas.microsoft.com/office/drawing/2014/main" id="{230D2A4B-6709-D00E-34A3-675DFE928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306" y="2627972"/>
              <a:ext cx="9650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재산세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합산</a:t>
              </a:r>
              <a:r>
                <a:rPr lang="en-US" altLang="ko-KR" sz="700" kern="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BB0E444-1EB6-D93F-584F-8F9BA2DD8CC1}"/>
                </a:ext>
              </a:extLst>
            </p:cNvPr>
            <p:cNvSpPr/>
            <p:nvPr/>
          </p:nvSpPr>
          <p:spPr>
            <a:xfrm>
              <a:off x="2371417" y="2609833"/>
              <a:ext cx="4752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200,000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0CF17853-D40A-7ECB-785D-5F03CA029F76}"/>
              </a:ext>
            </a:extLst>
          </p:cNvPr>
          <p:cNvGrpSpPr/>
          <p:nvPr/>
        </p:nvGrpSpPr>
        <p:grpSpPr>
          <a:xfrm>
            <a:off x="1921496" y="3547708"/>
            <a:ext cx="2704513" cy="144016"/>
            <a:chOff x="1897884" y="2847629"/>
            <a:chExt cx="2704513" cy="144016"/>
          </a:xfrm>
        </p:grpSpPr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A2803CA4-E526-24D1-2291-09B512ECD9F4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8CBC7C10-9B8B-83BD-3F0E-49194A3B8CD7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ACE8D0AE-C269-FED7-C4DE-CBE79372159C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81B5D62D-A629-41C0-A863-B1AE709AE5A2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7D154E0C-1E79-28D7-6F43-CEDAF51B7752}"/>
              </a:ext>
            </a:extLst>
          </p:cNvPr>
          <p:cNvGrpSpPr/>
          <p:nvPr/>
        </p:nvGrpSpPr>
        <p:grpSpPr>
          <a:xfrm>
            <a:off x="1924086" y="5888637"/>
            <a:ext cx="2386963" cy="144016"/>
            <a:chOff x="1897884" y="4476806"/>
            <a:chExt cx="2386963" cy="144016"/>
          </a:xfrm>
        </p:grpSpPr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BE22E809-760E-C329-8682-D081775253A8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19EC8537-CB3A-05FA-43D9-0B633E83A284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401C38C5-143B-CB92-D4B9-E3F96F2556E2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739FED24-4175-E7B9-E247-CDCF7AFE76B7}"/>
              </a:ext>
            </a:extLst>
          </p:cNvPr>
          <p:cNvSpPr/>
          <p:nvPr/>
        </p:nvSpPr>
        <p:spPr>
          <a:xfrm>
            <a:off x="668524" y="586139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89EFD35A-EFC8-2423-21EA-7438C95597AE}"/>
              </a:ext>
            </a:extLst>
          </p:cNvPr>
          <p:cNvSpPr>
            <a:spLocks noChangeAspect="1"/>
          </p:cNvSpPr>
          <p:nvPr/>
        </p:nvSpPr>
        <p:spPr>
          <a:xfrm>
            <a:off x="512127" y="590534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38C1D278-C46F-F869-D96F-019A91D8111E}"/>
              </a:ext>
            </a:extLst>
          </p:cNvPr>
          <p:cNvSpPr/>
          <p:nvPr/>
        </p:nvSpPr>
        <p:spPr>
          <a:xfrm>
            <a:off x="668524" y="3523531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766671A8-F763-6790-6677-A7FF60C8A69F}"/>
              </a:ext>
            </a:extLst>
          </p:cNvPr>
          <p:cNvSpPr>
            <a:spLocks noChangeAspect="1"/>
          </p:cNvSpPr>
          <p:nvPr/>
        </p:nvSpPr>
        <p:spPr>
          <a:xfrm>
            <a:off x="512127" y="356069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84D0DC94-34E9-1C34-AC3C-E7A6C4D756D7}"/>
              </a:ext>
            </a:extLst>
          </p:cNvPr>
          <p:cNvSpPr/>
          <p:nvPr/>
        </p:nvSpPr>
        <p:spPr>
          <a:xfrm>
            <a:off x="668524" y="2800431"/>
            <a:ext cx="6121214" cy="476993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2456806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F3CB70-18E3-9472-3835-9F9E16EBAB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3CE319D-CCB4-85C0-4B51-B40CFF2C6DD0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91379B4-9E7B-9070-7301-A794627827B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86B52C1C-561B-4F93-D666-23E3364A74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535136"/>
              </p:ext>
            </p:extLst>
          </p:nvPr>
        </p:nvGraphicFramePr>
        <p:xfrm>
          <a:off x="6969418" y="2548005"/>
          <a:ext cx="2772114" cy="31999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다문화가정자녀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가족관계증명서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기본증명서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기반 성적을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6E924FAC-3F0F-3822-8ACB-B90709BCE288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2E71EEC-CA0B-1B66-DC16-CD7185D0FD59}"/>
              </a:ext>
            </a:extLst>
          </p:cNvPr>
          <p:cNvSpPr/>
          <p:nvPr/>
        </p:nvSpPr>
        <p:spPr>
          <a:xfrm>
            <a:off x="165100" y="1376363"/>
            <a:ext cx="6732116" cy="511333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B451917-B81C-B7AE-7E34-1C99DA5AB4F8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12EC2B28-5A9B-5110-C3FB-57E9FD04EC4B}"/>
              </a:ext>
            </a:extLst>
          </p:cNvPr>
          <p:cNvSpPr/>
          <p:nvPr/>
        </p:nvSpPr>
        <p:spPr>
          <a:xfrm>
            <a:off x="6397011" y="618332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64A10080-8C19-2734-4562-78E9F6DC67E7}"/>
              </a:ext>
            </a:extLst>
          </p:cNvPr>
          <p:cNvSpPr/>
          <p:nvPr/>
        </p:nvSpPr>
        <p:spPr>
          <a:xfrm>
            <a:off x="5936915" y="618332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1DF152BF-64F1-0A2D-3F01-AF62D61CCA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750588"/>
              </p:ext>
            </p:extLst>
          </p:nvPr>
        </p:nvGraphicFramePr>
        <p:xfrm>
          <a:off x="272480" y="1628800"/>
          <a:ext cx="6517258" cy="44599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 row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414596"/>
                  </a:ext>
                </a:extLst>
              </a:tr>
              <a:tr h="234735">
                <a:tc rowSpan="1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376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72" name="그룹 71">
            <a:extLst>
              <a:ext uri="{FF2B5EF4-FFF2-40B4-BE49-F238E27FC236}">
                <a16:creationId xmlns:a16="http://schemas.microsoft.com/office/drawing/2014/main" id="{984B6C01-269C-9FF0-37D1-0C07D03A7C65}"/>
              </a:ext>
            </a:extLst>
          </p:cNvPr>
          <p:cNvGrpSpPr/>
          <p:nvPr/>
        </p:nvGrpSpPr>
        <p:grpSpPr>
          <a:xfrm>
            <a:off x="2476954" y="2380094"/>
            <a:ext cx="505750" cy="144462"/>
            <a:chOff x="2716253" y="2405617"/>
            <a:chExt cx="505750" cy="144462"/>
          </a:xfrm>
        </p:grpSpPr>
        <p:sp>
          <p:nvSpPr>
            <p:cNvPr id="73" name="Rectangle 191">
              <a:extLst>
                <a:ext uri="{FF2B5EF4-FFF2-40B4-BE49-F238E27FC236}">
                  <a16:creationId xmlns:a16="http://schemas.microsoft.com/office/drawing/2014/main" id="{81F9BD6A-165C-43FA-592A-B5E6C7158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75" name="개체 74">
              <a:extLst>
                <a:ext uri="{FF2B5EF4-FFF2-40B4-BE49-F238E27FC236}">
                  <a16:creationId xmlns:a16="http://schemas.microsoft.com/office/drawing/2014/main" id="{DC92A15E-82D7-1F18-5A57-AB7DDF5423E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2" name="개체 91">
                          <a:extLst>
                            <a:ext uri="{FF2B5EF4-FFF2-40B4-BE49-F238E27FC236}">
                              <a16:creationId xmlns:a16="http://schemas.microsoft.com/office/drawing/2014/main" id="{4A5B2703-88BC-D261-25C4-44E8E8AB859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D6D7AC31-C8AD-6189-14C9-CE599543E797}"/>
              </a:ext>
            </a:extLst>
          </p:cNvPr>
          <p:cNvGrpSpPr/>
          <p:nvPr/>
        </p:nvGrpSpPr>
        <p:grpSpPr>
          <a:xfrm>
            <a:off x="3704047" y="2380094"/>
            <a:ext cx="775054" cy="144462"/>
            <a:chOff x="2716253" y="2405617"/>
            <a:chExt cx="775054" cy="144462"/>
          </a:xfrm>
        </p:grpSpPr>
        <p:sp>
          <p:nvSpPr>
            <p:cNvPr id="77" name="Rectangle 191">
              <a:extLst>
                <a:ext uri="{FF2B5EF4-FFF2-40B4-BE49-F238E27FC236}">
                  <a16:creationId xmlns:a16="http://schemas.microsoft.com/office/drawing/2014/main" id="{0FD3335F-18CB-C0EC-43E4-BCF02CD1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78" name="개체 77">
              <a:extLst>
                <a:ext uri="{FF2B5EF4-FFF2-40B4-BE49-F238E27FC236}">
                  <a16:creationId xmlns:a16="http://schemas.microsoft.com/office/drawing/2014/main" id="{96519277-1846-43C8-F20B-4D5AE7F9D62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95" name="개체 94">
                          <a:extLst>
                            <a:ext uri="{FF2B5EF4-FFF2-40B4-BE49-F238E27FC236}">
                              <a16:creationId xmlns:a16="http://schemas.microsoft.com/office/drawing/2014/main" id="{5A68ACAB-0D60-B527-87B6-181FB1EAD3E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A317F90-D256-7E3A-3623-C05F83DAB889}"/>
              </a:ext>
            </a:extLst>
          </p:cNvPr>
          <p:cNvSpPr/>
          <p:nvPr/>
        </p:nvSpPr>
        <p:spPr>
          <a:xfrm>
            <a:off x="1900611" y="472095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B4363E72-4A38-99C6-1782-BF2D12BF12D2}"/>
              </a:ext>
            </a:extLst>
          </p:cNvPr>
          <p:cNvSpPr/>
          <p:nvPr/>
        </p:nvSpPr>
        <p:spPr>
          <a:xfrm>
            <a:off x="3553609" y="472094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F7B89768-EA90-0388-CBA3-2983175E299D}"/>
              </a:ext>
            </a:extLst>
          </p:cNvPr>
          <p:cNvSpPr/>
          <p:nvPr/>
        </p:nvSpPr>
        <p:spPr>
          <a:xfrm>
            <a:off x="1900611" y="49618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97D4DDE-C5AC-12BB-1574-1F89140F6426}"/>
              </a:ext>
            </a:extLst>
          </p:cNvPr>
          <p:cNvSpPr/>
          <p:nvPr/>
        </p:nvSpPr>
        <p:spPr>
          <a:xfrm>
            <a:off x="3553609" y="49618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EF3C68B-A053-C494-A84F-8211919CF2E2}"/>
              </a:ext>
            </a:extLst>
          </p:cNvPr>
          <p:cNvSpPr/>
          <p:nvPr/>
        </p:nvSpPr>
        <p:spPr>
          <a:xfrm>
            <a:off x="1900611" y="519114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3AAE382D-1FCF-9F19-4165-2F89BBC590DF}"/>
              </a:ext>
            </a:extLst>
          </p:cNvPr>
          <p:cNvSpPr/>
          <p:nvPr/>
        </p:nvSpPr>
        <p:spPr>
          <a:xfrm>
            <a:off x="3553609" y="519114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3EF01E02-DF90-7185-944F-65406D4FF389}"/>
              </a:ext>
            </a:extLst>
          </p:cNvPr>
          <p:cNvSpPr/>
          <p:nvPr/>
        </p:nvSpPr>
        <p:spPr>
          <a:xfrm>
            <a:off x="1900611" y="542513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19A97859-40CE-1E23-2E64-A87259FE4731}"/>
              </a:ext>
            </a:extLst>
          </p:cNvPr>
          <p:cNvSpPr/>
          <p:nvPr/>
        </p:nvSpPr>
        <p:spPr>
          <a:xfrm>
            <a:off x="3553609" y="542512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ADE9B80-4587-162E-0879-E4CDE6233581}"/>
              </a:ext>
            </a:extLst>
          </p:cNvPr>
          <p:cNvGrpSpPr/>
          <p:nvPr/>
        </p:nvGrpSpPr>
        <p:grpSpPr>
          <a:xfrm>
            <a:off x="1935892" y="5924696"/>
            <a:ext cx="1105196" cy="128396"/>
            <a:chOff x="3438680" y="4305150"/>
            <a:chExt cx="1105196" cy="128396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6636EF57-FC06-1384-72EC-729108F4A331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0" name="Picture 10">
              <a:extLst>
                <a:ext uri="{FF2B5EF4-FFF2-40B4-BE49-F238E27FC236}">
                  <a16:creationId xmlns:a16="http://schemas.microsoft.com/office/drawing/2014/main" id="{BA118939-BFC1-AEB3-D014-4DE57C0A72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9197963E-6896-EAEE-D603-1509470303B3}"/>
              </a:ext>
            </a:extLst>
          </p:cNvPr>
          <p:cNvGrpSpPr/>
          <p:nvPr/>
        </p:nvGrpSpPr>
        <p:grpSpPr>
          <a:xfrm>
            <a:off x="3122305" y="5924696"/>
            <a:ext cx="1105196" cy="128396"/>
            <a:chOff x="3438680" y="4305150"/>
            <a:chExt cx="1105196" cy="128396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0AC26415-C936-AB16-92A2-B078E888BBCB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3" name="Picture 10">
              <a:extLst>
                <a:ext uri="{FF2B5EF4-FFF2-40B4-BE49-F238E27FC236}">
                  <a16:creationId xmlns:a16="http://schemas.microsoft.com/office/drawing/2014/main" id="{27AC688C-9276-2C46-914D-8950E12C7E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E81ACE55-7C3C-6DBF-FD24-D1F1F1D5E9D5}"/>
              </a:ext>
            </a:extLst>
          </p:cNvPr>
          <p:cNvGrpSpPr/>
          <p:nvPr/>
        </p:nvGrpSpPr>
        <p:grpSpPr>
          <a:xfrm>
            <a:off x="1900611" y="3775869"/>
            <a:ext cx="2225682" cy="145176"/>
            <a:chOff x="3327015" y="2690196"/>
            <a:chExt cx="2225682" cy="145176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6EB7F11-D628-F601-5B37-549E0C372F50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751513A-C7F1-7C20-04ED-3F641A77CE92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1EF5AA5E-381B-320A-867C-FF37C4B09749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2C15471-A9F8-AD8C-C19D-8FFBC62D298E}"/>
              </a:ext>
            </a:extLst>
          </p:cNvPr>
          <p:cNvSpPr/>
          <p:nvPr/>
        </p:nvSpPr>
        <p:spPr>
          <a:xfrm>
            <a:off x="3862119" y="472098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2F341EF6-652F-5717-3ABC-76D66F60581E}"/>
              </a:ext>
            </a:extLst>
          </p:cNvPr>
          <p:cNvSpPr/>
          <p:nvPr/>
        </p:nvSpPr>
        <p:spPr>
          <a:xfrm>
            <a:off x="3862119" y="49612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966A80B-7EC0-F478-0404-F68ED9816277}"/>
              </a:ext>
            </a:extLst>
          </p:cNvPr>
          <p:cNvSpPr/>
          <p:nvPr/>
        </p:nvSpPr>
        <p:spPr>
          <a:xfrm>
            <a:off x="3862119" y="518524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191679C-B299-3A89-26C6-9A9C507950B2}"/>
              </a:ext>
            </a:extLst>
          </p:cNvPr>
          <p:cNvSpPr/>
          <p:nvPr/>
        </p:nvSpPr>
        <p:spPr>
          <a:xfrm>
            <a:off x="3862119" y="542699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E64CECC3-4437-A427-20A8-F5F71AF07A87}"/>
              </a:ext>
            </a:extLst>
          </p:cNvPr>
          <p:cNvGrpSpPr/>
          <p:nvPr/>
        </p:nvGrpSpPr>
        <p:grpSpPr>
          <a:xfrm>
            <a:off x="1916158" y="2621541"/>
            <a:ext cx="1394613" cy="144462"/>
            <a:chOff x="2415444" y="3432217"/>
            <a:chExt cx="1394613" cy="144462"/>
          </a:xfrm>
        </p:grpSpPr>
        <p:sp>
          <p:nvSpPr>
            <p:cNvPr id="103" name="Rectangle 191">
              <a:extLst>
                <a:ext uri="{FF2B5EF4-FFF2-40B4-BE49-F238E27FC236}">
                  <a16:creationId xmlns:a16="http://schemas.microsoft.com/office/drawing/2014/main" id="{FC33717D-492E-7148-86B5-4A56CEB99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04" name="그룹 103">
              <a:extLst>
                <a:ext uri="{FF2B5EF4-FFF2-40B4-BE49-F238E27FC236}">
                  <a16:creationId xmlns:a16="http://schemas.microsoft.com/office/drawing/2014/main" id="{B1DD202F-33CE-CF49-B94A-ED593B709CD7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108" name="Rectangle 191">
                <a:extLst>
                  <a:ext uri="{FF2B5EF4-FFF2-40B4-BE49-F238E27FC236}">
                    <a16:creationId xmlns:a16="http://schemas.microsoft.com/office/drawing/2014/main" id="{1B1F8D59-7C5E-68C2-56B2-0DBA75D6A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109" name="개체 108">
                <a:extLst>
                  <a:ext uri="{FF2B5EF4-FFF2-40B4-BE49-F238E27FC236}">
                    <a16:creationId xmlns:a16="http://schemas.microsoft.com/office/drawing/2014/main" id="{EF6D1242-A141-98B7-A46A-7806D6D515A0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78" name="개체 177">
                            <a:extLst>
                              <a:ext uri="{FF2B5EF4-FFF2-40B4-BE49-F238E27FC236}">
                                <a16:creationId xmlns:a16="http://schemas.microsoft.com/office/drawing/2014/main" id="{BA87B220-A435-5071-C26D-989E3D566B4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A1E7278B-D2AB-3A98-6D10-76822E9474CA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106" name="Rectangle 191">
                <a:extLst>
                  <a:ext uri="{FF2B5EF4-FFF2-40B4-BE49-F238E27FC236}">
                    <a16:creationId xmlns:a16="http://schemas.microsoft.com/office/drawing/2014/main" id="{11ED4EE2-AC89-0B44-1687-773EE945E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107" name="개체 106">
                <a:extLst>
                  <a:ext uri="{FF2B5EF4-FFF2-40B4-BE49-F238E27FC236}">
                    <a16:creationId xmlns:a16="http://schemas.microsoft.com/office/drawing/2014/main" id="{2508D8FE-682E-B864-69D1-5577EC533959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2" imgW="145435" imgH="145435" progId="Visio.Drawing.11">
                      <p:embed/>
                    </p:oleObj>
                  </mc:Choice>
                  <mc:Fallback>
                    <p:oleObj name="Visio" r:id="rId2" imgW="145435" imgH="145435" progId="Visio.Drawing.11">
                      <p:embed/>
                      <p:pic>
                        <p:nvPicPr>
                          <p:cNvPr id="176" name="개체 175">
                            <a:extLst>
                              <a:ext uri="{FF2B5EF4-FFF2-40B4-BE49-F238E27FC236}">
                                <a16:creationId xmlns:a16="http://schemas.microsoft.com/office/drawing/2014/main" id="{701E35AC-93BF-5CE5-40E3-8A44F69CA44C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11D24876-C4BA-3BE0-7775-3604C7A36B70}"/>
              </a:ext>
            </a:extLst>
          </p:cNvPr>
          <p:cNvGrpSpPr/>
          <p:nvPr/>
        </p:nvGrpSpPr>
        <p:grpSpPr>
          <a:xfrm>
            <a:off x="1900611" y="4015459"/>
            <a:ext cx="2225682" cy="145176"/>
            <a:chOff x="3327015" y="2690196"/>
            <a:chExt cx="2225682" cy="145176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E7A8E6B3-BECF-756F-D6EA-789B54315E13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AD31D0D9-97E5-21EA-42B7-FB1A5528E7DA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F04304AE-EE51-8E13-D4BF-D75B45FB34FA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F4E9F4B5-0F02-9A1A-9199-B5A228CA70CA}"/>
              </a:ext>
            </a:extLst>
          </p:cNvPr>
          <p:cNvGrpSpPr/>
          <p:nvPr/>
        </p:nvGrpSpPr>
        <p:grpSpPr>
          <a:xfrm>
            <a:off x="1900611" y="4252681"/>
            <a:ext cx="2225682" cy="145176"/>
            <a:chOff x="3327015" y="2690196"/>
            <a:chExt cx="2225682" cy="145176"/>
          </a:xfrm>
        </p:grpSpPr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D514750C-9BD8-DC49-10C8-806EF8BF57BF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903033EF-6269-BD63-73BD-DB3DAAF17CA7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F3851599-0A56-F67A-F7DF-735FB34C9EF7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0C47A99C-D3CC-46DA-B38D-FFE810C89B2F}"/>
              </a:ext>
            </a:extLst>
          </p:cNvPr>
          <p:cNvGrpSpPr/>
          <p:nvPr/>
        </p:nvGrpSpPr>
        <p:grpSpPr>
          <a:xfrm>
            <a:off x="1901127" y="2380094"/>
            <a:ext cx="505750" cy="144462"/>
            <a:chOff x="2716253" y="2405617"/>
            <a:chExt cx="505750" cy="144462"/>
          </a:xfrm>
        </p:grpSpPr>
        <p:sp>
          <p:nvSpPr>
            <p:cNvPr id="127" name="Rectangle 191">
              <a:extLst>
                <a:ext uri="{FF2B5EF4-FFF2-40B4-BE49-F238E27FC236}">
                  <a16:creationId xmlns:a16="http://schemas.microsoft.com/office/drawing/2014/main" id="{6F8B756F-7212-33B9-7CFB-731642AE6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28" name="개체 127">
              <a:extLst>
                <a:ext uri="{FF2B5EF4-FFF2-40B4-BE49-F238E27FC236}">
                  <a16:creationId xmlns:a16="http://schemas.microsoft.com/office/drawing/2014/main" id="{E905C87D-F33B-C5E1-6769-7DCFC470663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195" name="개체 194">
                          <a:extLst>
                            <a:ext uri="{FF2B5EF4-FFF2-40B4-BE49-F238E27FC236}">
                              <a16:creationId xmlns:a16="http://schemas.microsoft.com/office/drawing/2014/main" id="{0A3DC7C9-44D0-2C67-81BD-EB213FBFE7F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192C16F-BB79-BF54-046E-44A9EAABC9ED}"/>
              </a:ext>
            </a:extLst>
          </p:cNvPr>
          <p:cNvSpPr/>
          <p:nvPr/>
        </p:nvSpPr>
        <p:spPr>
          <a:xfrm>
            <a:off x="1900611" y="284748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6326B312-6BBC-906C-1B76-EB23512B708A}"/>
              </a:ext>
            </a:extLst>
          </p:cNvPr>
          <p:cNvSpPr/>
          <p:nvPr/>
        </p:nvSpPr>
        <p:spPr>
          <a:xfrm>
            <a:off x="3553609" y="284747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283406E-4497-CFA1-F11D-E7B98F436464}"/>
              </a:ext>
            </a:extLst>
          </p:cNvPr>
          <p:cNvSpPr/>
          <p:nvPr/>
        </p:nvSpPr>
        <p:spPr>
          <a:xfrm>
            <a:off x="3862119" y="284747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CADF74-3D0E-64E9-5ABE-E4598BD40A62}"/>
              </a:ext>
            </a:extLst>
          </p:cNvPr>
          <p:cNvSpPr/>
          <p:nvPr/>
        </p:nvSpPr>
        <p:spPr>
          <a:xfrm>
            <a:off x="1900611" y="307565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92003DEA-C048-AFA9-6D5C-E6EB77FBE4FE}"/>
              </a:ext>
            </a:extLst>
          </p:cNvPr>
          <p:cNvSpPr/>
          <p:nvPr/>
        </p:nvSpPr>
        <p:spPr>
          <a:xfrm>
            <a:off x="3553609" y="307564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F6D9817-B40C-416D-8E7F-F902DD637D2B}"/>
              </a:ext>
            </a:extLst>
          </p:cNvPr>
          <p:cNvSpPr/>
          <p:nvPr/>
        </p:nvSpPr>
        <p:spPr>
          <a:xfrm>
            <a:off x="3862119" y="307564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85D95A79-F29B-D270-3655-6A4343AD471D}"/>
              </a:ext>
            </a:extLst>
          </p:cNvPr>
          <p:cNvGrpSpPr/>
          <p:nvPr/>
        </p:nvGrpSpPr>
        <p:grpSpPr>
          <a:xfrm>
            <a:off x="3051669" y="2380094"/>
            <a:ext cx="595518" cy="144462"/>
            <a:chOff x="2716253" y="2405617"/>
            <a:chExt cx="595518" cy="144462"/>
          </a:xfrm>
        </p:grpSpPr>
        <p:sp>
          <p:nvSpPr>
            <p:cNvPr id="136" name="Rectangle 191">
              <a:extLst>
                <a:ext uri="{FF2B5EF4-FFF2-40B4-BE49-F238E27FC236}">
                  <a16:creationId xmlns:a16="http://schemas.microsoft.com/office/drawing/2014/main" id="{BE1499EA-96DC-A4A3-EEAA-AC5571971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</a:p>
          </p:txBody>
        </p:sp>
        <p:graphicFrame>
          <p:nvGraphicFramePr>
            <p:cNvPr id="140" name="개체 139">
              <a:extLst>
                <a:ext uri="{FF2B5EF4-FFF2-40B4-BE49-F238E27FC236}">
                  <a16:creationId xmlns:a16="http://schemas.microsoft.com/office/drawing/2014/main" id="{D9D10296-CCB7-77EC-A1F7-89F7E104FA2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2" imgW="145435" imgH="145435" progId="Visio.Drawing.11">
                    <p:embed/>
                  </p:oleObj>
                </mc:Choice>
                <mc:Fallback>
                  <p:oleObj name="Visio" r:id="rId2" imgW="145435" imgH="145435" progId="Visio.Drawing.11">
                    <p:embed/>
                    <p:pic>
                      <p:nvPicPr>
                        <p:cNvPr id="221" name="개체 220">
                          <a:extLst>
                            <a:ext uri="{FF2B5EF4-FFF2-40B4-BE49-F238E27FC236}">
                              <a16:creationId xmlns:a16="http://schemas.microsoft.com/office/drawing/2014/main" id="{FDE436C7-7D2A-DBF5-E5E6-A745F238D87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7EC223AE-4E4F-D4EF-81F0-9582CF330A23}"/>
              </a:ext>
            </a:extLst>
          </p:cNvPr>
          <p:cNvGrpSpPr/>
          <p:nvPr/>
        </p:nvGrpSpPr>
        <p:grpSpPr>
          <a:xfrm>
            <a:off x="4535121" y="2385980"/>
            <a:ext cx="775737" cy="144463"/>
            <a:chOff x="3327015" y="1527346"/>
            <a:chExt cx="775737" cy="144463"/>
          </a:xfrm>
        </p:grpSpPr>
        <p:sp>
          <p:nvSpPr>
            <p:cNvPr id="142" name="Rectangle 191">
              <a:extLst>
                <a:ext uri="{FF2B5EF4-FFF2-40B4-BE49-F238E27FC236}">
                  <a16:creationId xmlns:a16="http://schemas.microsoft.com/office/drawing/2014/main" id="{9B87C800-0B57-6906-E1FE-7A894806E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143" name="개체 142">
              <a:extLst>
                <a:ext uri="{FF2B5EF4-FFF2-40B4-BE49-F238E27FC236}">
                  <a16:creationId xmlns:a16="http://schemas.microsoft.com/office/drawing/2014/main" id="{2861E8B5-FFCC-82BE-EFCD-9774FCC3F83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224" name="개체 223">
                          <a:extLst>
                            <a:ext uri="{FF2B5EF4-FFF2-40B4-BE49-F238E27FC236}">
                              <a16:creationId xmlns:a16="http://schemas.microsoft.com/office/drawing/2014/main" id="{C3793886-B00B-5EED-4CEB-28487992382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D7557F59-E6B1-32D1-CBEA-24E71254BE92}"/>
              </a:ext>
            </a:extLst>
          </p:cNvPr>
          <p:cNvSpPr/>
          <p:nvPr/>
        </p:nvSpPr>
        <p:spPr>
          <a:xfrm>
            <a:off x="2910120" y="354656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331C6E99-EFC2-A40A-B211-B15382BBF5C7}"/>
              </a:ext>
            </a:extLst>
          </p:cNvPr>
          <p:cNvSpPr/>
          <p:nvPr/>
        </p:nvSpPr>
        <p:spPr>
          <a:xfrm>
            <a:off x="4563118" y="354655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C3E88D2B-6EA8-72C1-E24D-52307BBCE1BE}"/>
              </a:ext>
            </a:extLst>
          </p:cNvPr>
          <p:cNvSpPr/>
          <p:nvPr/>
        </p:nvSpPr>
        <p:spPr>
          <a:xfrm>
            <a:off x="4871525" y="354654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55" name="Rectangle 191">
            <a:extLst>
              <a:ext uri="{FF2B5EF4-FFF2-40B4-BE49-F238E27FC236}">
                <a16:creationId xmlns:a16="http://schemas.microsoft.com/office/drawing/2014/main" id="{E8F76DFE-EA6A-7D16-5896-E1404750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5849" y="356183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56" name="Rectangle 191">
            <a:extLst>
              <a:ext uri="{FF2B5EF4-FFF2-40B4-BE49-F238E27FC236}">
                <a16:creationId xmlns:a16="http://schemas.microsoft.com/office/drawing/2014/main" id="{ECA702DB-EDC8-2D3E-52AE-51B1B2572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0611" y="3562263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44C1407D-B6E7-D006-6AC2-359BB85AAE38}"/>
              </a:ext>
            </a:extLst>
          </p:cNvPr>
          <p:cNvSpPr/>
          <p:nvPr/>
        </p:nvSpPr>
        <p:spPr>
          <a:xfrm>
            <a:off x="2283943" y="3540905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976500F6-C61C-E0F7-4D4B-399BF5BB3A76}"/>
              </a:ext>
            </a:extLst>
          </p:cNvPr>
          <p:cNvSpPr/>
          <p:nvPr/>
        </p:nvSpPr>
        <p:spPr>
          <a:xfrm>
            <a:off x="2733235" y="44874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2CBA5D29-A244-A7F3-99B7-D6BB2A4DD94B}"/>
              </a:ext>
            </a:extLst>
          </p:cNvPr>
          <p:cNvSpPr/>
          <p:nvPr/>
        </p:nvSpPr>
        <p:spPr>
          <a:xfrm>
            <a:off x="4386233" y="44874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EA8ACAA9-250C-D31F-E594-182B1459D73D}"/>
              </a:ext>
            </a:extLst>
          </p:cNvPr>
          <p:cNvSpPr/>
          <p:nvPr/>
        </p:nvSpPr>
        <p:spPr>
          <a:xfrm>
            <a:off x="4694743" y="448740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1" name="Rectangle 191">
            <a:extLst>
              <a:ext uri="{FF2B5EF4-FFF2-40B4-BE49-F238E27FC236}">
                <a16:creationId xmlns:a16="http://schemas.microsoft.com/office/drawing/2014/main" id="{58DC0FB5-EC0D-2F73-C3BC-ACEA04D47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0611" y="4508768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CDF4D9A-5A73-80EE-A70F-B4F66091DC6F}"/>
              </a:ext>
            </a:extLst>
          </p:cNvPr>
          <p:cNvSpPr/>
          <p:nvPr/>
        </p:nvSpPr>
        <p:spPr>
          <a:xfrm>
            <a:off x="2105245" y="4487410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3" name="Rectangle 191">
            <a:extLst>
              <a:ext uri="{FF2B5EF4-FFF2-40B4-BE49-F238E27FC236}">
                <a16:creationId xmlns:a16="http://schemas.microsoft.com/office/drawing/2014/main" id="{DE9850D9-E7DA-B325-4839-A649E411D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3780" y="4508768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1DBCD686-8400-244C-7EE0-682A8B4E942B}"/>
              </a:ext>
            </a:extLst>
          </p:cNvPr>
          <p:cNvSpPr>
            <a:spLocks noChangeAspect="1"/>
          </p:cNvSpPr>
          <p:nvPr/>
        </p:nvSpPr>
        <p:spPr>
          <a:xfrm>
            <a:off x="4881000" y="224086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AB396364-A15F-72C1-DA50-AE59EEF01A1B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101CB2B4-BE51-8A8F-64EA-6A4FC2C7DE66}"/>
              </a:ext>
            </a:extLst>
          </p:cNvPr>
          <p:cNvSpPr>
            <a:spLocks noChangeAspect="1"/>
          </p:cNvSpPr>
          <p:nvPr/>
        </p:nvSpPr>
        <p:spPr>
          <a:xfrm>
            <a:off x="512127" y="308486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4BC9B107-CA3B-6C20-E4E4-663E6A0AC295}"/>
              </a:ext>
            </a:extLst>
          </p:cNvPr>
          <p:cNvSpPr>
            <a:spLocks noChangeAspect="1"/>
          </p:cNvSpPr>
          <p:nvPr/>
        </p:nvSpPr>
        <p:spPr>
          <a:xfrm>
            <a:off x="512127" y="354799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E0561513-E018-8B42-CD27-7B011E5A80A0}"/>
              </a:ext>
            </a:extLst>
          </p:cNvPr>
          <p:cNvSpPr>
            <a:spLocks noChangeAspect="1"/>
          </p:cNvSpPr>
          <p:nvPr/>
        </p:nvSpPr>
        <p:spPr>
          <a:xfrm>
            <a:off x="512127" y="449535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70990BEB-AA04-9CDA-F8BA-259519B00712}"/>
              </a:ext>
            </a:extLst>
          </p:cNvPr>
          <p:cNvGrpSpPr/>
          <p:nvPr/>
        </p:nvGrpSpPr>
        <p:grpSpPr>
          <a:xfrm>
            <a:off x="1900611" y="3313037"/>
            <a:ext cx="2704513" cy="144016"/>
            <a:chOff x="1897884" y="2847629"/>
            <a:chExt cx="2704513" cy="144016"/>
          </a:xfrm>
        </p:grpSpPr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4F255AE6-9FC1-79AD-87D2-41D27D7D4B87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E9C8B499-180D-E747-0AFD-24E4746914BB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A4D5C8BF-18E9-A8B4-2AE8-E75211311923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8214FCD0-F307-A9A8-236B-EAD182899876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B0EB4952-3F07-91DB-DCF4-F32068545D2D}"/>
              </a:ext>
            </a:extLst>
          </p:cNvPr>
          <p:cNvGrpSpPr/>
          <p:nvPr/>
        </p:nvGrpSpPr>
        <p:grpSpPr>
          <a:xfrm>
            <a:off x="1900611" y="5661248"/>
            <a:ext cx="2386963" cy="144016"/>
            <a:chOff x="1897884" y="4476806"/>
            <a:chExt cx="2386963" cy="144016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960FEFEC-3F07-E3B8-E312-D4E1BAE7DEA4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D95D03DD-29AE-7582-D52F-072AC936C7D6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40DC7743-8882-EC03-FDB4-9C2AE6881CC5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0C3553CF-842E-94F7-8F09-22801A0A6B1B}"/>
              </a:ext>
            </a:extLst>
          </p:cNvPr>
          <p:cNvSpPr/>
          <p:nvPr/>
        </p:nvSpPr>
        <p:spPr>
          <a:xfrm>
            <a:off x="668524" y="562524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B22993-12C3-8511-4BA2-A79C54EB6FC4}"/>
              </a:ext>
            </a:extLst>
          </p:cNvPr>
          <p:cNvSpPr>
            <a:spLocks noChangeAspect="1"/>
          </p:cNvSpPr>
          <p:nvPr/>
        </p:nvSpPr>
        <p:spPr>
          <a:xfrm>
            <a:off x="512127" y="566919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1135E0E0-22DB-BA50-78A2-251FE0B57992}"/>
              </a:ext>
            </a:extLst>
          </p:cNvPr>
          <p:cNvSpPr/>
          <p:nvPr/>
        </p:nvSpPr>
        <p:spPr>
          <a:xfrm>
            <a:off x="668524" y="3279588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68902BD-C619-70BE-47DA-C25D929585E4}"/>
              </a:ext>
            </a:extLst>
          </p:cNvPr>
          <p:cNvSpPr>
            <a:spLocks noChangeAspect="1"/>
          </p:cNvSpPr>
          <p:nvPr/>
        </p:nvSpPr>
        <p:spPr>
          <a:xfrm>
            <a:off x="512127" y="332353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8837331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CD13E-5B22-F2DD-DFF7-C3B0149796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9A4C462-83B1-5C31-2AEA-22DA4299E5DA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F38AD26-FEE4-59AC-52B3-434901C0199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E00571A9-BB79-DE26-47F5-6B5328EC6C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9215956"/>
              </p:ext>
            </p:extLst>
          </p:nvPr>
        </p:nvGraphicFramePr>
        <p:xfrm>
          <a:off x="6969418" y="2548005"/>
          <a:ext cx="2772114" cy="31999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지역인재육성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일반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성적증빙자료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기반 성적을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62151D87-9CD0-BCBA-A114-3C8BE04FCE3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4404CCC-F122-04E2-9E68-055698D7EA25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CDE8216-20D2-1A6D-B9AA-0C5766E7FADC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7B77AE3-0147-F09F-CDCC-F24DA8DB1B40}"/>
              </a:ext>
            </a:extLst>
          </p:cNvPr>
          <p:cNvSpPr/>
          <p:nvPr/>
        </p:nvSpPr>
        <p:spPr>
          <a:xfrm>
            <a:off x="6397011" y="5699374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7B0C22A0-EFB2-3D7C-2AB9-1ED4D15613C8}"/>
              </a:ext>
            </a:extLst>
          </p:cNvPr>
          <p:cNvSpPr/>
          <p:nvPr/>
        </p:nvSpPr>
        <p:spPr>
          <a:xfrm>
            <a:off x="5936915" y="5699374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11E2CC-4790-5270-106C-CC42A69E6F7A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3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C179BBC7-F357-9953-4BAE-E7A4037CE7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4" name="TextBox 83">
            <a:extLst>
              <a:ext uri="{FF2B5EF4-FFF2-40B4-BE49-F238E27FC236}">
                <a16:creationId xmlns:a16="http://schemas.microsoft.com/office/drawing/2014/main" id="{06616F19-87E8-9860-FE60-9F4649C61F42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2980A9B6-108C-4999-6FF5-251B89F365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1245196"/>
              </p:ext>
            </p:extLst>
          </p:nvPr>
        </p:nvGraphicFramePr>
        <p:xfrm>
          <a:off x="272480" y="1628800"/>
          <a:ext cx="6517258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E7E82BBF-BCD5-252C-1CE1-545FDF39CF39}"/>
              </a:ext>
            </a:extLst>
          </p:cNvPr>
          <p:cNvGrpSpPr/>
          <p:nvPr/>
        </p:nvGrpSpPr>
        <p:grpSpPr>
          <a:xfrm>
            <a:off x="2480232" y="2380094"/>
            <a:ext cx="505750" cy="144462"/>
            <a:chOff x="2716253" y="2405617"/>
            <a:chExt cx="505750" cy="144462"/>
          </a:xfrm>
        </p:grpSpPr>
        <p:sp>
          <p:nvSpPr>
            <p:cNvPr id="32" name="Rectangle 191">
              <a:extLst>
                <a:ext uri="{FF2B5EF4-FFF2-40B4-BE49-F238E27FC236}">
                  <a16:creationId xmlns:a16="http://schemas.microsoft.com/office/drawing/2014/main" id="{F8CB83E3-714A-280A-058E-D1B800F74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3" name="개체 32">
              <a:extLst>
                <a:ext uri="{FF2B5EF4-FFF2-40B4-BE49-F238E27FC236}">
                  <a16:creationId xmlns:a16="http://schemas.microsoft.com/office/drawing/2014/main" id="{D9BF26A8-8414-2969-4559-B378B3B17E0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8" name="개체 77">
                          <a:extLst>
                            <a:ext uri="{FF2B5EF4-FFF2-40B4-BE49-F238E27FC236}">
                              <a16:creationId xmlns:a16="http://schemas.microsoft.com/office/drawing/2014/main" id="{ADDCFDA7-240D-B4DE-23D7-EB9E4BECBDC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D886E0BA-6CF3-5701-9CEC-2E710F7369A2}"/>
              </a:ext>
            </a:extLst>
          </p:cNvPr>
          <p:cNvGrpSpPr/>
          <p:nvPr/>
        </p:nvGrpSpPr>
        <p:grpSpPr>
          <a:xfrm>
            <a:off x="3057041" y="2380094"/>
            <a:ext cx="595518" cy="144462"/>
            <a:chOff x="2716253" y="2405617"/>
            <a:chExt cx="595518" cy="144462"/>
          </a:xfrm>
        </p:grpSpPr>
        <p:sp>
          <p:nvSpPr>
            <p:cNvPr id="35" name="Rectangle 191">
              <a:extLst>
                <a:ext uri="{FF2B5EF4-FFF2-40B4-BE49-F238E27FC236}">
                  <a16:creationId xmlns:a16="http://schemas.microsoft.com/office/drawing/2014/main" id="{9984AE8A-6B5A-D730-5024-147CE3155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36" name="개체 35">
              <a:extLst>
                <a:ext uri="{FF2B5EF4-FFF2-40B4-BE49-F238E27FC236}">
                  <a16:creationId xmlns:a16="http://schemas.microsoft.com/office/drawing/2014/main" id="{2F1A10B4-71FC-5EF6-7DAF-AE50BCB6470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1" name="개체 80">
                          <a:extLst>
                            <a:ext uri="{FF2B5EF4-FFF2-40B4-BE49-F238E27FC236}">
                              <a16:creationId xmlns:a16="http://schemas.microsoft.com/office/drawing/2014/main" id="{18E6D4D7-8604-8635-F5EF-BC69A7651FF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9924A13F-F926-EB7C-7921-258DA7868BDE}"/>
              </a:ext>
            </a:extLst>
          </p:cNvPr>
          <p:cNvGrpSpPr/>
          <p:nvPr/>
        </p:nvGrpSpPr>
        <p:grpSpPr>
          <a:xfrm>
            <a:off x="3707325" y="2380094"/>
            <a:ext cx="775054" cy="144462"/>
            <a:chOff x="2716253" y="2405617"/>
            <a:chExt cx="775054" cy="144462"/>
          </a:xfrm>
        </p:grpSpPr>
        <p:sp>
          <p:nvSpPr>
            <p:cNvPr id="38" name="Rectangle 191">
              <a:extLst>
                <a:ext uri="{FF2B5EF4-FFF2-40B4-BE49-F238E27FC236}">
                  <a16:creationId xmlns:a16="http://schemas.microsoft.com/office/drawing/2014/main" id="{2E062264-085E-4E7B-51B7-AE98A3608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39" name="개체 38">
              <a:extLst>
                <a:ext uri="{FF2B5EF4-FFF2-40B4-BE49-F238E27FC236}">
                  <a16:creationId xmlns:a16="http://schemas.microsoft.com/office/drawing/2014/main" id="{CBAE1466-9BFC-ACC4-0CC1-6A6DE4E4138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4" name="개체 83">
                          <a:extLst>
                            <a:ext uri="{FF2B5EF4-FFF2-40B4-BE49-F238E27FC236}">
                              <a16:creationId xmlns:a16="http://schemas.microsoft.com/office/drawing/2014/main" id="{AA116120-0747-5461-A806-E8E5E217731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4D60FB2A-B40C-5EA6-69DC-9700CBDD7ECD}"/>
              </a:ext>
            </a:extLst>
          </p:cNvPr>
          <p:cNvGrpSpPr/>
          <p:nvPr/>
        </p:nvGrpSpPr>
        <p:grpSpPr>
          <a:xfrm>
            <a:off x="4537986" y="2380094"/>
            <a:ext cx="775054" cy="144462"/>
            <a:chOff x="2716253" y="2405617"/>
            <a:chExt cx="775054" cy="144462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9302267E-7600-9E9C-A5EA-FFDCE5F6D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42" name="개체 41">
              <a:extLst>
                <a:ext uri="{FF2B5EF4-FFF2-40B4-BE49-F238E27FC236}">
                  <a16:creationId xmlns:a16="http://schemas.microsoft.com/office/drawing/2014/main" id="{8F0470B1-7E4D-376D-E5F1-669A6257622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7" name="개체 86">
                          <a:extLst>
                            <a:ext uri="{FF2B5EF4-FFF2-40B4-BE49-F238E27FC236}">
                              <a16:creationId xmlns:a16="http://schemas.microsoft.com/office/drawing/2014/main" id="{C8845CBA-DF33-17C7-F0A3-E3A826C8A3B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32CFFAD-CDA4-61AF-6089-EFB65D089D82}"/>
              </a:ext>
            </a:extLst>
          </p:cNvPr>
          <p:cNvSpPr/>
          <p:nvPr/>
        </p:nvSpPr>
        <p:spPr>
          <a:xfrm>
            <a:off x="1903889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국민기초생활보장수급자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F118C1B-378A-102C-FE09-05EA2C5A220F}"/>
              </a:ext>
            </a:extLst>
          </p:cNvPr>
          <p:cNvSpPr/>
          <p:nvPr/>
        </p:nvSpPr>
        <p:spPr>
          <a:xfrm>
            <a:off x="3556887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01B67A7-B792-8792-CEB8-1A5EEF292522}"/>
              </a:ext>
            </a:extLst>
          </p:cNvPr>
          <p:cNvSpPr/>
          <p:nvPr/>
        </p:nvSpPr>
        <p:spPr>
          <a:xfrm>
            <a:off x="1903889" y="44938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차상위계층확인서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152D75E-A3A8-79FA-3A35-2C63FA23DEC1}"/>
              </a:ext>
            </a:extLst>
          </p:cNvPr>
          <p:cNvSpPr/>
          <p:nvPr/>
        </p:nvSpPr>
        <p:spPr>
          <a:xfrm>
            <a:off x="3556887" y="449383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DCE666E-6873-0317-3343-63CC2CDC4FF5}"/>
              </a:ext>
            </a:extLst>
          </p:cNvPr>
          <p:cNvSpPr/>
          <p:nvPr/>
        </p:nvSpPr>
        <p:spPr>
          <a:xfrm>
            <a:off x="1903889" y="4723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918C176-A7BE-2562-FC8B-870F08DE0748}"/>
              </a:ext>
            </a:extLst>
          </p:cNvPr>
          <p:cNvSpPr/>
          <p:nvPr/>
        </p:nvSpPr>
        <p:spPr>
          <a:xfrm>
            <a:off x="3556887" y="47230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1005B6B-467E-F47A-0167-E48704210A64}"/>
              </a:ext>
            </a:extLst>
          </p:cNvPr>
          <p:cNvSpPr/>
          <p:nvPr/>
        </p:nvSpPr>
        <p:spPr>
          <a:xfrm>
            <a:off x="1903889" y="49612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F55649C-D065-0009-29AA-9D6AADAFA1AB}"/>
              </a:ext>
            </a:extLst>
          </p:cNvPr>
          <p:cNvSpPr/>
          <p:nvPr/>
        </p:nvSpPr>
        <p:spPr>
          <a:xfrm>
            <a:off x="3556887" y="49612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14A46F9-5E82-293D-6F33-B0DFDC12BBA6}"/>
              </a:ext>
            </a:extLst>
          </p:cNvPr>
          <p:cNvGrpSpPr/>
          <p:nvPr/>
        </p:nvGrpSpPr>
        <p:grpSpPr>
          <a:xfrm>
            <a:off x="1939170" y="5457147"/>
            <a:ext cx="1105196" cy="128396"/>
            <a:chOff x="3438680" y="4305150"/>
            <a:chExt cx="1105196" cy="128396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434B23E-0211-FE73-A53B-72FA545FEEC6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4" name="Picture 10">
              <a:extLst>
                <a:ext uri="{FF2B5EF4-FFF2-40B4-BE49-F238E27FC236}">
                  <a16:creationId xmlns:a16="http://schemas.microsoft.com/office/drawing/2014/main" id="{31C50E95-8819-54FA-A523-0FF9A6C69C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D873137-C650-4FC7-F850-60CB5311F2DE}"/>
              </a:ext>
            </a:extLst>
          </p:cNvPr>
          <p:cNvGrpSpPr/>
          <p:nvPr/>
        </p:nvGrpSpPr>
        <p:grpSpPr>
          <a:xfrm>
            <a:off x="3125583" y="5457147"/>
            <a:ext cx="1105196" cy="128396"/>
            <a:chOff x="3438680" y="4305150"/>
            <a:chExt cx="1105196" cy="128396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DE972A9-947B-B179-083C-D7A40FB00C6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7" name="Picture 10">
              <a:extLst>
                <a:ext uri="{FF2B5EF4-FFF2-40B4-BE49-F238E27FC236}">
                  <a16:creationId xmlns:a16="http://schemas.microsoft.com/office/drawing/2014/main" id="{D156DB0B-B46A-38A2-507B-C5EC55B5AE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B0AD1C2-B274-A801-9177-8A049A87EE6B}"/>
              </a:ext>
            </a:extLst>
          </p:cNvPr>
          <p:cNvGrpSpPr/>
          <p:nvPr/>
        </p:nvGrpSpPr>
        <p:grpSpPr>
          <a:xfrm>
            <a:off x="1903889" y="3548830"/>
            <a:ext cx="2225682" cy="145176"/>
            <a:chOff x="3327015" y="2690196"/>
            <a:chExt cx="2225682" cy="145176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2D404F1E-73CA-33AE-A3DF-1C5C38166592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EBBECB85-A4CC-B865-2C42-CAD8C3A8DA7A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732C347B-15D2-8AD5-DF88-7C08AE259657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107120E-C35D-A36C-C2D9-83E51360FD79}"/>
              </a:ext>
            </a:extLst>
          </p:cNvPr>
          <p:cNvSpPr/>
          <p:nvPr/>
        </p:nvSpPr>
        <p:spPr>
          <a:xfrm>
            <a:off x="3865397" y="425713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BD20BB1-2485-B1CB-58A1-513EB0E346B4}"/>
              </a:ext>
            </a:extLst>
          </p:cNvPr>
          <p:cNvSpPr/>
          <p:nvPr/>
        </p:nvSpPr>
        <p:spPr>
          <a:xfrm>
            <a:off x="3865397" y="44932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A693EA4-5F7D-7CA8-AF89-B8CD505415DA}"/>
              </a:ext>
            </a:extLst>
          </p:cNvPr>
          <p:cNvSpPr/>
          <p:nvPr/>
        </p:nvSpPr>
        <p:spPr>
          <a:xfrm>
            <a:off x="3865397" y="47171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5D54C14-5BB8-357D-9D97-3697329BE05B}"/>
              </a:ext>
            </a:extLst>
          </p:cNvPr>
          <p:cNvSpPr/>
          <p:nvPr/>
        </p:nvSpPr>
        <p:spPr>
          <a:xfrm>
            <a:off x="3865397" y="49631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Rectangle 191">
            <a:extLst>
              <a:ext uri="{FF2B5EF4-FFF2-40B4-BE49-F238E27FC236}">
                <a16:creationId xmlns:a16="http://schemas.microsoft.com/office/drawing/2014/main" id="{B44FD146-0561-6B8D-5AED-3D952DAE0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436" y="2633519"/>
            <a:ext cx="139461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지역인재육성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1D5DBFED-4B46-33D0-F087-83D9DED2C30F}"/>
              </a:ext>
            </a:extLst>
          </p:cNvPr>
          <p:cNvGrpSpPr/>
          <p:nvPr/>
        </p:nvGrpSpPr>
        <p:grpSpPr>
          <a:xfrm>
            <a:off x="2836812" y="2621541"/>
            <a:ext cx="408030" cy="144462"/>
            <a:chOff x="2716253" y="2405617"/>
            <a:chExt cx="408030" cy="144462"/>
          </a:xfrm>
        </p:grpSpPr>
        <p:sp>
          <p:nvSpPr>
            <p:cNvPr id="72" name="Rectangle 191">
              <a:extLst>
                <a:ext uri="{FF2B5EF4-FFF2-40B4-BE49-F238E27FC236}">
                  <a16:creationId xmlns:a16="http://schemas.microsoft.com/office/drawing/2014/main" id="{38F903C5-D0C0-F22A-9CEE-56D07CF8B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269304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만학도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24" name="개체 123">
              <a:extLst>
                <a:ext uri="{FF2B5EF4-FFF2-40B4-BE49-F238E27FC236}">
                  <a16:creationId xmlns:a16="http://schemas.microsoft.com/office/drawing/2014/main" id="{97E9A910-3662-61F7-E2EE-3A65C9FCB4E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56" name="개체 155">
                          <a:extLst>
                            <a:ext uri="{FF2B5EF4-FFF2-40B4-BE49-F238E27FC236}">
                              <a16:creationId xmlns:a16="http://schemas.microsoft.com/office/drawing/2014/main" id="{57583A51-C62B-9422-01FF-715AA1E6D48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583D3FB-1837-5B90-33CF-7BAC30D4B364}"/>
              </a:ext>
            </a:extLst>
          </p:cNvPr>
          <p:cNvGrpSpPr/>
          <p:nvPr/>
        </p:nvGrpSpPr>
        <p:grpSpPr>
          <a:xfrm>
            <a:off x="1903889" y="3772518"/>
            <a:ext cx="2225682" cy="145176"/>
            <a:chOff x="3327015" y="2690196"/>
            <a:chExt cx="2225682" cy="145176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6B8929DB-BF6D-480F-B17C-6F2FE20D9295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EDAE552D-2FC9-44E9-4BAB-1E15FAA046D6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F5AAE9A-F0A0-418B-5B51-5D3CDFEC369D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016B845-1C69-00FD-A37A-C7A0E617BB21}"/>
              </a:ext>
            </a:extLst>
          </p:cNvPr>
          <p:cNvGrpSpPr/>
          <p:nvPr/>
        </p:nvGrpSpPr>
        <p:grpSpPr>
          <a:xfrm>
            <a:off x="1903889" y="4017691"/>
            <a:ext cx="2225682" cy="145176"/>
            <a:chOff x="3327015" y="2690196"/>
            <a:chExt cx="2225682" cy="145176"/>
          </a:xfrm>
        </p:grpSpPr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4F5714EB-EA69-160E-1AF0-A3860635BD2E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1408ECD8-31A6-8D7C-12EF-C54DA00820F0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52A3A1D3-B03F-7214-89B5-2D05D9422D67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38A7D52B-8318-E546-6525-F0437BAF00E2}"/>
              </a:ext>
            </a:extLst>
          </p:cNvPr>
          <p:cNvGrpSpPr/>
          <p:nvPr/>
        </p:nvGrpSpPr>
        <p:grpSpPr>
          <a:xfrm>
            <a:off x="1902634" y="2380094"/>
            <a:ext cx="505750" cy="144462"/>
            <a:chOff x="2716253" y="2405617"/>
            <a:chExt cx="505750" cy="144462"/>
          </a:xfrm>
        </p:grpSpPr>
        <p:sp>
          <p:nvSpPr>
            <p:cNvPr id="134" name="Rectangle 191">
              <a:extLst>
                <a:ext uri="{FF2B5EF4-FFF2-40B4-BE49-F238E27FC236}">
                  <a16:creationId xmlns:a16="http://schemas.microsoft.com/office/drawing/2014/main" id="{20D2FF9E-6872-92C3-9D79-95B08681B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35" name="개체 134">
              <a:extLst>
                <a:ext uri="{FF2B5EF4-FFF2-40B4-BE49-F238E27FC236}">
                  <a16:creationId xmlns:a16="http://schemas.microsoft.com/office/drawing/2014/main" id="{E8A36DB4-E0C5-6495-4FC0-32FFA8CC78D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93" name="개체 192">
                          <a:extLst>
                            <a:ext uri="{FF2B5EF4-FFF2-40B4-BE49-F238E27FC236}">
                              <a16:creationId xmlns:a16="http://schemas.microsoft.com/office/drawing/2014/main" id="{E4B372E3-A348-B918-E503-151B4592F98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B3637F71-3C83-C8CD-51EA-4CF89C9CCFD5}"/>
              </a:ext>
            </a:extLst>
          </p:cNvPr>
          <p:cNvGrpSpPr/>
          <p:nvPr/>
        </p:nvGrpSpPr>
        <p:grpSpPr>
          <a:xfrm>
            <a:off x="2501660" y="2623499"/>
            <a:ext cx="326896" cy="144463"/>
            <a:chOff x="3327015" y="1527346"/>
            <a:chExt cx="326896" cy="144463"/>
          </a:xfrm>
        </p:grpSpPr>
        <p:sp>
          <p:nvSpPr>
            <p:cNvPr id="137" name="Rectangle 191">
              <a:extLst>
                <a:ext uri="{FF2B5EF4-FFF2-40B4-BE49-F238E27FC236}">
                  <a16:creationId xmlns:a16="http://schemas.microsoft.com/office/drawing/2014/main" id="{A8BA69A2-B635-BA39-BE3D-E46A8E74E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일반</a:t>
              </a:r>
            </a:p>
          </p:txBody>
        </p:sp>
        <p:graphicFrame>
          <p:nvGraphicFramePr>
            <p:cNvPr id="138" name="개체 137">
              <a:extLst>
                <a:ext uri="{FF2B5EF4-FFF2-40B4-BE49-F238E27FC236}">
                  <a16:creationId xmlns:a16="http://schemas.microsoft.com/office/drawing/2014/main" id="{8878B073-134B-2F41-2781-227CEECDA38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198" name="개체 197">
                          <a:extLst>
                            <a:ext uri="{FF2B5EF4-FFF2-40B4-BE49-F238E27FC236}">
                              <a16:creationId xmlns:a16="http://schemas.microsoft.com/office/drawing/2014/main" id="{813DA2EC-116F-A97A-07D1-FDD7027A65D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91F68C63-8DB9-917E-E3BE-95FD683FDCD4}"/>
              </a:ext>
            </a:extLst>
          </p:cNvPr>
          <p:cNvSpPr/>
          <p:nvPr/>
        </p:nvSpPr>
        <p:spPr>
          <a:xfrm>
            <a:off x="2745778" y="284409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C353D76-BE36-A61E-D9A7-6ECE192215F8}"/>
              </a:ext>
            </a:extLst>
          </p:cNvPr>
          <p:cNvSpPr/>
          <p:nvPr/>
        </p:nvSpPr>
        <p:spPr>
          <a:xfrm>
            <a:off x="4398776" y="284409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178A3344-2AFD-C2B7-F99E-710B88194614}"/>
              </a:ext>
            </a:extLst>
          </p:cNvPr>
          <p:cNvSpPr/>
          <p:nvPr/>
        </p:nvSpPr>
        <p:spPr>
          <a:xfrm>
            <a:off x="4707286" y="284409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2" name="Rectangle 191">
            <a:extLst>
              <a:ext uri="{FF2B5EF4-FFF2-40B4-BE49-F238E27FC236}">
                <a16:creationId xmlns:a16="http://schemas.microsoft.com/office/drawing/2014/main" id="{720611AF-01C6-C328-EB31-7CDDE346C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154" y="286545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BBBFDBAE-01AD-7AE1-2DE1-70B50745D307}"/>
              </a:ext>
            </a:extLst>
          </p:cNvPr>
          <p:cNvSpPr/>
          <p:nvPr/>
        </p:nvSpPr>
        <p:spPr>
          <a:xfrm>
            <a:off x="2117788" y="2844098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4" name="Rectangle 191">
            <a:extLst>
              <a:ext uri="{FF2B5EF4-FFF2-40B4-BE49-F238E27FC236}">
                <a16:creationId xmlns:a16="http://schemas.microsoft.com/office/drawing/2014/main" id="{C87ED599-6AAD-D8E9-36D1-9177A3440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323" y="286545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D53FF42-A0F1-413C-C4D0-599D316340A0}"/>
              </a:ext>
            </a:extLst>
          </p:cNvPr>
          <p:cNvSpPr/>
          <p:nvPr/>
        </p:nvSpPr>
        <p:spPr>
          <a:xfrm>
            <a:off x="2912143" y="3315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6B12F376-4B0B-C0BE-7CE5-91CAB2670D5D}"/>
              </a:ext>
            </a:extLst>
          </p:cNvPr>
          <p:cNvSpPr/>
          <p:nvPr/>
        </p:nvSpPr>
        <p:spPr>
          <a:xfrm>
            <a:off x="4565141" y="33150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5677B1E3-52AF-BF1B-90FE-AA198C28356D}"/>
              </a:ext>
            </a:extLst>
          </p:cNvPr>
          <p:cNvSpPr/>
          <p:nvPr/>
        </p:nvSpPr>
        <p:spPr>
          <a:xfrm>
            <a:off x="4873548" y="331508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48" name="Rectangle 191">
            <a:extLst>
              <a:ext uri="{FF2B5EF4-FFF2-40B4-BE49-F238E27FC236}">
                <a16:creationId xmlns:a16="http://schemas.microsoft.com/office/drawing/2014/main" id="{84E04B53-D28F-67B2-BE30-3E48D4311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872" y="333037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9" name="Rectangle 191">
            <a:extLst>
              <a:ext uri="{FF2B5EF4-FFF2-40B4-BE49-F238E27FC236}">
                <a16:creationId xmlns:a16="http://schemas.microsoft.com/office/drawing/2014/main" id="{1EC14B28-FED8-ED95-FC89-FA51F32D4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2634" y="3330798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727074DF-B931-D531-4795-C19F123260D9}"/>
              </a:ext>
            </a:extLst>
          </p:cNvPr>
          <p:cNvSpPr/>
          <p:nvPr/>
        </p:nvSpPr>
        <p:spPr>
          <a:xfrm>
            <a:off x="2285966" y="3309440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7CFF5233-5447-A12E-DA65-1ABBB84DF1D1}"/>
              </a:ext>
            </a:extLst>
          </p:cNvPr>
          <p:cNvSpPr>
            <a:spLocks noChangeAspect="1"/>
          </p:cNvSpPr>
          <p:nvPr/>
        </p:nvSpPr>
        <p:spPr>
          <a:xfrm>
            <a:off x="2669556" y="247894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6C71C44B-C130-E7E6-83EE-85073063A733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20F5CB75-D092-61DF-0B56-C4815AD0C086}"/>
              </a:ext>
            </a:extLst>
          </p:cNvPr>
          <p:cNvSpPr>
            <a:spLocks noChangeAspect="1"/>
          </p:cNvSpPr>
          <p:nvPr/>
        </p:nvSpPr>
        <p:spPr>
          <a:xfrm>
            <a:off x="512127" y="331377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350D89BE-33A2-EC97-73C2-45036D9AF754}"/>
              </a:ext>
            </a:extLst>
          </p:cNvPr>
          <p:cNvGrpSpPr/>
          <p:nvPr/>
        </p:nvGrpSpPr>
        <p:grpSpPr>
          <a:xfrm>
            <a:off x="1900611" y="3076911"/>
            <a:ext cx="2704513" cy="144016"/>
            <a:chOff x="1897884" y="2847629"/>
            <a:chExt cx="2704513" cy="144016"/>
          </a:xfrm>
        </p:grpSpPr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9CF150C5-D793-4772-ABE5-2DFF4BA024A7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616DCC23-8786-592C-30F8-CECCACFACAA1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E354E8D7-6E80-8B8F-B84A-BC9087E852EB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1E68A1F-CFE9-B44D-5EEB-2CC183B37DEB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D376355-B507-BD8D-B46B-D2C8DB25A9A2}"/>
              </a:ext>
            </a:extLst>
          </p:cNvPr>
          <p:cNvGrpSpPr/>
          <p:nvPr/>
        </p:nvGrpSpPr>
        <p:grpSpPr>
          <a:xfrm>
            <a:off x="1900611" y="5193196"/>
            <a:ext cx="2386963" cy="144016"/>
            <a:chOff x="1897884" y="4476806"/>
            <a:chExt cx="2386963" cy="144016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91599B0E-7E43-CDB3-5313-C59FA39257C9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8691A68F-0E33-5CE1-F4E8-A110FFAC19B2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B4EC7459-8810-AEE4-154A-38B2BE9FD73D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1B937542-82BC-DB83-3B71-580711610E92}"/>
              </a:ext>
            </a:extLst>
          </p:cNvPr>
          <p:cNvSpPr/>
          <p:nvPr/>
        </p:nvSpPr>
        <p:spPr>
          <a:xfrm>
            <a:off x="668524" y="5157192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63FE2167-4B1F-4D7F-035D-8149DA677C06}"/>
              </a:ext>
            </a:extLst>
          </p:cNvPr>
          <p:cNvSpPr>
            <a:spLocks noChangeAspect="1"/>
          </p:cNvSpPr>
          <p:nvPr/>
        </p:nvSpPr>
        <p:spPr>
          <a:xfrm>
            <a:off x="512127" y="520114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6E030C09-C0CE-7870-FEAE-1FB1EBDEA620}"/>
              </a:ext>
            </a:extLst>
          </p:cNvPr>
          <p:cNvSpPr/>
          <p:nvPr/>
        </p:nvSpPr>
        <p:spPr>
          <a:xfrm>
            <a:off x="668524" y="3042521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887245C-C473-BAAD-E5CB-6441F7713F57}"/>
              </a:ext>
            </a:extLst>
          </p:cNvPr>
          <p:cNvSpPr>
            <a:spLocks noChangeAspect="1"/>
          </p:cNvSpPr>
          <p:nvPr/>
        </p:nvSpPr>
        <p:spPr>
          <a:xfrm>
            <a:off x="512127" y="308647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3469838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6358F4-8E7E-C282-CC43-75C5AC15BF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1CFB49B-748D-23D3-182E-BD2B8F9B423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F64296A-F0F7-A3A6-1485-32BEC062B2B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8CAE8E0-2C8E-30C4-D3F0-8BA25E41A4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346403"/>
              </p:ext>
            </p:extLst>
          </p:nvPr>
        </p:nvGraphicFramePr>
        <p:xfrm>
          <a:off x="6969418" y="2548005"/>
          <a:ext cx="2772114" cy="31999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지역인재육성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만학도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성적증빙자료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기반 성적을 직접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CBF5E6AA-A7A8-5C79-B74B-5015727FE8E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D6A930D-80AD-0FA7-FBD6-B20E9E57CE8C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4DFD136-685B-6367-A938-8D47B03C820E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DEFF3105-0B4B-08D6-A5B2-27FD11778454}"/>
              </a:ext>
            </a:extLst>
          </p:cNvPr>
          <p:cNvSpPr/>
          <p:nvPr/>
        </p:nvSpPr>
        <p:spPr>
          <a:xfrm>
            <a:off x="6397011" y="5699374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6E0D35F-238F-405C-73D6-8BACFC7F9916}"/>
              </a:ext>
            </a:extLst>
          </p:cNvPr>
          <p:cNvSpPr/>
          <p:nvPr/>
        </p:nvSpPr>
        <p:spPr>
          <a:xfrm>
            <a:off x="5936915" y="5699374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6558E205-BCA6-0949-CC4E-1D81EDDBD74F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3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AC78752A-AF56-7C56-1D5E-5CD650BC0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918B3543-B50D-4B6E-ED4A-09EE9D09BF47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F1C33B2F-5C69-B847-C72D-1980D7564846}"/>
              </a:ext>
            </a:extLst>
          </p:cNvPr>
          <p:cNvGraphicFramePr>
            <a:graphicFrameLocks noGrp="1"/>
          </p:cNvGraphicFramePr>
          <p:nvPr/>
        </p:nvGraphicFramePr>
        <p:xfrm>
          <a:off x="272480" y="1628800"/>
          <a:ext cx="6517258" cy="39904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64" name="그룹 63">
            <a:extLst>
              <a:ext uri="{FF2B5EF4-FFF2-40B4-BE49-F238E27FC236}">
                <a16:creationId xmlns:a16="http://schemas.microsoft.com/office/drawing/2014/main" id="{E5B232ED-8F52-B1E9-1CC6-9BB906475F47}"/>
              </a:ext>
            </a:extLst>
          </p:cNvPr>
          <p:cNvGrpSpPr/>
          <p:nvPr/>
        </p:nvGrpSpPr>
        <p:grpSpPr>
          <a:xfrm>
            <a:off x="2480232" y="2380094"/>
            <a:ext cx="505750" cy="144462"/>
            <a:chOff x="2716253" y="2405617"/>
            <a:chExt cx="505750" cy="144462"/>
          </a:xfrm>
        </p:grpSpPr>
        <p:sp>
          <p:nvSpPr>
            <p:cNvPr id="65" name="Rectangle 191">
              <a:extLst>
                <a:ext uri="{FF2B5EF4-FFF2-40B4-BE49-F238E27FC236}">
                  <a16:creationId xmlns:a16="http://schemas.microsoft.com/office/drawing/2014/main" id="{444ECD18-EB06-2DD0-93E7-31DEC6D30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6" name="개체 65">
              <a:extLst>
                <a:ext uri="{FF2B5EF4-FFF2-40B4-BE49-F238E27FC236}">
                  <a16:creationId xmlns:a16="http://schemas.microsoft.com/office/drawing/2014/main" id="{1142CAA4-DE42-8E95-D50E-889E9C79B1D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78" name="개체 77">
                          <a:extLst>
                            <a:ext uri="{FF2B5EF4-FFF2-40B4-BE49-F238E27FC236}">
                              <a16:creationId xmlns:a16="http://schemas.microsoft.com/office/drawing/2014/main" id="{E3ACE425-526E-070A-3502-B53EE11EAFA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1B185359-6038-6C7B-1E3C-748BBBCE7791}"/>
              </a:ext>
            </a:extLst>
          </p:cNvPr>
          <p:cNvGrpSpPr/>
          <p:nvPr/>
        </p:nvGrpSpPr>
        <p:grpSpPr>
          <a:xfrm>
            <a:off x="3057041" y="2380094"/>
            <a:ext cx="595518" cy="144462"/>
            <a:chOff x="2716253" y="2405617"/>
            <a:chExt cx="595518" cy="144462"/>
          </a:xfrm>
        </p:grpSpPr>
        <p:sp>
          <p:nvSpPr>
            <p:cNvPr id="68" name="Rectangle 191">
              <a:extLst>
                <a:ext uri="{FF2B5EF4-FFF2-40B4-BE49-F238E27FC236}">
                  <a16:creationId xmlns:a16="http://schemas.microsoft.com/office/drawing/2014/main" id="{ABC0E285-0222-9590-2148-AB235EFCE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69" name="개체 68">
              <a:extLst>
                <a:ext uri="{FF2B5EF4-FFF2-40B4-BE49-F238E27FC236}">
                  <a16:creationId xmlns:a16="http://schemas.microsoft.com/office/drawing/2014/main" id="{3A0EE7F9-D078-14A2-79FA-7433DD35AC6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1" name="개체 80">
                          <a:extLst>
                            <a:ext uri="{FF2B5EF4-FFF2-40B4-BE49-F238E27FC236}">
                              <a16:creationId xmlns:a16="http://schemas.microsoft.com/office/drawing/2014/main" id="{4BA7BC38-A73B-D646-9F20-63F53FA0BC0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5F60F64E-8DD9-8C06-486D-4C3E0E97E193}"/>
              </a:ext>
            </a:extLst>
          </p:cNvPr>
          <p:cNvGrpSpPr/>
          <p:nvPr/>
        </p:nvGrpSpPr>
        <p:grpSpPr>
          <a:xfrm>
            <a:off x="3707325" y="2380094"/>
            <a:ext cx="775054" cy="144462"/>
            <a:chOff x="2716253" y="2405617"/>
            <a:chExt cx="775054" cy="144462"/>
          </a:xfrm>
        </p:grpSpPr>
        <p:sp>
          <p:nvSpPr>
            <p:cNvPr id="71" name="Rectangle 191">
              <a:extLst>
                <a:ext uri="{FF2B5EF4-FFF2-40B4-BE49-F238E27FC236}">
                  <a16:creationId xmlns:a16="http://schemas.microsoft.com/office/drawing/2014/main" id="{E86CFFEF-20B5-A67D-685A-7DC4DC284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72" name="개체 71">
              <a:extLst>
                <a:ext uri="{FF2B5EF4-FFF2-40B4-BE49-F238E27FC236}">
                  <a16:creationId xmlns:a16="http://schemas.microsoft.com/office/drawing/2014/main" id="{651B8936-F1A5-DBD2-8F35-542D4DFA775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4" name="개체 83">
                          <a:extLst>
                            <a:ext uri="{FF2B5EF4-FFF2-40B4-BE49-F238E27FC236}">
                              <a16:creationId xmlns:a16="http://schemas.microsoft.com/office/drawing/2014/main" id="{A527027F-9A4A-C2E1-5067-BF8BF9DE2C7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D7A92959-91DC-EAFB-38A3-A0D9A61D8444}"/>
              </a:ext>
            </a:extLst>
          </p:cNvPr>
          <p:cNvGrpSpPr/>
          <p:nvPr/>
        </p:nvGrpSpPr>
        <p:grpSpPr>
          <a:xfrm>
            <a:off x="4537986" y="2380094"/>
            <a:ext cx="775054" cy="144462"/>
            <a:chOff x="2716253" y="2405617"/>
            <a:chExt cx="775054" cy="144462"/>
          </a:xfrm>
        </p:grpSpPr>
        <p:sp>
          <p:nvSpPr>
            <p:cNvPr id="75" name="Rectangle 191">
              <a:extLst>
                <a:ext uri="{FF2B5EF4-FFF2-40B4-BE49-F238E27FC236}">
                  <a16:creationId xmlns:a16="http://schemas.microsoft.com/office/drawing/2014/main" id="{4B2BD0C8-E301-8DD9-CC16-E2D3E9ED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76" name="개체 75">
              <a:extLst>
                <a:ext uri="{FF2B5EF4-FFF2-40B4-BE49-F238E27FC236}">
                  <a16:creationId xmlns:a16="http://schemas.microsoft.com/office/drawing/2014/main" id="{8A2AD9EF-608E-60D8-4239-1C3BE7FB023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7" name="개체 86">
                          <a:extLst>
                            <a:ext uri="{FF2B5EF4-FFF2-40B4-BE49-F238E27FC236}">
                              <a16:creationId xmlns:a16="http://schemas.microsoft.com/office/drawing/2014/main" id="{E47AB67A-BF2A-596A-BDB2-653C155B1EC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573B656-4071-F1CC-E196-CB85B9455BA7}"/>
              </a:ext>
            </a:extLst>
          </p:cNvPr>
          <p:cNvSpPr/>
          <p:nvPr/>
        </p:nvSpPr>
        <p:spPr>
          <a:xfrm>
            <a:off x="1903889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국민기초생활보장수급자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0B8B418-E3D0-F627-C858-1C2C11C4E119}"/>
              </a:ext>
            </a:extLst>
          </p:cNvPr>
          <p:cNvSpPr/>
          <p:nvPr/>
        </p:nvSpPr>
        <p:spPr>
          <a:xfrm>
            <a:off x="3556887" y="425709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BDB0A66-E03E-BE72-C3CA-F9BAF691FBE2}"/>
              </a:ext>
            </a:extLst>
          </p:cNvPr>
          <p:cNvSpPr/>
          <p:nvPr/>
        </p:nvSpPr>
        <p:spPr>
          <a:xfrm>
            <a:off x="1903889" y="44938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차상위계층확인서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D5079D4-1BD7-1A5D-8D6F-56348B0FE72F}"/>
              </a:ext>
            </a:extLst>
          </p:cNvPr>
          <p:cNvSpPr/>
          <p:nvPr/>
        </p:nvSpPr>
        <p:spPr>
          <a:xfrm>
            <a:off x="3556887" y="449383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FF4E47C6-9EE3-98CA-C96B-7F585F9B40F4}"/>
              </a:ext>
            </a:extLst>
          </p:cNvPr>
          <p:cNvSpPr/>
          <p:nvPr/>
        </p:nvSpPr>
        <p:spPr>
          <a:xfrm>
            <a:off x="1903889" y="4723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40F095D-3338-7370-CEC0-691A92174F14}"/>
              </a:ext>
            </a:extLst>
          </p:cNvPr>
          <p:cNvSpPr/>
          <p:nvPr/>
        </p:nvSpPr>
        <p:spPr>
          <a:xfrm>
            <a:off x="3556887" y="47230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48F3F3-EC6C-AE4B-3F09-77DF159D3B67}"/>
              </a:ext>
            </a:extLst>
          </p:cNvPr>
          <p:cNvSpPr/>
          <p:nvPr/>
        </p:nvSpPr>
        <p:spPr>
          <a:xfrm>
            <a:off x="1903889" y="49612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DBA63D5-C129-EC6A-CDF9-715F5A3043E7}"/>
              </a:ext>
            </a:extLst>
          </p:cNvPr>
          <p:cNvSpPr/>
          <p:nvPr/>
        </p:nvSpPr>
        <p:spPr>
          <a:xfrm>
            <a:off x="3556887" y="496127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6B3C4E6C-5FC4-59B8-C8E3-E3390CF705C3}"/>
              </a:ext>
            </a:extLst>
          </p:cNvPr>
          <p:cNvGrpSpPr/>
          <p:nvPr/>
        </p:nvGrpSpPr>
        <p:grpSpPr>
          <a:xfrm>
            <a:off x="1939170" y="5457147"/>
            <a:ext cx="1105196" cy="128396"/>
            <a:chOff x="3438680" y="4305150"/>
            <a:chExt cx="1105196" cy="128396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73B601B-50B7-5168-516E-00D3BC4BDFAC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4" name="Picture 10">
              <a:extLst>
                <a:ext uri="{FF2B5EF4-FFF2-40B4-BE49-F238E27FC236}">
                  <a16:creationId xmlns:a16="http://schemas.microsoft.com/office/drawing/2014/main" id="{5C18801E-D1B8-8535-02D2-0FABC7496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1A44F9F-A119-0EC7-411D-3A7E670324B6}"/>
              </a:ext>
            </a:extLst>
          </p:cNvPr>
          <p:cNvGrpSpPr/>
          <p:nvPr/>
        </p:nvGrpSpPr>
        <p:grpSpPr>
          <a:xfrm>
            <a:off x="3125583" y="5457147"/>
            <a:ext cx="1105196" cy="128396"/>
            <a:chOff x="3438680" y="4305150"/>
            <a:chExt cx="1105196" cy="128396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41F20AF-C63C-4AE2-A06E-187C6343D554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7" name="Picture 10">
              <a:extLst>
                <a:ext uri="{FF2B5EF4-FFF2-40B4-BE49-F238E27FC236}">
                  <a16:creationId xmlns:a16="http://schemas.microsoft.com/office/drawing/2014/main" id="{6A038003-62F3-49FF-FA4F-FBE5FFF07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E671CBB8-AE09-CA03-9B1B-365175CC9717}"/>
              </a:ext>
            </a:extLst>
          </p:cNvPr>
          <p:cNvGrpSpPr/>
          <p:nvPr/>
        </p:nvGrpSpPr>
        <p:grpSpPr>
          <a:xfrm>
            <a:off x="1903889" y="3548830"/>
            <a:ext cx="2225682" cy="145176"/>
            <a:chOff x="3327015" y="2690196"/>
            <a:chExt cx="2225682" cy="145176"/>
          </a:xfrm>
        </p:grpSpPr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1B1277AD-4B45-9745-D28B-17530E0B6902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주민등록등본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823CF05F-67A5-3479-AD7A-F3564C9951AF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AD87625A-B687-ECDA-3BB8-BEAA70FBED3B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E20E8AD-DE1F-DA06-174D-45381648C9F6}"/>
              </a:ext>
            </a:extLst>
          </p:cNvPr>
          <p:cNvSpPr/>
          <p:nvPr/>
        </p:nvSpPr>
        <p:spPr>
          <a:xfrm>
            <a:off x="3865397" y="425713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5017D09-D6FC-DD4F-FD0A-C6C339CC6B74}"/>
              </a:ext>
            </a:extLst>
          </p:cNvPr>
          <p:cNvSpPr/>
          <p:nvPr/>
        </p:nvSpPr>
        <p:spPr>
          <a:xfrm>
            <a:off x="3865397" y="44932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76D56E3-FFF9-A6F5-8FCA-BE6B424EADF9}"/>
              </a:ext>
            </a:extLst>
          </p:cNvPr>
          <p:cNvSpPr/>
          <p:nvPr/>
        </p:nvSpPr>
        <p:spPr>
          <a:xfrm>
            <a:off x="3865397" y="47171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04549918-B7D5-6F43-123B-39EAC75C04D2}"/>
              </a:ext>
            </a:extLst>
          </p:cNvPr>
          <p:cNvSpPr/>
          <p:nvPr/>
        </p:nvSpPr>
        <p:spPr>
          <a:xfrm>
            <a:off x="3865397" y="49631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CBF3DFAE-09F8-1D30-9877-7B58E37389AA}"/>
              </a:ext>
            </a:extLst>
          </p:cNvPr>
          <p:cNvGrpSpPr/>
          <p:nvPr/>
        </p:nvGrpSpPr>
        <p:grpSpPr>
          <a:xfrm>
            <a:off x="1903889" y="3772518"/>
            <a:ext cx="2225682" cy="145176"/>
            <a:chOff x="3327015" y="2690196"/>
            <a:chExt cx="2225682" cy="145176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D2186381-3E7B-E264-8BC8-42B0DB8CC8CE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재학증명서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000411CE-9638-C5D1-A458-DF4045633116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D12BA0AE-1718-CC4D-805F-F25A8D3F799A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8491E978-68C5-DEC6-3E52-8D0514A4460F}"/>
              </a:ext>
            </a:extLst>
          </p:cNvPr>
          <p:cNvGrpSpPr/>
          <p:nvPr/>
        </p:nvGrpSpPr>
        <p:grpSpPr>
          <a:xfrm>
            <a:off x="1903889" y="4017691"/>
            <a:ext cx="2225682" cy="145176"/>
            <a:chOff x="3327015" y="2690196"/>
            <a:chExt cx="2225682" cy="145176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64DCCD7C-4F8E-62A6-B0EB-9ACF4F84FF66}"/>
                </a:ext>
              </a:extLst>
            </p:cNvPr>
            <p:cNvSpPr/>
            <p:nvPr/>
          </p:nvSpPr>
          <p:spPr>
            <a:xfrm>
              <a:off x="3327015" y="269136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고등학교졸업증명서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85E933EB-7285-3B86-C9B8-C8035F3EC9B4}"/>
                </a:ext>
              </a:extLst>
            </p:cNvPr>
            <p:cNvSpPr/>
            <p:nvPr/>
          </p:nvSpPr>
          <p:spPr>
            <a:xfrm>
              <a:off x="4980013" y="269135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7F62CF71-24E7-05C7-F972-80BAA563FF9A}"/>
                </a:ext>
              </a:extLst>
            </p:cNvPr>
            <p:cNvSpPr/>
            <p:nvPr/>
          </p:nvSpPr>
          <p:spPr>
            <a:xfrm>
              <a:off x="5288523" y="269019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B3B2356-9A0F-3401-66FB-516EDA18E5A6}"/>
              </a:ext>
            </a:extLst>
          </p:cNvPr>
          <p:cNvGrpSpPr/>
          <p:nvPr/>
        </p:nvGrpSpPr>
        <p:grpSpPr>
          <a:xfrm>
            <a:off x="1902634" y="2380094"/>
            <a:ext cx="505750" cy="144462"/>
            <a:chOff x="2716253" y="2405617"/>
            <a:chExt cx="505750" cy="144462"/>
          </a:xfrm>
        </p:grpSpPr>
        <p:sp>
          <p:nvSpPr>
            <p:cNvPr id="115" name="Rectangle 191">
              <a:extLst>
                <a:ext uri="{FF2B5EF4-FFF2-40B4-BE49-F238E27FC236}">
                  <a16:creationId xmlns:a16="http://schemas.microsoft.com/office/drawing/2014/main" id="{1D301605-C7FD-5988-29F4-2F1B89C66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</a:p>
          </p:txBody>
        </p:sp>
        <p:graphicFrame>
          <p:nvGraphicFramePr>
            <p:cNvPr id="116" name="개체 115">
              <a:extLst>
                <a:ext uri="{FF2B5EF4-FFF2-40B4-BE49-F238E27FC236}">
                  <a16:creationId xmlns:a16="http://schemas.microsoft.com/office/drawing/2014/main" id="{5DE8D387-04DC-8FF6-884D-C4BFE21D976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93" name="개체 192">
                          <a:extLst>
                            <a:ext uri="{FF2B5EF4-FFF2-40B4-BE49-F238E27FC236}">
                              <a16:creationId xmlns:a16="http://schemas.microsoft.com/office/drawing/2014/main" id="{F5A152F9-639F-1F98-C51C-F2455ABA66F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7" name="Rectangle 191">
            <a:extLst>
              <a:ext uri="{FF2B5EF4-FFF2-40B4-BE49-F238E27FC236}">
                <a16:creationId xmlns:a16="http://schemas.microsoft.com/office/drawing/2014/main" id="{96AAA982-5C3D-9BA6-81C3-3EC985662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2634" y="2631267"/>
            <a:ext cx="139461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지역인재육성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52BC7711-4AC0-B8E8-BFD8-181E77B738F5}"/>
              </a:ext>
            </a:extLst>
          </p:cNvPr>
          <p:cNvGrpSpPr/>
          <p:nvPr/>
        </p:nvGrpSpPr>
        <p:grpSpPr>
          <a:xfrm>
            <a:off x="2480368" y="2619289"/>
            <a:ext cx="318262" cy="144462"/>
            <a:chOff x="2716253" y="2405617"/>
            <a:chExt cx="318262" cy="144462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94B933C5-8749-727F-B9AE-BA25738A2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일반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20" name="개체 119">
              <a:extLst>
                <a:ext uri="{FF2B5EF4-FFF2-40B4-BE49-F238E27FC236}">
                  <a16:creationId xmlns:a16="http://schemas.microsoft.com/office/drawing/2014/main" id="{14209B93-BB16-D769-7D4A-BCE8CE949DF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2" name="개체 21">
                          <a:extLst>
                            <a:ext uri="{FF2B5EF4-FFF2-40B4-BE49-F238E27FC236}">
                              <a16:creationId xmlns:a16="http://schemas.microsoft.com/office/drawing/2014/main" id="{06DB02F3-1F12-83FF-3551-3F41A865088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AEF0070-FF4F-00FA-971C-9DB1856F83EF}"/>
              </a:ext>
            </a:extLst>
          </p:cNvPr>
          <p:cNvGrpSpPr/>
          <p:nvPr/>
        </p:nvGrpSpPr>
        <p:grpSpPr>
          <a:xfrm>
            <a:off x="2824877" y="2621247"/>
            <a:ext cx="416664" cy="144463"/>
            <a:chOff x="3327015" y="1527346"/>
            <a:chExt cx="416664" cy="144463"/>
          </a:xfrm>
        </p:grpSpPr>
        <p:sp>
          <p:nvSpPr>
            <p:cNvPr id="122" name="Rectangle 191">
              <a:extLst>
                <a:ext uri="{FF2B5EF4-FFF2-40B4-BE49-F238E27FC236}">
                  <a16:creationId xmlns:a16="http://schemas.microsoft.com/office/drawing/2014/main" id="{EA7F822E-625D-3461-6D05-F2CB18CB9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269304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만학도</a:t>
              </a:r>
            </a:p>
          </p:txBody>
        </p:sp>
        <p:graphicFrame>
          <p:nvGraphicFramePr>
            <p:cNvPr id="123" name="개체 122">
              <a:extLst>
                <a:ext uri="{FF2B5EF4-FFF2-40B4-BE49-F238E27FC236}">
                  <a16:creationId xmlns:a16="http://schemas.microsoft.com/office/drawing/2014/main" id="{677F3680-9DA4-8B87-985F-DE23D3093F5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25" name="개체 24">
                          <a:extLst>
                            <a:ext uri="{FF2B5EF4-FFF2-40B4-BE49-F238E27FC236}">
                              <a16:creationId xmlns:a16="http://schemas.microsoft.com/office/drawing/2014/main" id="{9D7ED230-7222-DCDD-E23B-11E473F44F2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C583A1F2-8408-73C8-7A06-A77E0EE1EB43}"/>
              </a:ext>
            </a:extLst>
          </p:cNvPr>
          <p:cNvSpPr/>
          <p:nvPr/>
        </p:nvSpPr>
        <p:spPr>
          <a:xfrm>
            <a:off x="2745778" y="284409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E09C1DFD-0FB0-8B97-FA12-BDF7CE50AF5F}"/>
              </a:ext>
            </a:extLst>
          </p:cNvPr>
          <p:cNvSpPr/>
          <p:nvPr/>
        </p:nvSpPr>
        <p:spPr>
          <a:xfrm>
            <a:off x="4398776" y="284409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E5F5C52-73E3-F763-FFFB-383727B63128}"/>
              </a:ext>
            </a:extLst>
          </p:cNvPr>
          <p:cNvSpPr/>
          <p:nvPr/>
        </p:nvSpPr>
        <p:spPr>
          <a:xfrm>
            <a:off x="4707286" y="284409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7" name="Rectangle 191">
            <a:extLst>
              <a:ext uri="{FF2B5EF4-FFF2-40B4-BE49-F238E27FC236}">
                <a16:creationId xmlns:a16="http://schemas.microsoft.com/office/drawing/2014/main" id="{4D9A5155-13BA-9DE8-2497-7CA9EB5EB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154" y="286545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910E63-4C10-C0C3-7AEE-9A675C83AF30}"/>
              </a:ext>
            </a:extLst>
          </p:cNvPr>
          <p:cNvSpPr/>
          <p:nvPr/>
        </p:nvSpPr>
        <p:spPr>
          <a:xfrm>
            <a:off x="2117788" y="2844098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Rectangle 191">
            <a:extLst>
              <a:ext uri="{FF2B5EF4-FFF2-40B4-BE49-F238E27FC236}">
                <a16:creationId xmlns:a16="http://schemas.microsoft.com/office/drawing/2014/main" id="{77B37DBA-F858-5A91-D5BF-BE83DE856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323" y="286545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74FE1EAA-BB7E-D40B-7BEB-23DD9D56722A}"/>
              </a:ext>
            </a:extLst>
          </p:cNvPr>
          <p:cNvSpPr/>
          <p:nvPr/>
        </p:nvSpPr>
        <p:spPr>
          <a:xfrm>
            <a:off x="2912143" y="3315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B0A92825-069E-8C03-BF06-ADBC14946168}"/>
              </a:ext>
            </a:extLst>
          </p:cNvPr>
          <p:cNvSpPr/>
          <p:nvPr/>
        </p:nvSpPr>
        <p:spPr>
          <a:xfrm>
            <a:off x="4565141" y="331508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5C7EE34E-2AED-9D1C-6E78-237442334929}"/>
              </a:ext>
            </a:extLst>
          </p:cNvPr>
          <p:cNvSpPr/>
          <p:nvPr/>
        </p:nvSpPr>
        <p:spPr>
          <a:xfrm>
            <a:off x="4873548" y="331508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48" name="Rectangle 191">
            <a:extLst>
              <a:ext uri="{FF2B5EF4-FFF2-40B4-BE49-F238E27FC236}">
                <a16:creationId xmlns:a16="http://schemas.microsoft.com/office/drawing/2014/main" id="{2EDA50BA-4305-3EEC-15FC-27DFDFFDF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872" y="333037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49" name="Rectangle 191">
            <a:extLst>
              <a:ext uri="{FF2B5EF4-FFF2-40B4-BE49-F238E27FC236}">
                <a16:creationId xmlns:a16="http://schemas.microsoft.com/office/drawing/2014/main" id="{063494E1-3FB9-9C4D-15B9-932346FFD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2634" y="3330798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6581CB27-704D-07D7-9CC6-7AD988A19102}"/>
              </a:ext>
            </a:extLst>
          </p:cNvPr>
          <p:cNvSpPr/>
          <p:nvPr/>
        </p:nvSpPr>
        <p:spPr>
          <a:xfrm>
            <a:off x="2285966" y="3309440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F04646B2-5642-3D32-4B91-3A87C56EC650}"/>
              </a:ext>
            </a:extLst>
          </p:cNvPr>
          <p:cNvSpPr>
            <a:spLocks noChangeAspect="1"/>
          </p:cNvSpPr>
          <p:nvPr/>
        </p:nvSpPr>
        <p:spPr>
          <a:xfrm>
            <a:off x="3032653" y="247894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AC240A10-1C75-F6F4-866A-ADEA2B5A1647}"/>
              </a:ext>
            </a:extLst>
          </p:cNvPr>
          <p:cNvSpPr>
            <a:spLocks noChangeAspect="1"/>
          </p:cNvSpPr>
          <p:nvPr/>
        </p:nvSpPr>
        <p:spPr>
          <a:xfrm>
            <a:off x="512127" y="28533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FE5A016D-572E-4B1D-03CD-4F31EE6181BB}"/>
              </a:ext>
            </a:extLst>
          </p:cNvPr>
          <p:cNvSpPr>
            <a:spLocks noChangeAspect="1"/>
          </p:cNvSpPr>
          <p:nvPr/>
        </p:nvSpPr>
        <p:spPr>
          <a:xfrm>
            <a:off x="512127" y="331377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368C3912-88A6-1DA0-63E0-A48339566EC2}"/>
              </a:ext>
            </a:extLst>
          </p:cNvPr>
          <p:cNvGrpSpPr/>
          <p:nvPr/>
        </p:nvGrpSpPr>
        <p:grpSpPr>
          <a:xfrm>
            <a:off x="1900611" y="3076911"/>
            <a:ext cx="2704513" cy="144016"/>
            <a:chOff x="1897884" y="2847629"/>
            <a:chExt cx="2704513" cy="144016"/>
          </a:xfrm>
        </p:grpSpPr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7CAECE80-3B64-AE60-7957-B7703229E0CC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09E4D3CF-ED3F-A36D-1D29-B46A9EFD91DB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2DDA2AD6-0B20-3807-BB2D-D9F272350299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9CD228C2-C0A6-6CFF-21A5-3A6613A1EDCA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FDE75EF9-5BF0-D44E-2052-8E57293DA2FF}"/>
              </a:ext>
            </a:extLst>
          </p:cNvPr>
          <p:cNvGrpSpPr/>
          <p:nvPr/>
        </p:nvGrpSpPr>
        <p:grpSpPr>
          <a:xfrm>
            <a:off x="1900611" y="5193196"/>
            <a:ext cx="2386963" cy="144016"/>
            <a:chOff x="1897884" y="4476806"/>
            <a:chExt cx="2386963" cy="144016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F056055D-5298-1EC9-8F69-DCD57627B89B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36240D0B-AA33-9FA3-4C9C-4F9A5A91DE33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EB5E09E4-181A-D18E-991E-2E8172F2AAE7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1696767A-B2FD-8DD5-3D5F-ACEF869DBD12}"/>
              </a:ext>
            </a:extLst>
          </p:cNvPr>
          <p:cNvSpPr/>
          <p:nvPr/>
        </p:nvSpPr>
        <p:spPr>
          <a:xfrm>
            <a:off x="668524" y="5157192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FB9FBDE5-82D7-8920-70CF-38B3F10A4A4F}"/>
              </a:ext>
            </a:extLst>
          </p:cNvPr>
          <p:cNvSpPr>
            <a:spLocks noChangeAspect="1"/>
          </p:cNvSpPr>
          <p:nvPr/>
        </p:nvSpPr>
        <p:spPr>
          <a:xfrm>
            <a:off x="512127" y="520114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7443DFCB-8B60-D99E-3F96-7262E1D8B940}"/>
              </a:ext>
            </a:extLst>
          </p:cNvPr>
          <p:cNvSpPr/>
          <p:nvPr/>
        </p:nvSpPr>
        <p:spPr>
          <a:xfrm>
            <a:off x="668524" y="3042521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488B030E-333E-48BE-46C6-9E4FC282CDE5}"/>
              </a:ext>
            </a:extLst>
          </p:cNvPr>
          <p:cNvSpPr>
            <a:spLocks noChangeAspect="1"/>
          </p:cNvSpPr>
          <p:nvPr/>
        </p:nvSpPr>
        <p:spPr>
          <a:xfrm>
            <a:off x="512127" y="308647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2732868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3891CE-CD5D-98C1-6EF1-96C7EB6C0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A26BFAA-4A15-A2CA-ECB6-081A64B478EF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9056C9F-F8B7-0AFD-77E3-D1770314E329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65D24228-6A4C-8B33-28AA-866591260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6690781"/>
              </p:ext>
            </p:extLst>
          </p:nvPr>
        </p:nvGraphicFramePr>
        <p:xfrm>
          <a:off x="6969418" y="2548005"/>
          <a:ext cx="2772114" cy="1734217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계좌정보가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262096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2A70814-A54A-E7BA-569A-321FAC61CE2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D78FA2A-AA09-072B-5AEB-84C8758868F5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9342609F-FDE7-BC63-9AD9-AF6EA85501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912FEF1-6571-A4AF-2354-4C219C6278B0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4368D0A-68FD-5979-D665-64E0FB3A829E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32C8421-50C3-E6ED-9D2D-6C0469145BC3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1B33814-F279-679D-6281-F0743DEEF988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1646101-5A56-2DF5-4C6D-5580A27E5C53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5E4EACC-7A12-4122-2FE7-043A750B23D1}"/>
              </a:ext>
            </a:extLst>
          </p:cNvPr>
          <p:cNvSpPr/>
          <p:nvPr/>
        </p:nvSpPr>
        <p:spPr>
          <a:xfrm>
            <a:off x="165100" y="1790190"/>
            <a:ext cx="6732116" cy="491517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C680813-E438-5B73-45A1-409FA8500B3A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971058C-F379-9680-EBEA-096015652382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19E4330-906F-F128-BF5D-9D13DC5AC5A8}"/>
              </a:ext>
            </a:extLst>
          </p:cNvPr>
          <p:cNvSpPr/>
          <p:nvPr/>
        </p:nvSpPr>
        <p:spPr>
          <a:xfrm>
            <a:off x="262572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DE82F54-37EC-2FC0-F935-FFD7A871D2AF}"/>
              </a:ext>
            </a:extLst>
          </p:cNvPr>
          <p:cNvSpPr/>
          <p:nvPr/>
        </p:nvSpPr>
        <p:spPr>
          <a:xfrm>
            <a:off x="1133014" y="2132856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대학생 장학금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10CE585-92D8-99BB-B4A8-D28D84975F73}"/>
              </a:ext>
            </a:extLst>
          </p:cNvPr>
          <p:cNvSpPr/>
          <p:nvPr/>
        </p:nvSpPr>
        <p:spPr>
          <a:xfrm>
            <a:off x="198755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25141D4-0FD4-ABEB-0FCA-A2E77AD52125}"/>
              </a:ext>
            </a:extLst>
          </p:cNvPr>
          <p:cNvSpPr/>
          <p:nvPr/>
        </p:nvSpPr>
        <p:spPr>
          <a:xfrm>
            <a:off x="284209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903FB93E-6529-21E1-8E06-2CEAA08B260D}"/>
              </a:ext>
            </a:extLst>
          </p:cNvPr>
          <p:cNvSpPr/>
          <p:nvPr/>
        </p:nvSpPr>
        <p:spPr>
          <a:xfrm>
            <a:off x="3698364" y="2132856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843AB16-39CE-1DF4-93F2-17857CCE413B}"/>
              </a:ext>
            </a:extLst>
          </p:cNvPr>
          <p:cNvSpPr/>
          <p:nvPr/>
        </p:nvSpPr>
        <p:spPr>
          <a:xfrm>
            <a:off x="287103" y="2384884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D7463D2-C787-D8BA-5985-B9ABE175CA9C}"/>
              </a:ext>
            </a:extLst>
          </p:cNvPr>
          <p:cNvGrpSpPr/>
          <p:nvPr/>
        </p:nvGrpSpPr>
        <p:grpSpPr>
          <a:xfrm>
            <a:off x="6715323" y="2564573"/>
            <a:ext cx="102870" cy="717055"/>
            <a:chOff x="6781481" y="1888563"/>
            <a:chExt cx="77080" cy="7920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27EC8D7D-DBEE-9AB9-4886-21C7026B89C3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7FB5FB74-0D2D-AB18-8526-D4FF1F868013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668CB325-2983-B14F-6F34-56E6B1FD18FB}"/>
              </a:ext>
            </a:extLst>
          </p:cNvPr>
          <p:cNvSpPr/>
          <p:nvPr/>
        </p:nvSpPr>
        <p:spPr>
          <a:xfrm>
            <a:off x="273050" y="2564904"/>
            <a:ext cx="6437193" cy="717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F5934BC-75AB-F1CB-C031-3832D3518B1E}"/>
              </a:ext>
            </a:extLst>
          </p:cNvPr>
          <p:cNvSpPr/>
          <p:nvPr/>
        </p:nvSpPr>
        <p:spPr>
          <a:xfrm>
            <a:off x="287103" y="3501008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0702CAC6-66AB-189A-FA80-53BB137B6E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743155"/>
              </p:ext>
            </p:extLst>
          </p:nvPr>
        </p:nvGraphicFramePr>
        <p:xfrm>
          <a:off x="273050" y="3673922"/>
          <a:ext cx="6516688" cy="2069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5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08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404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4878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졸업 고등학교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51123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 대학교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498848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graphicFrame>
        <p:nvGraphicFramePr>
          <p:cNvPr id="93" name="표 92">
            <a:extLst>
              <a:ext uri="{FF2B5EF4-FFF2-40B4-BE49-F238E27FC236}">
                <a16:creationId xmlns:a16="http://schemas.microsoft.com/office/drawing/2014/main" id="{585004D6-FAFD-9887-6CE5-BD0971F23C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775196"/>
              </p:ext>
            </p:extLst>
          </p:nvPr>
        </p:nvGraphicFramePr>
        <p:xfrm>
          <a:off x="273050" y="5961485"/>
          <a:ext cx="6516688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5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1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4" name="직사각형 93">
            <a:extLst>
              <a:ext uri="{FF2B5EF4-FFF2-40B4-BE49-F238E27FC236}">
                <a16:creationId xmlns:a16="http://schemas.microsoft.com/office/drawing/2014/main" id="{A2B1F6EF-A7B6-1D9B-F759-EEB83E19493B}"/>
              </a:ext>
            </a:extLst>
          </p:cNvPr>
          <p:cNvSpPr/>
          <p:nvPr/>
        </p:nvSpPr>
        <p:spPr>
          <a:xfrm>
            <a:off x="287103" y="5781118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95" name="Picture 13">
            <a:extLst>
              <a:ext uri="{FF2B5EF4-FFF2-40B4-BE49-F238E27FC236}">
                <a16:creationId xmlns:a16="http://schemas.microsoft.com/office/drawing/2014/main" id="{6330A109-001F-292D-BFC9-00F8984F5F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9495" y="393905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6" name="직사각형 95">
            <a:extLst>
              <a:ext uri="{FF2B5EF4-FFF2-40B4-BE49-F238E27FC236}">
                <a16:creationId xmlns:a16="http://schemas.microsoft.com/office/drawing/2014/main" id="{F3DBF357-6385-5C29-616B-9A2D903C7442}"/>
              </a:ext>
            </a:extLst>
          </p:cNvPr>
          <p:cNvSpPr/>
          <p:nvPr/>
        </p:nvSpPr>
        <p:spPr>
          <a:xfrm>
            <a:off x="1239605" y="3939321"/>
            <a:ext cx="35765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97" name="Picture 13">
            <a:extLst>
              <a:ext uri="{FF2B5EF4-FFF2-40B4-BE49-F238E27FC236}">
                <a16:creationId xmlns:a16="http://schemas.microsoft.com/office/drawing/2014/main" id="{93C9F766-69C8-9744-C047-161A622313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0225" y="393905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E56D57DC-3E3E-1448-F085-56802D1143B8}"/>
              </a:ext>
            </a:extLst>
          </p:cNvPr>
          <p:cNvSpPr/>
          <p:nvPr/>
        </p:nvSpPr>
        <p:spPr>
          <a:xfrm>
            <a:off x="1765573" y="3939321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99" name="Picture 13">
            <a:extLst>
              <a:ext uri="{FF2B5EF4-FFF2-40B4-BE49-F238E27FC236}">
                <a16:creationId xmlns:a16="http://schemas.microsoft.com/office/drawing/2014/main" id="{804EB4AB-98A8-BEAB-A8BD-5505B2348D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2078" y="393905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63A019C-D85F-78D6-0398-120297BECE67}"/>
              </a:ext>
            </a:extLst>
          </p:cNvPr>
          <p:cNvSpPr/>
          <p:nvPr/>
        </p:nvSpPr>
        <p:spPr>
          <a:xfrm>
            <a:off x="2237426" y="3939321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101" name="Picture 13">
            <a:extLst>
              <a:ext uri="{FF2B5EF4-FFF2-40B4-BE49-F238E27FC236}">
                <a16:creationId xmlns:a16="http://schemas.microsoft.com/office/drawing/2014/main" id="{D9EC16CF-2037-0067-B87E-5C3A9EAAC7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3945673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E96B2F0-B6A2-835A-D1A4-CB1F622BF900}"/>
              </a:ext>
            </a:extLst>
          </p:cNvPr>
          <p:cNvSpPr/>
          <p:nvPr/>
        </p:nvSpPr>
        <p:spPr>
          <a:xfrm>
            <a:off x="4605112" y="3945937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5D7E0AD-4397-9B77-CBB3-600C51A450E5}"/>
              </a:ext>
            </a:extLst>
          </p:cNvPr>
          <p:cNvSpPr/>
          <p:nvPr/>
        </p:nvSpPr>
        <p:spPr>
          <a:xfrm>
            <a:off x="5107225" y="3945937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6E7BAF64-3569-A0E9-30A7-148C8D38FA8D}"/>
              </a:ext>
            </a:extLst>
          </p:cNvPr>
          <p:cNvSpPr/>
          <p:nvPr/>
        </p:nvSpPr>
        <p:spPr>
          <a:xfrm>
            <a:off x="5046128" y="3956125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F31C376-DC1D-B465-BE71-189FF0F7CC8F}"/>
              </a:ext>
            </a:extLst>
          </p:cNvPr>
          <p:cNvSpPr/>
          <p:nvPr/>
        </p:nvSpPr>
        <p:spPr>
          <a:xfrm>
            <a:off x="5463065" y="3964076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4C95C1B-B523-3F48-933A-3584E9AA62AA}"/>
              </a:ext>
            </a:extLst>
          </p:cNvPr>
          <p:cNvSpPr/>
          <p:nvPr/>
        </p:nvSpPr>
        <p:spPr>
          <a:xfrm>
            <a:off x="5530638" y="3945937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4CED7E76-26A5-4F97-73EF-853B36E71580}"/>
              </a:ext>
            </a:extLst>
          </p:cNvPr>
          <p:cNvSpPr/>
          <p:nvPr/>
        </p:nvSpPr>
        <p:spPr>
          <a:xfrm>
            <a:off x="1258157" y="4407089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오산고등학교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682EFDC-7B85-61C5-594A-5D0D9B6959EE}"/>
              </a:ext>
            </a:extLst>
          </p:cNvPr>
          <p:cNvSpPr/>
          <p:nvPr/>
        </p:nvSpPr>
        <p:spPr>
          <a:xfrm>
            <a:off x="1545462" y="4631064"/>
            <a:ext cx="648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오산대학교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98CBDA33-DE4C-BB56-FBDD-0A77646B170A}"/>
              </a:ext>
            </a:extLst>
          </p:cNvPr>
          <p:cNvGrpSpPr/>
          <p:nvPr/>
        </p:nvGrpSpPr>
        <p:grpSpPr>
          <a:xfrm>
            <a:off x="1573419" y="4171918"/>
            <a:ext cx="236445" cy="144462"/>
            <a:chOff x="2716253" y="2405617"/>
            <a:chExt cx="236445" cy="144462"/>
          </a:xfrm>
        </p:grpSpPr>
        <p:sp>
          <p:nvSpPr>
            <p:cNvPr id="110" name="Rectangle 191">
              <a:extLst>
                <a:ext uri="{FF2B5EF4-FFF2-40B4-BE49-F238E27FC236}">
                  <a16:creationId xmlns:a16="http://schemas.microsoft.com/office/drawing/2014/main" id="{D4BEC3AB-365C-1814-9D18-2A6AF6AD7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</a:p>
          </p:txBody>
        </p:sp>
        <p:graphicFrame>
          <p:nvGraphicFramePr>
            <p:cNvPr id="111" name="개체 110">
              <a:extLst>
                <a:ext uri="{FF2B5EF4-FFF2-40B4-BE49-F238E27FC236}">
                  <a16:creationId xmlns:a16="http://schemas.microsoft.com/office/drawing/2014/main" id="{23EC7893-4DFA-25DA-ECF4-B7871E7E529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2" name="개체 51">
                          <a:extLst>
                            <a:ext uri="{FF2B5EF4-FFF2-40B4-BE49-F238E27FC236}">
                              <a16:creationId xmlns:a16="http://schemas.microsoft.com/office/drawing/2014/main" id="{EC1E0AF1-AB05-11E5-ED78-C55C9EC4818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1A3896BA-CB3F-ABAA-7DE3-1E52842272E8}"/>
              </a:ext>
            </a:extLst>
          </p:cNvPr>
          <p:cNvGrpSpPr/>
          <p:nvPr/>
        </p:nvGrpSpPr>
        <p:grpSpPr>
          <a:xfrm>
            <a:off x="1249383" y="4177804"/>
            <a:ext cx="237128" cy="144463"/>
            <a:chOff x="2864768" y="2513669"/>
            <a:chExt cx="237128" cy="144463"/>
          </a:xfrm>
        </p:grpSpPr>
        <p:sp>
          <p:nvSpPr>
            <p:cNvPr id="113" name="Rectangle 191">
              <a:extLst>
                <a:ext uri="{FF2B5EF4-FFF2-40B4-BE49-F238E27FC236}">
                  <a16:creationId xmlns:a16="http://schemas.microsoft.com/office/drawing/2014/main" id="{EBF3C92B-F7D8-A6AF-37DE-4A74C937A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14" name="개체 113">
              <a:extLst>
                <a:ext uri="{FF2B5EF4-FFF2-40B4-BE49-F238E27FC236}">
                  <a16:creationId xmlns:a16="http://schemas.microsoft.com/office/drawing/2014/main" id="{DD31E174-7766-29C2-7C58-8476C552AD5F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056542323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55" name="개체 54">
                          <a:extLst>
                            <a:ext uri="{FF2B5EF4-FFF2-40B4-BE49-F238E27FC236}">
                              <a16:creationId xmlns:a16="http://schemas.microsoft.com/office/drawing/2014/main" id="{466423C9-CB7A-B30F-0298-838FBB0ABA4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DD22304-73F4-A882-8190-5B6B43531463}"/>
              </a:ext>
            </a:extLst>
          </p:cNvPr>
          <p:cNvSpPr/>
          <p:nvPr/>
        </p:nvSpPr>
        <p:spPr>
          <a:xfrm>
            <a:off x="4605111" y="3714674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C89C888D-96C4-1D32-66C3-3565D617E066}"/>
              </a:ext>
            </a:extLst>
          </p:cNvPr>
          <p:cNvSpPr/>
          <p:nvPr/>
        </p:nvSpPr>
        <p:spPr>
          <a:xfrm>
            <a:off x="1253020" y="5085313"/>
            <a:ext cx="476033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5729F564-8118-7279-159C-A1C05541EEE8}"/>
              </a:ext>
            </a:extLst>
          </p:cNvPr>
          <p:cNvSpPr/>
          <p:nvPr/>
        </p:nvSpPr>
        <p:spPr>
          <a:xfrm>
            <a:off x="1253020" y="5319553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4F52A1D4-0E35-8798-3242-AD2B4E9BA028}"/>
              </a:ext>
            </a:extLst>
          </p:cNvPr>
          <p:cNvSpPr/>
          <p:nvPr/>
        </p:nvSpPr>
        <p:spPr>
          <a:xfrm>
            <a:off x="1253020" y="5553252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49017EB2-3CB5-F381-C8B1-EAF2155D5968}"/>
              </a:ext>
            </a:extLst>
          </p:cNvPr>
          <p:cNvSpPr/>
          <p:nvPr/>
        </p:nvSpPr>
        <p:spPr>
          <a:xfrm>
            <a:off x="3735858" y="5345386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2BDB900B-DE73-38C0-3C42-20788A4A221B}"/>
              </a:ext>
            </a:extLst>
          </p:cNvPr>
          <p:cNvSpPr/>
          <p:nvPr/>
        </p:nvSpPr>
        <p:spPr>
          <a:xfrm>
            <a:off x="3735858" y="5579085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122" name="Picture 13">
            <a:extLst>
              <a:ext uri="{FF2B5EF4-FFF2-40B4-BE49-F238E27FC236}">
                <a16:creationId xmlns:a16="http://schemas.microsoft.com/office/drawing/2014/main" id="{985326F0-0ADE-0DA1-5AC4-FA6449DA9E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599976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1F495FC-6287-5121-979B-2A9ADA780FD7}"/>
              </a:ext>
            </a:extLst>
          </p:cNvPr>
          <p:cNvSpPr/>
          <p:nvPr/>
        </p:nvSpPr>
        <p:spPr>
          <a:xfrm>
            <a:off x="1239605" y="6000032"/>
            <a:ext cx="6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92A6A04-3444-C2A5-165F-9DF455019C02}"/>
              </a:ext>
            </a:extLst>
          </p:cNvPr>
          <p:cNvSpPr/>
          <p:nvPr/>
        </p:nvSpPr>
        <p:spPr>
          <a:xfrm>
            <a:off x="1244828" y="6468801"/>
            <a:ext cx="15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5" name="Rectangle 191">
            <a:extLst>
              <a:ext uri="{FF2B5EF4-FFF2-40B4-BE49-F238E27FC236}">
                <a16:creationId xmlns:a16="http://schemas.microsoft.com/office/drawing/2014/main" id="{9D023084-AB96-C498-C3A3-26A2E3E53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8157" y="4648133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대학교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F26AFD1-2D97-44FA-0BD3-698A7459846A}"/>
              </a:ext>
            </a:extLst>
          </p:cNvPr>
          <p:cNvSpPr/>
          <p:nvPr/>
        </p:nvSpPr>
        <p:spPr>
          <a:xfrm>
            <a:off x="2473131" y="4631635"/>
            <a:ext cx="648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경영학과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7" name="Rectangle 191">
            <a:extLst>
              <a:ext uri="{FF2B5EF4-FFF2-40B4-BE49-F238E27FC236}">
                <a16:creationId xmlns:a16="http://schemas.microsoft.com/office/drawing/2014/main" id="{F19A11F2-F35E-F246-4513-B0E811370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7495" y="465665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학과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B7262C09-4A21-A367-BCDE-665096D24F45}"/>
              </a:ext>
            </a:extLst>
          </p:cNvPr>
          <p:cNvSpPr/>
          <p:nvPr/>
        </p:nvSpPr>
        <p:spPr>
          <a:xfrm>
            <a:off x="4139025" y="4631635"/>
            <a:ext cx="648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2512345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9" name="Rectangle 191">
            <a:extLst>
              <a:ext uri="{FF2B5EF4-FFF2-40B4-BE49-F238E27FC236}">
                <a16:creationId xmlns:a16="http://schemas.microsoft.com/office/drawing/2014/main" id="{A378786D-0BC4-EEA2-4610-F427CE5F4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3389" y="465665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학번</a:t>
            </a:r>
          </a:p>
        </p:txBody>
      </p:sp>
      <p:pic>
        <p:nvPicPr>
          <p:cNvPr id="130" name="Picture 13">
            <a:extLst>
              <a:ext uri="{FF2B5EF4-FFF2-40B4-BE49-F238E27FC236}">
                <a16:creationId xmlns:a16="http://schemas.microsoft.com/office/drawing/2014/main" id="{D28AAE12-76BF-113E-239A-9754100109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1417" y="463080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1AD6D0FD-12D2-405E-5F2D-8342F27DE073}"/>
              </a:ext>
            </a:extLst>
          </p:cNvPr>
          <p:cNvSpPr/>
          <p:nvPr/>
        </p:nvSpPr>
        <p:spPr>
          <a:xfrm>
            <a:off x="3406416" y="4631064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8E872ACE-3F29-D609-E7D3-7ABF2D7AAD92}"/>
              </a:ext>
            </a:extLst>
          </p:cNvPr>
          <p:cNvGrpSpPr/>
          <p:nvPr/>
        </p:nvGrpSpPr>
        <p:grpSpPr>
          <a:xfrm>
            <a:off x="267996" y="3308837"/>
            <a:ext cx="1651953" cy="144463"/>
            <a:chOff x="2156839" y="1593629"/>
            <a:chExt cx="1651953" cy="144463"/>
          </a:xfrm>
        </p:grpSpPr>
        <p:sp>
          <p:nvSpPr>
            <p:cNvPr id="133" name="Rectangle 191">
              <a:extLst>
                <a:ext uri="{FF2B5EF4-FFF2-40B4-BE49-F238E27FC236}">
                  <a16:creationId xmlns:a16="http://schemas.microsoft.com/office/drawing/2014/main" id="{DA7A310F-9CF2-9D2F-3E83-8A9EBB686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134" name="개체 133">
              <a:extLst>
                <a:ext uri="{FF2B5EF4-FFF2-40B4-BE49-F238E27FC236}">
                  <a16:creationId xmlns:a16="http://schemas.microsoft.com/office/drawing/2014/main" id="{B4BB418D-0890-12A7-19D2-F272590C457C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589923563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78" name="개체 77">
                          <a:extLst>
                            <a:ext uri="{FF2B5EF4-FFF2-40B4-BE49-F238E27FC236}">
                              <a16:creationId xmlns:a16="http://schemas.microsoft.com/office/drawing/2014/main" id="{941A9947-E24D-9ED1-3EA4-69855C0EF42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5" name="Rectangle 191">
            <a:extLst>
              <a:ext uri="{FF2B5EF4-FFF2-40B4-BE49-F238E27FC236}">
                <a16:creationId xmlns:a16="http://schemas.microsoft.com/office/drawing/2014/main" id="{6C5B0742-6DFC-2098-6378-298295A26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848" y="4656655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학년</a:t>
            </a:r>
          </a:p>
        </p:txBody>
      </p:sp>
      <p:pic>
        <p:nvPicPr>
          <p:cNvPr id="136" name="Picture 13">
            <a:extLst>
              <a:ext uri="{FF2B5EF4-FFF2-40B4-BE49-F238E27FC236}">
                <a16:creationId xmlns:a16="http://schemas.microsoft.com/office/drawing/2014/main" id="{F1532208-8A2F-0D48-C303-512B600A4B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6236" y="416894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4CDF9A52-2701-972E-45FD-877EFE47D7CB}"/>
              </a:ext>
            </a:extLst>
          </p:cNvPr>
          <p:cNvSpPr/>
          <p:nvPr/>
        </p:nvSpPr>
        <p:spPr>
          <a:xfrm>
            <a:off x="4605112" y="4169211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B7DD783D-EB92-828A-96A6-C2593FB253C9}"/>
              </a:ext>
            </a:extLst>
          </p:cNvPr>
          <p:cNvSpPr/>
          <p:nvPr/>
        </p:nvSpPr>
        <p:spPr>
          <a:xfrm>
            <a:off x="5107225" y="4169211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25441B0D-B9C5-5555-BFB7-2C9677FE34ED}"/>
              </a:ext>
            </a:extLst>
          </p:cNvPr>
          <p:cNvSpPr/>
          <p:nvPr/>
        </p:nvSpPr>
        <p:spPr>
          <a:xfrm>
            <a:off x="5046128" y="4179399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5C9C6E8D-8A29-8337-F257-B91BE948FFBE}"/>
              </a:ext>
            </a:extLst>
          </p:cNvPr>
          <p:cNvSpPr/>
          <p:nvPr/>
        </p:nvSpPr>
        <p:spPr>
          <a:xfrm>
            <a:off x="5463065" y="418735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AF78F100-C584-0034-A771-FD0A3FF321FC}"/>
              </a:ext>
            </a:extLst>
          </p:cNvPr>
          <p:cNvSpPr/>
          <p:nvPr/>
        </p:nvSpPr>
        <p:spPr>
          <a:xfrm>
            <a:off x="5530638" y="4169211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E3B866D-1493-5704-A509-692142E49590}"/>
              </a:ext>
            </a:extLst>
          </p:cNvPr>
          <p:cNvSpPr>
            <a:spLocks noChangeAspect="1"/>
          </p:cNvSpPr>
          <p:nvPr/>
        </p:nvSpPr>
        <p:spPr>
          <a:xfrm>
            <a:off x="202609" y="249289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28303C2-26B5-2D26-780F-0E83F58B8BB4}"/>
              </a:ext>
            </a:extLst>
          </p:cNvPr>
          <p:cNvSpPr>
            <a:spLocks noChangeAspect="1"/>
          </p:cNvSpPr>
          <p:nvPr/>
        </p:nvSpPr>
        <p:spPr>
          <a:xfrm>
            <a:off x="202609" y="360106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43D7296A-B178-61F5-BD9F-590506B6B286}"/>
              </a:ext>
            </a:extLst>
          </p:cNvPr>
          <p:cNvSpPr>
            <a:spLocks noChangeAspect="1"/>
          </p:cNvSpPr>
          <p:nvPr/>
        </p:nvSpPr>
        <p:spPr>
          <a:xfrm>
            <a:off x="202609" y="589319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D2C7374-EF5C-15F0-AD1A-EF27F44BAD25}"/>
              </a:ext>
            </a:extLst>
          </p:cNvPr>
          <p:cNvGrpSpPr/>
          <p:nvPr/>
        </p:nvGrpSpPr>
        <p:grpSpPr>
          <a:xfrm>
            <a:off x="1229119" y="4873826"/>
            <a:ext cx="3869183" cy="147301"/>
            <a:chOff x="1229119" y="4562220"/>
            <a:chExt cx="3869183" cy="147301"/>
          </a:xfrm>
        </p:grpSpPr>
        <p:sp>
          <p:nvSpPr>
            <p:cNvPr id="17" name="Rectangle 191">
              <a:extLst>
                <a:ext uri="{FF2B5EF4-FFF2-40B4-BE49-F238E27FC236}">
                  <a16:creationId xmlns:a16="http://schemas.microsoft.com/office/drawing/2014/main" id="{F2F42DE7-F9DD-3205-FF63-26C080453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2009"/>
              <a:ext cx="153888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거주 확인 후 신청</a:t>
              </a:r>
            </a:p>
          </p:txBody>
        </p: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F4D300DA-6228-0883-A09B-433873E4ABB3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33" name="Rectangle 191">
                <a:extLst>
                  <a:ext uri="{FF2B5EF4-FFF2-40B4-BE49-F238E27FC236}">
                    <a16:creationId xmlns:a16="http://schemas.microsoft.com/office/drawing/2014/main" id="{BC1677F6-02EF-1ABE-149D-537DEAB62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34" name="개체 33">
                <a:extLst>
                  <a:ext uri="{FF2B5EF4-FFF2-40B4-BE49-F238E27FC236}">
                    <a16:creationId xmlns:a16="http://schemas.microsoft.com/office/drawing/2014/main" id="{769E50A0-380B-A470-8F86-D279060DE6D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4" imgW="145435" imgH="145435" progId="Visio.Drawing.11">
                      <p:embed/>
                    </p:oleObj>
                  </mc:Choice>
                  <mc:Fallback>
                    <p:oleObj name="Visio" r:id="rId4" imgW="145435" imgH="145435" progId="Visio.Drawing.11">
                      <p:embed/>
                      <p:pic>
                        <p:nvPicPr>
                          <p:cNvPr id="99" name="개체 98">
                            <a:extLst>
                              <a:ext uri="{FF2B5EF4-FFF2-40B4-BE49-F238E27FC236}">
                                <a16:creationId xmlns:a16="http://schemas.microsoft.com/office/drawing/2014/main" id="{85DBB787-6385-F404-1BD0-29669C75582E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D53A367E-BA8F-5E03-94C5-F174A84506DA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31" name="Rectangle 191">
                <a:extLst>
                  <a:ext uri="{FF2B5EF4-FFF2-40B4-BE49-F238E27FC236}">
                    <a16:creationId xmlns:a16="http://schemas.microsoft.com/office/drawing/2014/main" id="{D8C72159-A81F-B249-2164-78F105707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32" name="개체 31">
                <a:extLst>
                  <a:ext uri="{FF2B5EF4-FFF2-40B4-BE49-F238E27FC236}">
                    <a16:creationId xmlns:a16="http://schemas.microsoft.com/office/drawing/2014/main" id="{242355F2-6C12-59F2-240B-26DFE9B643E9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292747217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97" name="개체 96">
                            <a:extLst>
                              <a:ext uri="{FF2B5EF4-FFF2-40B4-BE49-F238E27FC236}">
                                <a16:creationId xmlns:a16="http://schemas.microsoft.com/office/drawing/2014/main" id="{EE93B390-3A41-81C4-8E83-9B28BA926BED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24" name="Picture 13">
              <a:extLst>
                <a:ext uri="{FF2B5EF4-FFF2-40B4-BE49-F238E27FC236}">
                  <a16:creationId xmlns:a16="http://schemas.microsoft.com/office/drawing/2014/main" id="{FCA78255-A464-9D84-1394-455B68073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FDD6B2FC-1E34-B509-4D65-45FE938BF5CC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27" name="Picture 13">
              <a:extLst>
                <a:ext uri="{FF2B5EF4-FFF2-40B4-BE49-F238E27FC236}">
                  <a16:creationId xmlns:a16="http://schemas.microsoft.com/office/drawing/2014/main" id="{AB9C5186-3117-D2EB-3C85-6CD08F5B62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ADCFF1B1-AA76-4E62-91A1-C37FA6791867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29" name="Picture 13">
              <a:extLst>
                <a:ext uri="{FF2B5EF4-FFF2-40B4-BE49-F238E27FC236}">
                  <a16:creationId xmlns:a16="http://schemas.microsoft.com/office/drawing/2014/main" id="{96BBE7CB-9BEE-C70A-7C8B-7604A8453E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6C832E7-83D8-1FF8-E334-DC84C0575DAE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709236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A9D3C2-4107-EFA9-D36F-5CA32E5C54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9BF7701-A24D-99AD-3ED1-9035E673CA19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806AB50-343D-B4F0-D70A-F63C0D15A72D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163B726-1A9C-D1B8-5D79-947413BE7E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184617"/>
              </p:ext>
            </p:extLst>
          </p:nvPr>
        </p:nvGraphicFramePr>
        <p:xfrm>
          <a:off x="6969418" y="2548005"/>
          <a:ext cx="2772114" cy="7158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대학생 장학금 신청정보가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대학생장학금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5B054F7-5C57-B43E-FDA8-335D8F1527B6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smru_application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C662055-8132-E4C1-C558-226BE69858C4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7C311E0-C8C3-D1B7-EEC0-02CD88A72E07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대학생 장학금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07C92E8-E903-EBFD-9496-FEA3B247591F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BA3A3793-5655-41FE-A041-98BAA1B320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51427857-B8E1-5351-BF48-6DEF0B9A23F0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FCF2FFC5-13D7-99CB-E2DF-72DC39CAAB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956149"/>
              </p:ext>
            </p:extLst>
          </p:nvPr>
        </p:nvGraphicFramePr>
        <p:xfrm>
          <a:off x="278532" y="1628800"/>
          <a:ext cx="6511205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99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4623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16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대학생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대학생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rowSpan="2"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gridSpan="2"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109095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rowSpan="10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799673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 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89415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grpSp>
        <p:nvGrpSpPr>
          <p:cNvPr id="23" name="그룹 22">
            <a:extLst>
              <a:ext uri="{FF2B5EF4-FFF2-40B4-BE49-F238E27FC236}">
                <a16:creationId xmlns:a16="http://schemas.microsoft.com/office/drawing/2014/main" id="{AF2788CD-9FC9-095F-C717-0E234629346B}"/>
              </a:ext>
            </a:extLst>
          </p:cNvPr>
          <p:cNvGrpSpPr/>
          <p:nvPr/>
        </p:nvGrpSpPr>
        <p:grpSpPr>
          <a:xfrm>
            <a:off x="2473203" y="2380094"/>
            <a:ext cx="505750" cy="144462"/>
            <a:chOff x="2716253" y="2405617"/>
            <a:chExt cx="505750" cy="144462"/>
          </a:xfrm>
        </p:grpSpPr>
        <p:sp>
          <p:nvSpPr>
            <p:cNvPr id="25" name="Rectangle 191">
              <a:extLst>
                <a:ext uri="{FF2B5EF4-FFF2-40B4-BE49-F238E27FC236}">
                  <a16:creationId xmlns:a16="http://schemas.microsoft.com/office/drawing/2014/main" id="{2F9E6FA9-5144-6B06-A0C5-7DA7D6F1E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희망인재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86" name="개체 85">
              <a:extLst>
                <a:ext uri="{FF2B5EF4-FFF2-40B4-BE49-F238E27FC236}">
                  <a16:creationId xmlns:a16="http://schemas.microsoft.com/office/drawing/2014/main" id="{FA346AA3-F1EC-26BB-5765-0450BD171C1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6" name="개체 85">
                          <a:extLst>
                            <a:ext uri="{FF2B5EF4-FFF2-40B4-BE49-F238E27FC236}">
                              <a16:creationId xmlns:a16="http://schemas.microsoft.com/office/drawing/2014/main" id="{329E90D2-078D-F7BF-16CB-620BBC3779D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16B3F7D6-9604-FB44-E34F-3257FCB15B91}"/>
              </a:ext>
            </a:extLst>
          </p:cNvPr>
          <p:cNvGrpSpPr/>
          <p:nvPr/>
        </p:nvGrpSpPr>
        <p:grpSpPr>
          <a:xfrm>
            <a:off x="3050012" y="2380094"/>
            <a:ext cx="595518" cy="144462"/>
            <a:chOff x="2716253" y="2405617"/>
            <a:chExt cx="595518" cy="144462"/>
          </a:xfrm>
        </p:grpSpPr>
        <p:sp>
          <p:nvSpPr>
            <p:cNvPr id="88" name="Rectangle 191">
              <a:extLst>
                <a:ext uri="{FF2B5EF4-FFF2-40B4-BE49-F238E27FC236}">
                  <a16:creationId xmlns:a16="http://schemas.microsoft.com/office/drawing/2014/main" id="{110E6D38-AF26-7C9C-DEBF-E14D86E64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44884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근로자자녀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89" name="개체 88">
              <a:extLst>
                <a:ext uri="{FF2B5EF4-FFF2-40B4-BE49-F238E27FC236}">
                  <a16:creationId xmlns:a16="http://schemas.microsoft.com/office/drawing/2014/main" id="{F1D7BAB2-509B-4BA1-2CB9-9290169F9F4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89" name="개체 88">
                          <a:extLst>
                            <a:ext uri="{FF2B5EF4-FFF2-40B4-BE49-F238E27FC236}">
                              <a16:creationId xmlns:a16="http://schemas.microsoft.com/office/drawing/2014/main" id="{F2792CB8-90D3-2C50-5151-9446694C910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D26BC0E1-BEFA-F39A-0B9C-D3704ADC3B78}"/>
              </a:ext>
            </a:extLst>
          </p:cNvPr>
          <p:cNvGrpSpPr/>
          <p:nvPr/>
        </p:nvGrpSpPr>
        <p:grpSpPr>
          <a:xfrm>
            <a:off x="3700296" y="2380094"/>
            <a:ext cx="775054" cy="144462"/>
            <a:chOff x="2716253" y="2405617"/>
            <a:chExt cx="775054" cy="144462"/>
          </a:xfrm>
        </p:grpSpPr>
        <p:sp>
          <p:nvSpPr>
            <p:cNvPr id="91" name="Rectangle 191">
              <a:extLst>
                <a:ext uri="{FF2B5EF4-FFF2-40B4-BE49-F238E27FC236}">
                  <a16:creationId xmlns:a16="http://schemas.microsoft.com/office/drawing/2014/main" id="{FBD38842-C6CD-F62A-B606-95228182E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다자녀가정자녀</a:t>
              </a:r>
            </a:p>
          </p:txBody>
        </p:sp>
        <p:graphicFrame>
          <p:nvGraphicFramePr>
            <p:cNvPr id="92" name="개체 91">
              <a:extLst>
                <a:ext uri="{FF2B5EF4-FFF2-40B4-BE49-F238E27FC236}">
                  <a16:creationId xmlns:a16="http://schemas.microsoft.com/office/drawing/2014/main" id="{13B9B946-0634-D26D-E0E0-38C39FC9027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92" name="개체 91">
                          <a:extLst>
                            <a:ext uri="{FF2B5EF4-FFF2-40B4-BE49-F238E27FC236}">
                              <a16:creationId xmlns:a16="http://schemas.microsoft.com/office/drawing/2014/main" id="{7421DDBB-5879-71EA-28F3-4B0D4831705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167E899F-1FB3-206C-E31E-C6B4A7DACC60}"/>
              </a:ext>
            </a:extLst>
          </p:cNvPr>
          <p:cNvGrpSpPr/>
          <p:nvPr/>
        </p:nvGrpSpPr>
        <p:grpSpPr>
          <a:xfrm>
            <a:off x="4530957" y="2380094"/>
            <a:ext cx="775054" cy="144462"/>
            <a:chOff x="2716253" y="2405617"/>
            <a:chExt cx="775054" cy="144462"/>
          </a:xfrm>
        </p:grpSpPr>
        <p:sp>
          <p:nvSpPr>
            <p:cNvPr id="94" name="Rectangle 191">
              <a:extLst>
                <a:ext uri="{FF2B5EF4-FFF2-40B4-BE49-F238E27FC236}">
                  <a16:creationId xmlns:a16="http://schemas.microsoft.com/office/drawing/2014/main" id="{AC84A6A9-A08C-08F4-54C7-0B86F0F98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6283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다문화가정자녀</a:t>
              </a:r>
            </a:p>
          </p:txBody>
        </p:sp>
        <p:graphicFrame>
          <p:nvGraphicFramePr>
            <p:cNvPr id="95" name="개체 94">
              <a:extLst>
                <a:ext uri="{FF2B5EF4-FFF2-40B4-BE49-F238E27FC236}">
                  <a16:creationId xmlns:a16="http://schemas.microsoft.com/office/drawing/2014/main" id="{B2E6B760-53EF-201F-59B7-0268D633965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95" name="개체 94">
                          <a:extLst>
                            <a:ext uri="{FF2B5EF4-FFF2-40B4-BE49-F238E27FC236}">
                              <a16:creationId xmlns:a16="http://schemas.microsoft.com/office/drawing/2014/main" id="{556ACF4E-504B-DD46-CBCC-1304C3C6A79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A579BAE3-4703-B307-1A60-B33E308F0B42}"/>
              </a:ext>
            </a:extLst>
          </p:cNvPr>
          <p:cNvGrpSpPr/>
          <p:nvPr/>
        </p:nvGrpSpPr>
        <p:grpSpPr>
          <a:xfrm>
            <a:off x="1896860" y="2385980"/>
            <a:ext cx="506433" cy="144463"/>
            <a:chOff x="3327015" y="1527346"/>
            <a:chExt cx="506433" cy="144463"/>
          </a:xfrm>
        </p:grpSpPr>
        <p:sp>
          <p:nvSpPr>
            <p:cNvPr id="97" name="Rectangle 191">
              <a:extLst>
                <a:ext uri="{FF2B5EF4-FFF2-40B4-BE49-F238E27FC236}">
                  <a16:creationId xmlns:a16="http://schemas.microsoft.com/office/drawing/2014/main" id="{89502C65-7FA8-1F37-2A2A-50BC4951F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375" y="1539830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우수인재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98" name="개체 97">
              <a:extLst>
                <a:ext uri="{FF2B5EF4-FFF2-40B4-BE49-F238E27FC236}">
                  <a16:creationId xmlns:a16="http://schemas.microsoft.com/office/drawing/2014/main" id="{71155B05-359A-D5D2-11FC-FE291A793DD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7015" y="1527346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5" imgW="145435" imgH="145435" progId="Visio.Drawing.11">
                    <p:embed/>
                  </p:oleObj>
                </mc:Choice>
                <mc:Fallback>
                  <p:oleObj name="Visio" r:id="rId5" imgW="145435" imgH="145435" progId="Visio.Drawing.11">
                    <p:embed/>
                    <p:pic>
                      <p:nvPicPr>
                        <p:cNvPr id="98" name="개체 97">
                          <a:extLst>
                            <a:ext uri="{FF2B5EF4-FFF2-40B4-BE49-F238E27FC236}">
                              <a16:creationId xmlns:a16="http://schemas.microsoft.com/office/drawing/2014/main" id="{03089F2F-C7BE-0D0B-C63B-A00BCFF8033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7015" y="1527346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02AD45-132F-7FDA-2C18-99A9113E95B6}"/>
              </a:ext>
            </a:extLst>
          </p:cNvPr>
          <p:cNvSpPr/>
          <p:nvPr/>
        </p:nvSpPr>
        <p:spPr>
          <a:xfrm>
            <a:off x="1896860" y="307353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추천서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DB55EC58-15DA-2968-ECAF-79BFC5E19E24}"/>
              </a:ext>
            </a:extLst>
          </p:cNvPr>
          <p:cNvSpPr/>
          <p:nvPr/>
        </p:nvSpPr>
        <p:spPr>
          <a:xfrm>
            <a:off x="1896860" y="425710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145C2D8F-0064-3CB4-C632-24A7DE62B917}"/>
              </a:ext>
            </a:extLst>
          </p:cNvPr>
          <p:cNvSpPr/>
          <p:nvPr/>
        </p:nvSpPr>
        <p:spPr>
          <a:xfrm>
            <a:off x="1896860" y="44938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5F10431-8819-6431-13B4-417BF42000C1}"/>
              </a:ext>
            </a:extLst>
          </p:cNvPr>
          <p:cNvSpPr/>
          <p:nvPr/>
        </p:nvSpPr>
        <p:spPr>
          <a:xfrm>
            <a:off x="1896860" y="472309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3C81F092-2A54-473F-AFC8-D4807EE70FF4}"/>
              </a:ext>
            </a:extLst>
          </p:cNvPr>
          <p:cNvSpPr/>
          <p:nvPr/>
        </p:nvSpPr>
        <p:spPr>
          <a:xfrm>
            <a:off x="1896860" y="495707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F6D60E4-66EF-CE6E-D85F-493C87D48579}"/>
              </a:ext>
            </a:extLst>
          </p:cNvPr>
          <p:cNvSpPr txBox="1"/>
          <p:nvPr/>
        </p:nvSpPr>
        <p:spPr>
          <a:xfrm>
            <a:off x="1932141" y="5213298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3D8CAED-02CF-6680-25CE-46CC2F291BBE}"/>
              </a:ext>
            </a:extLst>
          </p:cNvPr>
          <p:cNvSpPr txBox="1"/>
          <p:nvPr/>
        </p:nvSpPr>
        <p:spPr>
          <a:xfrm>
            <a:off x="3118554" y="5213298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48A5CB0C-71D7-FB87-25A0-1474914100A3}"/>
              </a:ext>
            </a:extLst>
          </p:cNvPr>
          <p:cNvSpPr/>
          <p:nvPr/>
        </p:nvSpPr>
        <p:spPr>
          <a:xfrm>
            <a:off x="3548844" y="30788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DDC5B4C1-1F33-316C-5D87-344F869D0897}"/>
              </a:ext>
            </a:extLst>
          </p:cNvPr>
          <p:cNvSpPr/>
          <p:nvPr/>
        </p:nvSpPr>
        <p:spPr>
          <a:xfrm>
            <a:off x="1896860" y="354204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06AD038A-6C22-81ED-FA39-BF11BEEB6BFD}"/>
              </a:ext>
            </a:extLst>
          </p:cNvPr>
          <p:cNvSpPr/>
          <p:nvPr/>
        </p:nvSpPr>
        <p:spPr>
          <a:xfrm>
            <a:off x="3548844" y="354087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55BBC309-D016-37F0-1B94-A2C0B9C36756}"/>
              </a:ext>
            </a:extLst>
          </p:cNvPr>
          <p:cNvSpPr/>
          <p:nvPr/>
        </p:nvSpPr>
        <p:spPr>
          <a:xfrm>
            <a:off x="3548844" y="425713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7CF762CC-C7CE-B668-5A59-B3EA13C73CAD}"/>
              </a:ext>
            </a:extLst>
          </p:cNvPr>
          <p:cNvSpPr/>
          <p:nvPr/>
        </p:nvSpPr>
        <p:spPr>
          <a:xfrm>
            <a:off x="3548844" y="44932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730C5920-D00D-3B3B-3FE3-ADC7C17EFA07}"/>
              </a:ext>
            </a:extLst>
          </p:cNvPr>
          <p:cNvSpPr/>
          <p:nvPr/>
        </p:nvSpPr>
        <p:spPr>
          <a:xfrm>
            <a:off x="3548844" y="47171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B26051E3-5566-5FEE-6C07-84DDCCE1E173}"/>
              </a:ext>
            </a:extLst>
          </p:cNvPr>
          <p:cNvSpPr/>
          <p:nvPr/>
        </p:nvSpPr>
        <p:spPr>
          <a:xfrm>
            <a:off x="3548844" y="49589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F0C3781E-C62E-7E3B-2219-125D09F3A63D}"/>
              </a:ext>
            </a:extLst>
          </p:cNvPr>
          <p:cNvGrpSpPr/>
          <p:nvPr/>
        </p:nvGrpSpPr>
        <p:grpSpPr>
          <a:xfrm>
            <a:off x="1912407" y="2621541"/>
            <a:ext cx="1394613" cy="144462"/>
            <a:chOff x="2415444" y="3432217"/>
            <a:chExt cx="1394613" cy="144462"/>
          </a:xfrm>
        </p:grpSpPr>
        <p:sp>
          <p:nvSpPr>
            <p:cNvPr id="133" name="Rectangle 191">
              <a:extLst>
                <a:ext uri="{FF2B5EF4-FFF2-40B4-BE49-F238E27FC236}">
                  <a16:creationId xmlns:a16="http://schemas.microsoft.com/office/drawing/2014/main" id="{CD4F19EA-F490-E005-067E-3E7CA1A5B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444" y="3444195"/>
              <a:ext cx="139461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지역인재육성</a:t>
              </a:r>
              <a:r>
                <a:rPr kumimoji="0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                         )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50536651-A6BB-AB31-73C8-EBB3EE94BFB1}"/>
                </a:ext>
              </a:extLst>
            </p:cNvPr>
            <p:cNvGrpSpPr/>
            <p:nvPr/>
          </p:nvGrpSpPr>
          <p:grpSpPr>
            <a:xfrm>
              <a:off x="3332820" y="3432217"/>
              <a:ext cx="408030" cy="144462"/>
              <a:chOff x="2716253" y="2405617"/>
              <a:chExt cx="408030" cy="144462"/>
            </a:xfrm>
          </p:grpSpPr>
          <p:sp>
            <p:nvSpPr>
              <p:cNvPr id="138" name="Rectangle 191">
                <a:extLst>
                  <a:ext uri="{FF2B5EF4-FFF2-40B4-BE49-F238E27FC236}">
                    <a16:creationId xmlns:a16="http://schemas.microsoft.com/office/drawing/2014/main" id="{85826089-74FB-7BAB-3C0F-EE3920861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만학도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  <p:graphicFrame>
            <p:nvGraphicFramePr>
              <p:cNvPr id="139" name="개체 138">
                <a:extLst>
                  <a:ext uri="{FF2B5EF4-FFF2-40B4-BE49-F238E27FC236}">
                    <a16:creationId xmlns:a16="http://schemas.microsoft.com/office/drawing/2014/main" id="{7EC60DA0-08BE-DB4B-1785-C3CA3E000F2D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39" name="개체 138">
                            <a:extLst>
                              <a:ext uri="{FF2B5EF4-FFF2-40B4-BE49-F238E27FC236}">
                                <a16:creationId xmlns:a16="http://schemas.microsoft.com/office/drawing/2014/main" id="{76DE346D-887E-E165-D915-0C24548BDC0B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7787991F-430A-A9A9-8588-DE7BA13007F3}"/>
                </a:ext>
              </a:extLst>
            </p:cNvPr>
            <p:cNvGrpSpPr/>
            <p:nvPr/>
          </p:nvGrpSpPr>
          <p:grpSpPr>
            <a:xfrm>
              <a:off x="3000833" y="3432217"/>
              <a:ext cx="318262" cy="144462"/>
              <a:chOff x="2716253" y="2405617"/>
              <a:chExt cx="318262" cy="144462"/>
            </a:xfrm>
          </p:grpSpPr>
          <p:sp>
            <p:nvSpPr>
              <p:cNvPr id="136" name="Rectangle 191">
                <a:extLst>
                  <a:ext uri="{FF2B5EF4-FFF2-40B4-BE49-F238E27FC236}">
                    <a16:creationId xmlns:a16="http://schemas.microsoft.com/office/drawing/2014/main" id="{AFC9D6FB-58BE-029B-0F12-AA516F534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979" y="2416036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일반</a:t>
                </a:r>
              </a:p>
            </p:txBody>
          </p:sp>
          <p:graphicFrame>
            <p:nvGraphicFramePr>
              <p:cNvPr id="137" name="개체 136">
                <a:extLst>
                  <a:ext uri="{FF2B5EF4-FFF2-40B4-BE49-F238E27FC236}">
                    <a16:creationId xmlns:a16="http://schemas.microsoft.com/office/drawing/2014/main" id="{2549053D-392C-15AC-080C-F78262E55097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3" imgW="145435" imgH="145435" progId="Visio.Drawing.11">
                      <p:embed/>
                    </p:oleObj>
                  </mc:Choice>
                  <mc:Fallback>
                    <p:oleObj name="Visio" r:id="rId3" imgW="145435" imgH="145435" progId="Visio.Drawing.11">
                      <p:embed/>
                      <p:pic>
                        <p:nvPicPr>
                          <p:cNvPr id="137" name="개체 136">
                            <a:extLst>
                              <a:ext uri="{FF2B5EF4-FFF2-40B4-BE49-F238E27FC236}">
                                <a16:creationId xmlns:a16="http://schemas.microsoft.com/office/drawing/2014/main" id="{5D8AB70F-D2AD-8645-9841-D195F2EAD0D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3D01499B-9223-B438-4477-B0764FE0C20D}"/>
              </a:ext>
            </a:extLst>
          </p:cNvPr>
          <p:cNvSpPr/>
          <p:nvPr/>
        </p:nvSpPr>
        <p:spPr>
          <a:xfrm>
            <a:off x="1896860" y="377368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재학증명서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8C48C8F-15F5-42CF-4CE2-5919B6C33931}"/>
              </a:ext>
            </a:extLst>
          </p:cNvPr>
          <p:cNvSpPr/>
          <p:nvPr/>
        </p:nvSpPr>
        <p:spPr>
          <a:xfrm>
            <a:off x="3548844" y="37725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84AE7DE1-3937-7B1B-7461-168E5B80E1A2}"/>
              </a:ext>
            </a:extLst>
          </p:cNvPr>
          <p:cNvSpPr/>
          <p:nvPr/>
        </p:nvSpPr>
        <p:spPr>
          <a:xfrm>
            <a:off x="1896860" y="401885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고등학교졸업증명서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FDA8ABD2-2E6C-B9CD-8046-B12CD261974F}"/>
              </a:ext>
            </a:extLst>
          </p:cNvPr>
          <p:cNvSpPr/>
          <p:nvPr/>
        </p:nvSpPr>
        <p:spPr>
          <a:xfrm>
            <a:off x="3548844" y="401769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391C658-064D-7C9F-6DC7-650790CA5E7D}"/>
              </a:ext>
            </a:extLst>
          </p:cNvPr>
          <p:cNvSpPr/>
          <p:nvPr/>
        </p:nvSpPr>
        <p:spPr>
          <a:xfrm>
            <a:off x="6397011" y="5483350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87EFD6A-FE33-3E53-66A5-2CA160C82D22}"/>
              </a:ext>
            </a:extLst>
          </p:cNvPr>
          <p:cNvSpPr/>
          <p:nvPr/>
        </p:nvSpPr>
        <p:spPr>
          <a:xfrm>
            <a:off x="2722487" y="284760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88757F6-67F4-95BA-DA34-608EF9A234C2}"/>
              </a:ext>
            </a:extLst>
          </p:cNvPr>
          <p:cNvSpPr/>
          <p:nvPr/>
        </p:nvSpPr>
        <p:spPr>
          <a:xfrm>
            <a:off x="4372406" y="284759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22" name="Rectangle 191">
            <a:extLst>
              <a:ext uri="{FF2B5EF4-FFF2-40B4-BE49-F238E27FC236}">
                <a16:creationId xmlns:a16="http://schemas.microsoft.com/office/drawing/2014/main" id="{2DE06B4E-0761-DE07-94A7-3E7775452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530" y="287723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2C08E0A-8867-9BB9-0CE1-C348EC43F526}"/>
              </a:ext>
            </a:extLst>
          </p:cNvPr>
          <p:cNvSpPr/>
          <p:nvPr/>
        </p:nvSpPr>
        <p:spPr>
          <a:xfrm>
            <a:off x="2103164" y="2855876"/>
            <a:ext cx="360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Rectangle 191">
            <a:extLst>
              <a:ext uri="{FF2B5EF4-FFF2-40B4-BE49-F238E27FC236}">
                <a16:creationId xmlns:a16="http://schemas.microsoft.com/office/drawing/2014/main" id="{2E3D2FA1-7297-129F-6609-2BEF21257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1699" y="2877234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4C52296-155F-4AAD-CDB8-D9C5F6D9139B}"/>
              </a:ext>
            </a:extLst>
          </p:cNvPr>
          <p:cNvSpPr/>
          <p:nvPr/>
        </p:nvSpPr>
        <p:spPr>
          <a:xfrm>
            <a:off x="2903222" y="331101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33225E6-A7D2-D4AB-E51C-8E6226E0EC93}"/>
              </a:ext>
            </a:extLst>
          </p:cNvPr>
          <p:cNvSpPr/>
          <p:nvPr/>
        </p:nvSpPr>
        <p:spPr>
          <a:xfrm>
            <a:off x="4553141" y="331100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Rectangle 191">
            <a:extLst>
              <a:ext uri="{FF2B5EF4-FFF2-40B4-BE49-F238E27FC236}">
                <a16:creationId xmlns:a16="http://schemas.microsoft.com/office/drawing/2014/main" id="{745050F6-7E95-1771-080D-F795C09F4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767" y="332555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30" name="Rectangle 191">
            <a:extLst>
              <a:ext uri="{FF2B5EF4-FFF2-40B4-BE49-F238E27FC236}">
                <a16:creationId xmlns:a16="http://schemas.microsoft.com/office/drawing/2014/main" id="{2444324E-614C-6921-2588-4B0C98EDF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529" y="3333927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EBF2318-1C2D-020D-C46E-D21755F34092}"/>
              </a:ext>
            </a:extLst>
          </p:cNvPr>
          <p:cNvSpPr/>
          <p:nvPr/>
        </p:nvSpPr>
        <p:spPr>
          <a:xfrm>
            <a:off x="2281861" y="3312569"/>
            <a:ext cx="360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B8AD12E3-1D1F-9D1F-0E0A-2E35837640FB}"/>
              </a:ext>
            </a:extLst>
          </p:cNvPr>
          <p:cNvSpPr>
            <a:spLocks noChangeAspect="1"/>
          </p:cNvSpPr>
          <p:nvPr/>
        </p:nvSpPr>
        <p:spPr>
          <a:xfrm>
            <a:off x="202609" y="156385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115DEC0-7FE2-1ABF-3DA2-FA0F2BC41913}"/>
              </a:ext>
            </a:extLst>
          </p:cNvPr>
          <p:cNvSpPr>
            <a:spLocks noChangeAspect="1"/>
          </p:cNvSpPr>
          <p:nvPr/>
        </p:nvSpPr>
        <p:spPr>
          <a:xfrm>
            <a:off x="6221107" y="551035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6970294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0CDDE4-BC00-95A7-9F5A-500BFE179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0839A826-EF6A-D62C-A794-E35BFB4A37C7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2CB06E2C-8985-437F-E986-2CE09A36B4D3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1976E476-FCBD-559E-62C4-AB7AAB831378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93ADD1EE-2F5C-831B-2F04-4C6B57638D45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7D5FEC2E-CAD5-CC74-D5E6-CAAAFE458E46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B7D24B2A-8EFF-1629-4C4C-6B6BEABAB9B9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79A24502-940F-9335-344A-C6BA7C57C96A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FF15D392-8FBA-271B-E7B9-CFDE2929A190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3B127E48-6E9F-A601-F5AD-5C8EA71C544D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43607CA9-047D-BF98-4860-6BB38285B0A5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E8E7D57C-84A7-C065-9947-53CEDA740B04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5A902383-851D-5E95-AA4A-BA6F6E5EB435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8089E092-264F-72A2-847F-371B54C75F01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B54B7A4D-7B47-DF16-E9CD-A00A4F5ABF05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77D1B39B-3812-9B0D-FC9F-FE2D63929095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0395AF93-80EC-55DB-A6F6-F0AB30DE7F80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5DD2EC08-211E-1FF5-AEF4-21BFE4693FB0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D6D69129-D15E-0679-22EC-2816DB16027D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626A97E9-AD62-101E-5406-04BA65FD9988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8CDC4086-0E80-D2E8-F8C5-3F6F6A049679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6DA0448C-B2F4-3271-B2E9-45976C6E8E78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EDC36CBA-3B83-708D-90B2-BBDB6A998596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F447BD7C-3192-60BA-2A14-6DDD89F84332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3D707EFC-5B25-36CA-B2C2-CF92ECCA75B4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C29A7A5B-A942-8F01-ACC4-82AADC2A0CD4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54F9C4CA-F25A-2B6B-79E3-277742B60AF3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83">
            <a:extLst>
              <a:ext uri="{FF2B5EF4-FFF2-40B4-BE49-F238E27FC236}">
                <a16:creationId xmlns:a16="http://schemas.microsoft.com/office/drawing/2014/main" id="{20EDE5A3-9184-78D0-DFDB-1D2E96E34114}"/>
              </a:ext>
            </a:extLst>
          </p:cNvPr>
          <p:cNvSpPr/>
          <p:nvPr/>
        </p:nvSpPr>
        <p:spPr>
          <a:xfrm>
            <a:off x="7581292" y="2985588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</a:p>
        </p:txBody>
      </p:sp>
      <p:cxnSp>
        <p:nvCxnSpPr>
          <p:cNvPr id="3" name="꺾인 연결선 111">
            <a:extLst>
              <a:ext uri="{FF2B5EF4-FFF2-40B4-BE49-F238E27FC236}">
                <a16:creationId xmlns:a16="http://schemas.microsoft.com/office/drawing/2014/main" id="{787EB7D7-9E3E-6CCB-ACAA-EB652CD03F6D}"/>
              </a:ext>
            </a:extLst>
          </p:cNvPr>
          <p:cNvCxnSpPr>
            <a:cxnSpLocks/>
            <a:stCxn id="2" idx="3"/>
            <a:endCxn id="88" idx="2"/>
          </p:cNvCxnSpPr>
          <p:nvPr/>
        </p:nvCxnSpPr>
        <p:spPr>
          <a:xfrm flipV="1">
            <a:off x="8516684" y="2923881"/>
            <a:ext cx="14073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83">
            <a:extLst>
              <a:ext uri="{FF2B5EF4-FFF2-40B4-BE49-F238E27FC236}">
                <a16:creationId xmlns:a16="http://schemas.microsoft.com/office/drawing/2014/main" id="{4EEFE743-942D-BDD1-F5D8-753144C3D9C4}"/>
              </a:ext>
            </a:extLst>
          </p:cNvPr>
          <p:cNvSpPr/>
          <p:nvPr/>
        </p:nvSpPr>
        <p:spPr>
          <a:xfrm>
            <a:off x="7238558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7" name="꺾인 연결선 111">
            <a:extLst>
              <a:ext uri="{FF2B5EF4-FFF2-40B4-BE49-F238E27FC236}">
                <a16:creationId xmlns:a16="http://schemas.microsoft.com/office/drawing/2014/main" id="{621FD71E-DCC4-3290-A33C-639E361C6181}"/>
              </a:ext>
            </a:extLst>
          </p:cNvPr>
          <p:cNvCxnSpPr>
            <a:cxnSpLocks/>
            <a:stCxn id="6" idx="3"/>
            <a:endCxn id="2" idx="2"/>
          </p:cNvCxnSpPr>
          <p:nvPr/>
        </p:nvCxnSpPr>
        <p:spPr>
          <a:xfrm flipV="1">
            <a:off x="7941332" y="3157726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B854E584-7388-F6B0-F7A0-C96868162917}"/>
              </a:ext>
            </a:extLst>
          </p:cNvPr>
          <p:cNvSpPr/>
          <p:nvPr/>
        </p:nvSpPr>
        <p:spPr>
          <a:xfrm>
            <a:off x="6511852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729C2F2A-ABCB-98B6-B705-15CFB7EAA80C}"/>
              </a:ext>
            </a:extLst>
          </p:cNvPr>
          <p:cNvSpPr/>
          <p:nvPr/>
        </p:nvSpPr>
        <p:spPr>
          <a:xfrm>
            <a:off x="5785225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45879E96-0CD7-DC0D-48AD-D51401609CDD}"/>
              </a:ext>
            </a:extLst>
          </p:cNvPr>
          <p:cNvSpPr/>
          <p:nvPr/>
        </p:nvSpPr>
        <p:spPr>
          <a:xfrm>
            <a:off x="7581292" y="3424686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</a:p>
        </p:txBody>
      </p:sp>
      <p:cxnSp>
        <p:nvCxnSpPr>
          <p:cNvPr id="15" name="꺾인 연결선 111">
            <a:extLst>
              <a:ext uri="{FF2B5EF4-FFF2-40B4-BE49-F238E27FC236}">
                <a16:creationId xmlns:a16="http://schemas.microsoft.com/office/drawing/2014/main" id="{EA8C6B11-A746-5737-A9AE-AEFB8B6F75C0}"/>
              </a:ext>
            </a:extLst>
          </p:cNvPr>
          <p:cNvCxnSpPr>
            <a:cxnSpLocks/>
            <a:stCxn id="13" idx="3"/>
            <a:endCxn id="88" idx="2"/>
          </p:cNvCxnSpPr>
          <p:nvPr/>
        </p:nvCxnSpPr>
        <p:spPr>
          <a:xfrm flipV="1">
            <a:off x="8516684" y="2923881"/>
            <a:ext cx="140735" cy="586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83">
            <a:extLst>
              <a:ext uri="{FF2B5EF4-FFF2-40B4-BE49-F238E27FC236}">
                <a16:creationId xmlns:a16="http://schemas.microsoft.com/office/drawing/2014/main" id="{FBA529F0-D387-D06E-D05F-0DA4DCE7EE62}"/>
              </a:ext>
            </a:extLst>
          </p:cNvPr>
          <p:cNvSpPr/>
          <p:nvPr/>
        </p:nvSpPr>
        <p:spPr>
          <a:xfrm>
            <a:off x="7238558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17" name="꺾인 연결선 111">
            <a:extLst>
              <a:ext uri="{FF2B5EF4-FFF2-40B4-BE49-F238E27FC236}">
                <a16:creationId xmlns:a16="http://schemas.microsoft.com/office/drawing/2014/main" id="{008ACEFE-21F3-EA56-EB44-3C9A55A8F5D8}"/>
              </a:ext>
            </a:extLst>
          </p:cNvPr>
          <p:cNvCxnSpPr>
            <a:cxnSpLocks/>
            <a:stCxn id="16" idx="3"/>
            <a:endCxn id="13" idx="2"/>
          </p:cNvCxnSpPr>
          <p:nvPr/>
        </p:nvCxnSpPr>
        <p:spPr>
          <a:xfrm flipV="1">
            <a:off x="7941332" y="3596824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모서리가 둥근 직사각형 83">
            <a:extLst>
              <a:ext uri="{FF2B5EF4-FFF2-40B4-BE49-F238E27FC236}">
                <a16:creationId xmlns:a16="http://schemas.microsoft.com/office/drawing/2014/main" id="{25C20A01-91CD-0E87-79A8-58E18A11A39A}"/>
              </a:ext>
            </a:extLst>
          </p:cNvPr>
          <p:cNvSpPr/>
          <p:nvPr/>
        </p:nvSpPr>
        <p:spPr>
          <a:xfrm>
            <a:off x="6511852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0" name="모서리가 둥근 직사각형 83">
            <a:extLst>
              <a:ext uri="{FF2B5EF4-FFF2-40B4-BE49-F238E27FC236}">
                <a16:creationId xmlns:a16="http://schemas.microsoft.com/office/drawing/2014/main" id="{B3BA39B5-4FF8-5CE8-B43C-6F63049C7BA1}"/>
              </a:ext>
            </a:extLst>
          </p:cNvPr>
          <p:cNvSpPr/>
          <p:nvPr/>
        </p:nvSpPr>
        <p:spPr>
          <a:xfrm>
            <a:off x="5785225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664A6030-7208-84E3-644A-8E6F31BCE9E6}"/>
              </a:ext>
            </a:extLst>
          </p:cNvPr>
          <p:cNvSpPr/>
          <p:nvPr/>
        </p:nvSpPr>
        <p:spPr>
          <a:xfrm>
            <a:off x="7581292" y="3873849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 장학금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DEFA7833-F031-5104-817A-0AE2F5FC3349}"/>
              </a:ext>
            </a:extLst>
          </p:cNvPr>
          <p:cNvCxnSpPr>
            <a:cxnSpLocks/>
            <a:stCxn id="22" idx="3"/>
            <a:endCxn id="88" idx="2"/>
          </p:cNvCxnSpPr>
          <p:nvPr/>
        </p:nvCxnSpPr>
        <p:spPr>
          <a:xfrm flipV="1">
            <a:off x="8516684" y="2923881"/>
            <a:ext cx="140735" cy="103603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7D38856F-B07D-73BF-15BD-E65B236682DB}"/>
              </a:ext>
            </a:extLst>
          </p:cNvPr>
          <p:cNvSpPr/>
          <p:nvPr/>
        </p:nvSpPr>
        <p:spPr>
          <a:xfrm>
            <a:off x="7238558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25" name="꺾인 연결선 111">
            <a:extLst>
              <a:ext uri="{FF2B5EF4-FFF2-40B4-BE49-F238E27FC236}">
                <a16:creationId xmlns:a16="http://schemas.microsoft.com/office/drawing/2014/main" id="{11B15FEE-C9B7-54D4-CFA3-A42997B82DD1}"/>
              </a:ext>
            </a:extLst>
          </p:cNvPr>
          <p:cNvCxnSpPr>
            <a:cxnSpLocks/>
            <a:stCxn id="24" idx="3"/>
            <a:endCxn id="22" idx="2"/>
          </p:cNvCxnSpPr>
          <p:nvPr/>
        </p:nvCxnSpPr>
        <p:spPr>
          <a:xfrm flipV="1">
            <a:off x="7941332" y="4045987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83">
            <a:extLst>
              <a:ext uri="{FF2B5EF4-FFF2-40B4-BE49-F238E27FC236}">
                <a16:creationId xmlns:a16="http://schemas.microsoft.com/office/drawing/2014/main" id="{A5DD8D84-D4D2-AD47-F7F4-C5AB73839B60}"/>
              </a:ext>
            </a:extLst>
          </p:cNvPr>
          <p:cNvSpPr/>
          <p:nvPr/>
        </p:nvSpPr>
        <p:spPr>
          <a:xfrm>
            <a:off x="6511852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7" name="모서리가 둥근 직사각형 83">
            <a:extLst>
              <a:ext uri="{FF2B5EF4-FFF2-40B4-BE49-F238E27FC236}">
                <a16:creationId xmlns:a16="http://schemas.microsoft.com/office/drawing/2014/main" id="{1B491A37-EFCE-3C02-F9A0-0E2FD4203D3D}"/>
              </a:ext>
            </a:extLst>
          </p:cNvPr>
          <p:cNvSpPr/>
          <p:nvPr/>
        </p:nvSpPr>
        <p:spPr>
          <a:xfrm>
            <a:off x="5785225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9" name="모서리가 둥근 직사각형 83">
            <a:extLst>
              <a:ext uri="{FF2B5EF4-FFF2-40B4-BE49-F238E27FC236}">
                <a16:creationId xmlns:a16="http://schemas.microsoft.com/office/drawing/2014/main" id="{39E764A7-E4C1-12C6-092F-212B91F48E82}"/>
              </a:ext>
            </a:extLst>
          </p:cNvPr>
          <p:cNvSpPr/>
          <p:nvPr/>
        </p:nvSpPr>
        <p:spPr>
          <a:xfrm>
            <a:off x="7581292" y="431367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0" name="꺾인 연결선 111">
            <a:extLst>
              <a:ext uri="{FF2B5EF4-FFF2-40B4-BE49-F238E27FC236}">
                <a16:creationId xmlns:a16="http://schemas.microsoft.com/office/drawing/2014/main" id="{40CB358D-C1DE-3AF7-866E-BF8EBC514CC0}"/>
              </a:ext>
            </a:extLst>
          </p:cNvPr>
          <p:cNvCxnSpPr>
            <a:cxnSpLocks/>
            <a:stCxn id="29" idx="3"/>
            <a:endCxn id="88" idx="2"/>
          </p:cNvCxnSpPr>
          <p:nvPr/>
        </p:nvCxnSpPr>
        <p:spPr>
          <a:xfrm flipV="1">
            <a:off x="8516684" y="2923881"/>
            <a:ext cx="140735" cy="147585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모서리가 둥근 직사각형 83">
            <a:extLst>
              <a:ext uri="{FF2B5EF4-FFF2-40B4-BE49-F238E27FC236}">
                <a16:creationId xmlns:a16="http://schemas.microsoft.com/office/drawing/2014/main" id="{A81C2695-85F7-10D5-022B-ACD5A6414469}"/>
              </a:ext>
            </a:extLst>
          </p:cNvPr>
          <p:cNvSpPr/>
          <p:nvPr/>
        </p:nvSpPr>
        <p:spPr>
          <a:xfrm>
            <a:off x="7238558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2" name="꺾인 연결선 111">
            <a:extLst>
              <a:ext uri="{FF2B5EF4-FFF2-40B4-BE49-F238E27FC236}">
                <a16:creationId xmlns:a16="http://schemas.microsoft.com/office/drawing/2014/main" id="{DC9C3564-0AB8-EC28-3F5F-4A139D3D04A3}"/>
              </a:ext>
            </a:extLst>
          </p:cNvPr>
          <p:cNvCxnSpPr>
            <a:cxnSpLocks/>
            <a:stCxn id="31" idx="3"/>
            <a:endCxn id="29" idx="2"/>
          </p:cNvCxnSpPr>
          <p:nvPr/>
        </p:nvCxnSpPr>
        <p:spPr>
          <a:xfrm flipV="1">
            <a:off x="7941332" y="4485808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07840459-17CC-4C54-4408-624B91B188ED}"/>
              </a:ext>
            </a:extLst>
          </p:cNvPr>
          <p:cNvSpPr/>
          <p:nvPr/>
        </p:nvSpPr>
        <p:spPr>
          <a:xfrm>
            <a:off x="6511852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E3C1A3FE-4D2D-7626-EB03-2C4D02AC8EB1}"/>
              </a:ext>
            </a:extLst>
          </p:cNvPr>
          <p:cNvSpPr/>
          <p:nvPr/>
        </p:nvSpPr>
        <p:spPr>
          <a:xfrm>
            <a:off x="5785225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36" name="모서리가 둥근 직사각형 83">
            <a:extLst>
              <a:ext uri="{FF2B5EF4-FFF2-40B4-BE49-F238E27FC236}">
                <a16:creationId xmlns:a16="http://schemas.microsoft.com/office/drawing/2014/main" id="{6C6CF9C1-A607-21F6-70B8-4E6B3DBBBD99}"/>
              </a:ext>
            </a:extLst>
          </p:cNvPr>
          <p:cNvSpPr/>
          <p:nvPr/>
        </p:nvSpPr>
        <p:spPr>
          <a:xfrm>
            <a:off x="7581292" y="4758817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cxnSp>
        <p:nvCxnSpPr>
          <p:cNvPr id="37" name="꺾인 연결선 111">
            <a:extLst>
              <a:ext uri="{FF2B5EF4-FFF2-40B4-BE49-F238E27FC236}">
                <a16:creationId xmlns:a16="http://schemas.microsoft.com/office/drawing/2014/main" id="{C842BE41-5F4E-1D4A-ACCD-7C7199479850}"/>
              </a:ext>
            </a:extLst>
          </p:cNvPr>
          <p:cNvCxnSpPr>
            <a:cxnSpLocks/>
            <a:stCxn id="36" idx="3"/>
            <a:endCxn id="88" idx="2"/>
          </p:cNvCxnSpPr>
          <p:nvPr/>
        </p:nvCxnSpPr>
        <p:spPr>
          <a:xfrm flipV="1">
            <a:off x="8516684" y="2923881"/>
            <a:ext cx="140735" cy="19210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모서리가 둥근 직사각형 83">
            <a:extLst>
              <a:ext uri="{FF2B5EF4-FFF2-40B4-BE49-F238E27FC236}">
                <a16:creationId xmlns:a16="http://schemas.microsoft.com/office/drawing/2014/main" id="{97E40649-999A-E47C-359C-48F1EA368CEF}"/>
              </a:ext>
            </a:extLst>
          </p:cNvPr>
          <p:cNvSpPr/>
          <p:nvPr/>
        </p:nvSpPr>
        <p:spPr>
          <a:xfrm>
            <a:off x="7238558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9" name="꺾인 연결선 111">
            <a:extLst>
              <a:ext uri="{FF2B5EF4-FFF2-40B4-BE49-F238E27FC236}">
                <a16:creationId xmlns:a16="http://schemas.microsoft.com/office/drawing/2014/main" id="{0E3E3852-7060-D90C-7762-D985BA7C0622}"/>
              </a:ext>
            </a:extLst>
          </p:cNvPr>
          <p:cNvCxnSpPr>
            <a:cxnSpLocks/>
            <a:stCxn id="38" idx="3"/>
            <a:endCxn id="36" idx="2"/>
          </p:cNvCxnSpPr>
          <p:nvPr/>
        </p:nvCxnSpPr>
        <p:spPr>
          <a:xfrm flipV="1">
            <a:off x="7941332" y="4930955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83">
            <a:extLst>
              <a:ext uri="{FF2B5EF4-FFF2-40B4-BE49-F238E27FC236}">
                <a16:creationId xmlns:a16="http://schemas.microsoft.com/office/drawing/2014/main" id="{51C6CD82-C0E1-3E03-BC6B-7381EE925AB8}"/>
              </a:ext>
            </a:extLst>
          </p:cNvPr>
          <p:cNvSpPr/>
          <p:nvPr/>
        </p:nvSpPr>
        <p:spPr>
          <a:xfrm>
            <a:off x="6511852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909A1E74-3499-7E6D-E105-077080A2C2E6}"/>
              </a:ext>
            </a:extLst>
          </p:cNvPr>
          <p:cNvSpPr/>
          <p:nvPr/>
        </p:nvSpPr>
        <p:spPr>
          <a:xfrm>
            <a:off x="5785225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</p:spTree>
    <p:extLst>
      <p:ext uri="{BB962C8B-B14F-4D97-AF65-F5344CB8AC3E}">
        <p14:creationId xmlns:p14="http://schemas.microsoft.com/office/powerpoint/2010/main" val="119010011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257606-61FC-2354-7B88-F2DFD81A32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F2300E6-4524-64BD-1B80-C9BE1DA86BB1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 특기생장학금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CFAE3A2-0A35-4463-2796-B9EF61FD2FC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D3B430DF-AE00-6977-74D2-0F5AA90302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3886082"/>
              </p:ext>
            </p:extLst>
          </p:nvPr>
        </p:nvGraphicFramePr>
        <p:xfrm>
          <a:off x="6969418" y="2548005"/>
          <a:ext cx="2772114" cy="349037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탭 메뉴 중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고등학생 장학금 신청 내역을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대학생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대학생 장학금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평생교육장려금 신청 내역 조회 및 설정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접수중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현재 접수기간일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마감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접수기간이 지난 경우의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공고 대상 장학금 신청을 등록한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심사중으로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선발로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예비로 처리한 상태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41053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5426311-AE84-B8ED-F227-38963C99FCD0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2631248-172D-7ACD-0F14-C37810777109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90D4353D-C49D-1533-12B4-669855546F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01FEBD38-84C1-D204-A667-2E69BA9305BF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3314CBB-F269-D3F8-783A-3771F85DFB28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258E9C-46B3-0196-C783-0423CC965154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B372C7C-6E7D-40D6-607F-3AC859C1F743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304337D-C9E4-DDDB-620A-477788F15E56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2AC153E-CA85-2719-72B7-2BC854F1F5B4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1689D40-6A10-3182-8ADE-7DF72F3444E0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CF5F8BD-879B-E3CE-C025-2F53DC1DD421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4974467-3E77-D2AB-5EFB-2105C73051E7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DEF1A94-2B5B-01D8-1E18-D4EDF63E2AA3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128C884-3C7F-F7A0-0B5A-CEF71D664E2D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B773C2A-ECD7-45F1-268A-55D47CE3635B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89C7338-6AA2-189C-BDC4-66BD73DB3362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9FE6FFC6-B193-CF89-4B37-B778FC7147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704668"/>
              </p:ext>
            </p:extLst>
          </p:nvPr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+mn-ea"/>
                        </a:rPr>
                        <a:t>특기생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특기생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C60A57F2-3D23-DF32-3F0C-0D2236C6499B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5277B5D-5D0E-4004-DE83-C6D954F7441A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94F2170-6792-134D-554B-F90D63F58FBC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522F0A2-A8D9-9B7D-B50B-10BF566B1998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6D5A786-86F0-64E6-5034-40F37421A9DB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E56D20D0-FDF4-2D9F-75F4-46F3ABEFC51B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C15CA52-EB9D-4CBE-0B78-C6749BE83757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9FFD02-8B94-C4C1-C90A-59DF347F7FE7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157671314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FCF147-71DB-7408-B510-A07C8F2294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B254D05-9E21-74FC-8781-148B7684F383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 특기생장학금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6080563-0476-ECDF-1554-EB31D21F729B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E3AACBC-1756-6537-0E53-75062A9EFD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0338039"/>
              </p:ext>
            </p:extLst>
          </p:nvPr>
        </p:nvGraphicFramePr>
        <p:xfrm>
          <a:off x="6969418" y="2548005"/>
          <a:ext cx="2772114" cy="187540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탈락으로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회원이 취소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선발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지급완료로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설정 화면으로 이동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신청완료 시 보임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열람 화면으로 이동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지급완료 시 보임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41053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180830F-C293-B7C6-5BE5-705D3AEC3D7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229B9F6-8041-BE9A-CBDA-4146A225657E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770C17C7-29CB-FA35-0593-88E37DAD82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D37A477E-DE2F-9780-1E1E-D910E4268E81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02E2910-B1E3-B226-10E9-A13ECB9B439B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CA33020-D0A0-68D8-231C-B3BEE94FC8EC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15D51F8-55D2-2638-D66B-ED075CFF2654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8FF099A-C947-2773-62FB-AD6DDBCE30D0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600B80A-08E1-605E-47C6-55D7DE8EBE2E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BC0E6A9-C7CA-345A-397D-30387C07E227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2076981-8A43-9C45-1B0F-C6B277C227EB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B8CE339-525D-1055-61ED-EAC3C1EF9A30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7F28C0-A0EA-E4DC-0793-C3B7AB1306BF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0B6FCA1-C83F-C512-5BFA-A3D3A687A8EC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5FB0F47-C298-08C4-D5A2-CA74691C3776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2BA419C-9075-248B-765D-8F98220D95AC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6804CAA1-7EBC-A4B1-2679-A4FBBEB68220}"/>
              </a:ext>
            </a:extLst>
          </p:cNvPr>
          <p:cNvGraphicFramePr>
            <a:graphicFrameLocks noGrp="1"/>
          </p:cNvGraphicFramePr>
          <p:nvPr/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+mn-ea"/>
                        </a:rPr>
                        <a:t>특기생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특기생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특기생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장학금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1A444467-72C7-19E4-8CF4-C3A5CBAE298B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A582EA4-DE44-29FE-ADDE-50F12343FEA1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4676626-83CA-89B7-191E-4B6CDFD51C9D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5149FCE-E05F-ED34-C036-F84329A10203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162F691-FB5C-EA9F-E0DC-77031950E315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89E243B-8E15-406B-8A4E-6B192C417FF9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374B570-596D-2424-A66F-86626A555F25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F7E597-2AB6-5B70-7416-F235EED5FE77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286739417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AFA9F5-3A5E-BD38-1DA1-F322DAE1E7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27F965E-929B-E769-1122-866332353DC4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346E92F-F8B3-F824-F49B-7EF967E6069C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B063257A-4893-905B-8FA2-8BF262D709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031410"/>
              </p:ext>
            </p:extLst>
          </p:nvPr>
        </p:nvGraphicFramePr>
        <p:xfrm>
          <a:off x="6969418" y="2548005"/>
          <a:ext cx="2772114" cy="331988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신청건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설정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신청자 회원의 이름을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보호자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작성한 보호자 이름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생년월일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 신청자의 생년월일로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보호자 연락처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 보호자 연락처로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소속학교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재학 학교명으로 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설정한 재학 학교의 학년으로 수정이 가능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(1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~ 4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학년 중 선택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최종전입일자로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본인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중 선택 및 전입일자를 설정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신청자 주소로 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 찾기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주소검색 팝업창에서 해당 주소 검색 및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기본주소가 주소란에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상세주소 직접입력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7B41883-2851-0D0B-91B6-2E8897516E08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C185AE-5DFC-6DB3-5C72-F112FC2D222F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8A1601D4-040F-8BD5-FA77-20BE45B934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BD5E145-7C81-3216-D821-326D7A8E9D03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2BD9CA5-4C0A-60FA-4112-F6AA82F0FA6C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90DFE8A-6AAC-54F0-61E3-A515E42C508C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869F9F1-D299-0707-6F15-97BA13C98206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7105967-318A-99C3-55C6-3DC565774E06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778F859-15C9-F593-B016-ED3304B04191}"/>
              </a:ext>
            </a:extLst>
          </p:cNvPr>
          <p:cNvSpPr/>
          <p:nvPr/>
        </p:nvSpPr>
        <p:spPr>
          <a:xfrm>
            <a:off x="165100" y="1790190"/>
            <a:ext cx="6732116" cy="491517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54325F2-8528-756B-B411-6D6F94D575D5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1DBF7B8-2DA8-8247-D1CF-CB87E85F53DD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C1C802A-E895-8EF0-E9C7-952DDD0E82DB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8980856-6AE7-2FE0-AF85-BB8B1E70206E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2BF5319-7991-6AD5-62DA-B0E4D0946DAF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D89DE22-6F17-3A54-5E0A-C5D963FF54CF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CF2981E-88B5-AEDB-F1AC-0B5717DF3DB1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E25443F-251D-5258-912C-823447C2055F}"/>
              </a:ext>
            </a:extLst>
          </p:cNvPr>
          <p:cNvSpPr/>
          <p:nvPr/>
        </p:nvSpPr>
        <p:spPr>
          <a:xfrm>
            <a:off x="295439" y="2488391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9712D02A-4462-6B79-2BEE-1FE4881399F0}"/>
              </a:ext>
            </a:extLst>
          </p:cNvPr>
          <p:cNvGrpSpPr/>
          <p:nvPr/>
        </p:nvGrpSpPr>
        <p:grpSpPr>
          <a:xfrm>
            <a:off x="6728560" y="2668080"/>
            <a:ext cx="77080" cy="792000"/>
            <a:chOff x="6781481" y="1888563"/>
            <a:chExt cx="77080" cy="79200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1A17EA94-92D9-AEC4-9CF9-254E19C01A92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7ACA8B02-5A67-41B0-BCCF-AF30D8F7EA4C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01FEBF9-1051-FFE9-21D7-CF18662F74E3}"/>
              </a:ext>
            </a:extLst>
          </p:cNvPr>
          <p:cNvSpPr/>
          <p:nvPr/>
        </p:nvSpPr>
        <p:spPr>
          <a:xfrm>
            <a:off x="281386" y="2668411"/>
            <a:ext cx="6442094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D7496BCD-D420-B019-2192-9C79775EF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5505738"/>
              </p:ext>
            </p:extLst>
          </p:nvPr>
        </p:nvGraphicFramePr>
        <p:xfrm>
          <a:off x="281386" y="5949334"/>
          <a:ext cx="6508352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10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59FA590C-CABA-761D-BF24-DA2136C61C67}"/>
              </a:ext>
            </a:extLst>
          </p:cNvPr>
          <p:cNvSpPr/>
          <p:nvPr/>
        </p:nvSpPr>
        <p:spPr>
          <a:xfrm>
            <a:off x="295439" y="5768967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64" name="Picture 13">
            <a:extLst>
              <a:ext uri="{FF2B5EF4-FFF2-40B4-BE49-F238E27FC236}">
                <a16:creationId xmlns:a16="http://schemas.microsoft.com/office/drawing/2014/main" id="{C255121E-0213-D6B5-806B-A6AE7278D3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598761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5" name="직사각형 64">
            <a:extLst>
              <a:ext uri="{FF2B5EF4-FFF2-40B4-BE49-F238E27FC236}">
                <a16:creationId xmlns:a16="http://schemas.microsoft.com/office/drawing/2014/main" id="{41BEB766-F738-F8AC-F001-523A98BD9F96}"/>
              </a:ext>
            </a:extLst>
          </p:cNvPr>
          <p:cNvSpPr/>
          <p:nvPr/>
        </p:nvSpPr>
        <p:spPr>
          <a:xfrm>
            <a:off x="1239605" y="5987881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447CA73-6985-D294-3BFF-76F1E3E06283}"/>
              </a:ext>
            </a:extLst>
          </p:cNvPr>
          <p:cNvSpPr/>
          <p:nvPr/>
        </p:nvSpPr>
        <p:spPr>
          <a:xfrm>
            <a:off x="1244828" y="6456650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A55CEB6B-EEB5-D2C9-3F32-FB7B83BB57E5}"/>
              </a:ext>
            </a:extLst>
          </p:cNvPr>
          <p:cNvGrpSpPr/>
          <p:nvPr/>
        </p:nvGrpSpPr>
        <p:grpSpPr>
          <a:xfrm>
            <a:off x="276332" y="3489397"/>
            <a:ext cx="1651953" cy="144463"/>
            <a:chOff x="2156839" y="1593629"/>
            <a:chExt cx="1651953" cy="144463"/>
          </a:xfrm>
        </p:grpSpPr>
        <p:sp>
          <p:nvSpPr>
            <p:cNvPr id="69" name="Rectangle 191">
              <a:extLst>
                <a:ext uri="{FF2B5EF4-FFF2-40B4-BE49-F238E27FC236}">
                  <a16:creationId xmlns:a16="http://schemas.microsoft.com/office/drawing/2014/main" id="{B8EB8CF8-7A22-F641-6ABB-B95C45C9B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0" name="개체 69">
              <a:extLst>
                <a:ext uri="{FF2B5EF4-FFF2-40B4-BE49-F238E27FC236}">
                  <a16:creationId xmlns:a16="http://schemas.microsoft.com/office/drawing/2014/main" id="{25F321E1-FD0B-E926-F61F-1E1BE602DC39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437246862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80" name="개체 79">
                          <a:extLst>
                            <a:ext uri="{FF2B5EF4-FFF2-40B4-BE49-F238E27FC236}">
                              <a16:creationId xmlns:a16="http://schemas.microsoft.com/office/drawing/2014/main" id="{8179883E-C862-2AC4-6033-54AFF407840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B5481A2F-6C4A-D67C-630E-4E773FD9DAB6}"/>
              </a:ext>
            </a:extLst>
          </p:cNvPr>
          <p:cNvSpPr>
            <a:spLocks noChangeAspect="1"/>
          </p:cNvSpPr>
          <p:nvPr/>
        </p:nvSpPr>
        <p:spPr>
          <a:xfrm>
            <a:off x="202609" y="26046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B6134D17-DFC9-0D75-C784-90C53F25FB73}"/>
              </a:ext>
            </a:extLst>
          </p:cNvPr>
          <p:cNvSpPr>
            <a:spLocks noChangeAspect="1"/>
          </p:cNvSpPr>
          <p:nvPr/>
        </p:nvSpPr>
        <p:spPr>
          <a:xfrm>
            <a:off x="202609" y="587728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6B19E79-0DC1-526A-5F0C-B40379D02704}"/>
              </a:ext>
            </a:extLst>
          </p:cNvPr>
          <p:cNvSpPr/>
          <p:nvPr/>
        </p:nvSpPr>
        <p:spPr>
          <a:xfrm>
            <a:off x="295439" y="3700600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87" name="표 86">
            <a:extLst>
              <a:ext uri="{FF2B5EF4-FFF2-40B4-BE49-F238E27FC236}">
                <a16:creationId xmlns:a16="http://schemas.microsoft.com/office/drawing/2014/main" id="{DA83C7FB-EEE0-5737-E5DA-505FD912C6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8620346"/>
              </p:ext>
            </p:extLst>
          </p:nvPr>
        </p:nvGraphicFramePr>
        <p:xfrm>
          <a:off x="281386" y="3873514"/>
          <a:ext cx="6519175" cy="1839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17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798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5723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소속학교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1186037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88" name="Picture 13">
            <a:extLst>
              <a:ext uri="{FF2B5EF4-FFF2-40B4-BE49-F238E27FC236}">
                <a16:creationId xmlns:a16="http://schemas.microsoft.com/office/drawing/2014/main" id="{69579DA1-5DBD-32C8-5D3F-DD5E7592B5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9495" y="413864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9" name="직사각형 88">
            <a:extLst>
              <a:ext uri="{FF2B5EF4-FFF2-40B4-BE49-F238E27FC236}">
                <a16:creationId xmlns:a16="http://schemas.microsoft.com/office/drawing/2014/main" id="{486FA681-FDBF-90B2-D553-E743DAE3B3E8}"/>
              </a:ext>
            </a:extLst>
          </p:cNvPr>
          <p:cNvSpPr/>
          <p:nvPr/>
        </p:nvSpPr>
        <p:spPr>
          <a:xfrm>
            <a:off x="1239605" y="4138913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90" name="Picture 13">
            <a:extLst>
              <a:ext uri="{FF2B5EF4-FFF2-40B4-BE49-F238E27FC236}">
                <a16:creationId xmlns:a16="http://schemas.microsoft.com/office/drawing/2014/main" id="{F9157D84-F6F4-0E75-A6B0-9CA4EDB953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0225" y="413864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1" name="직사각형 90">
            <a:extLst>
              <a:ext uri="{FF2B5EF4-FFF2-40B4-BE49-F238E27FC236}">
                <a16:creationId xmlns:a16="http://schemas.microsoft.com/office/drawing/2014/main" id="{B83EB806-2070-E246-6150-0910F4039FBA}"/>
              </a:ext>
            </a:extLst>
          </p:cNvPr>
          <p:cNvSpPr/>
          <p:nvPr/>
        </p:nvSpPr>
        <p:spPr>
          <a:xfrm>
            <a:off x="1765573" y="4138913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92" name="Picture 13">
            <a:extLst>
              <a:ext uri="{FF2B5EF4-FFF2-40B4-BE49-F238E27FC236}">
                <a16:creationId xmlns:a16="http://schemas.microsoft.com/office/drawing/2014/main" id="{52248569-3A74-1BD6-0013-5B77611DD1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2078" y="413864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29AF236E-F77C-715F-ECBD-FA66AFC3F96A}"/>
              </a:ext>
            </a:extLst>
          </p:cNvPr>
          <p:cNvSpPr/>
          <p:nvPr/>
        </p:nvSpPr>
        <p:spPr>
          <a:xfrm>
            <a:off x="2237426" y="4138913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94" name="Picture 13">
            <a:extLst>
              <a:ext uri="{FF2B5EF4-FFF2-40B4-BE49-F238E27FC236}">
                <a16:creationId xmlns:a16="http://schemas.microsoft.com/office/drawing/2014/main" id="{BC613DE5-39D8-C8CE-E9C3-71CE2BDA7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4187" y="414526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5" name="직사각형 94">
            <a:extLst>
              <a:ext uri="{FF2B5EF4-FFF2-40B4-BE49-F238E27FC236}">
                <a16:creationId xmlns:a16="http://schemas.microsoft.com/office/drawing/2014/main" id="{322778EE-D1C2-2F4D-277F-B1D422A18AA1}"/>
              </a:ext>
            </a:extLst>
          </p:cNvPr>
          <p:cNvSpPr/>
          <p:nvPr/>
        </p:nvSpPr>
        <p:spPr>
          <a:xfrm>
            <a:off x="4613063" y="4145529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33A46937-8001-40D8-7A2C-9F5004669D92}"/>
              </a:ext>
            </a:extLst>
          </p:cNvPr>
          <p:cNvSpPr/>
          <p:nvPr/>
        </p:nvSpPr>
        <p:spPr>
          <a:xfrm>
            <a:off x="5115176" y="4145529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DA106A3-50EE-CA90-55E1-4CF9310DB611}"/>
              </a:ext>
            </a:extLst>
          </p:cNvPr>
          <p:cNvSpPr/>
          <p:nvPr/>
        </p:nvSpPr>
        <p:spPr>
          <a:xfrm>
            <a:off x="5054079" y="4155717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92E0AC1F-FDD6-CCDB-D966-C82E260A9BD1}"/>
              </a:ext>
            </a:extLst>
          </p:cNvPr>
          <p:cNvSpPr/>
          <p:nvPr/>
        </p:nvSpPr>
        <p:spPr>
          <a:xfrm>
            <a:off x="5471016" y="4163668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BC8D589E-2A51-AAEE-96A1-47A9EE64CF6A}"/>
              </a:ext>
            </a:extLst>
          </p:cNvPr>
          <p:cNvSpPr/>
          <p:nvPr/>
        </p:nvSpPr>
        <p:spPr>
          <a:xfrm>
            <a:off x="5538589" y="4145529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C41DF2A-0C2E-9010-41A7-B4348DEC0C41}"/>
              </a:ext>
            </a:extLst>
          </p:cNvPr>
          <p:cNvSpPr/>
          <p:nvPr/>
        </p:nvSpPr>
        <p:spPr>
          <a:xfrm>
            <a:off x="1249383" y="460668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오산대학교</a:t>
            </a:r>
          </a:p>
        </p:txBody>
      </p:sp>
      <p:pic>
        <p:nvPicPr>
          <p:cNvPr id="101" name="Picture 13">
            <a:extLst>
              <a:ext uri="{FF2B5EF4-FFF2-40B4-BE49-F238E27FC236}">
                <a16:creationId xmlns:a16="http://schemas.microsoft.com/office/drawing/2014/main" id="{3A6E0A81-1766-3DD4-7900-C43C5186BB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49802" y="460733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EC9B2B-EF02-F4E6-047F-7B00C935CE8B}"/>
              </a:ext>
            </a:extLst>
          </p:cNvPr>
          <p:cNvSpPr/>
          <p:nvPr/>
        </p:nvSpPr>
        <p:spPr>
          <a:xfrm>
            <a:off x="2144801" y="4607599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4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3A16F941-49ED-CCB1-D2AE-34F46565073A}"/>
              </a:ext>
            </a:extLst>
          </p:cNvPr>
          <p:cNvGrpSpPr/>
          <p:nvPr/>
        </p:nvGrpSpPr>
        <p:grpSpPr>
          <a:xfrm>
            <a:off x="1573419" y="4371510"/>
            <a:ext cx="236445" cy="144462"/>
            <a:chOff x="2716253" y="2405617"/>
            <a:chExt cx="236445" cy="144462"/>
          </a:xfrm>
        </p:grpSpPr>
        <p:sp>
          <p:nvSpPr>
            <p:cNvPr id="104" name="Rectangle 191">
              <a:extLst>
                <a:ext uri="{FF2B5EF4-FFF2-40B4-BE49-F238E27FC236}">
                  <a16:creationId xmlns:a16="http://schemas.microsoft.com/office/drawing/2014/main" id="{AF87174D-0C98-02A7-5EAE-3DAAAEE5F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05" name="개체 104">
              <a:extLst>
                <a:ext uri="{FF2B5EF4-FFF2-40B4-BE49-F238E27FC236}">
                  <a16:creationId xmlns:a16="http://schemas.microsoft.com/office/drawing/2014/main" id="{29AEA5F3-EA0C-0FA1-E4C0-5266220A3C4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61" name="개체 60">
                          <a:extLst>
                            <a:ext uri="{FF2B5EF4-FFF2-40B4-BE49-F238E27FC236}">
                              <a16:creationId xmlns:a16="http://schemas.microsoft.com/office/drawing/2014/main" id="{357F0178-AAF4-229D-E1D2-3C41EE2FEE7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537AC73C-4BC5-EA63-7B28-9659611B6370}"/>
              </a:ext>
            </a:extLst>
          </p:cNvPr>
          <p:cNvGrpSpPr/>
          <p:nvPr/>
        </p:nvGrpSpPr>
        <p:grpSpPr>
          <a:xfrm>
            <a:off x="1249383" y="4377396"/>
            <a:ext cx="237128" cy="144463"/>
            <a:chOff x="2864768" y="2513669"/>
            <a:chExt cx="237128" cy="144463"/>
          </a:xfrm>
        </p:grpSpPr>
        <p:sp>
          <p:nvSpPr>
            <p:cNvPr id="107" name="Rectangle 191">
              <a:extLst>
                <a:ext uri="{FF2B5EF4-FFF2-40B4-BE49-F238E27FC236}">
                  <a16:creationId xmlns:a16="http://schemas.microsoft.com/office/drawing/2014/main" id="{8ED546F1-E5DF-C639-8DE7-A711A0BBA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08" name="개체 107">
              <a:extLst>
                <a:ext uri="{FF2B5EF4-FFF2-40B4-BE49-F238E27FC236}">
                  <a16:creationId xmlns:a16="http://schemas.microsoft.com/office/drawing/2014/main" id="{E962808A-1E5E-A3AA-113A-AE01D8E2994D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790891651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64" name="개체 63">
                          <a:extLst>
                            <a:ext uri="{FF2B5EF4-FFF2-40B4-BE49-F238E27FC236}">
                              <a16:creationId xmlns:a16="http://schemas.microsoft.com/office/drawing/2014/main" id="{03157F50-65B1-E2DC-9CAE-92E2C2368B3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7882D3E-D632-402A-5CE7-78571FCCB0FC}"/>
              </a:ext>
            </a:extLst>
          </p:cNvPr>
          <p:cNvSpPr/>
          <p:nvPr/>
        </p:nvSpPr>
        <p:spPr>
          <a:xfrm>
            <a:off x="4613062" y="3914266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D75ACFC8-D2B7-524E-96A4-FDC9794ED52F}"/>
              </a:ext>
            </a:extLst>
          </p:cNvPr>
          <p:cNvSpPr/>
          <p:nvPr/>
        </p:nvSpPr>
        <p:spPr>
          <a:xfrm>
            <a:off x="1776522" y="5060170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75B649BD-B984-2A25-6FBC-ACF14851DEDA}"/>
              </a:ext>
            </a:extLst>
          </p:cNvPr>
          <p:cNvSpPr/>
          <p:nvPr/>
        </p:nvSpPr>
        <p:spPr>
          <a:xfrm>
            <a:off x="1253020" y="5060774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72681DEB-D6DF-C569-22F4-7293CB9CC3DF}"/>
              </a:ext>
            </a:extLst>
          </p:cNvPr>
          <p:cNvSpPr/>
          <p:nvPr/>
        </p:nvSpPr>
        <p:spPr>
          <a:xfrm>
            <a:off x="1253020" y="5295014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29A6E94-613E-33F1-28E2-6160ECEA5043}"/>
              </a:ext>
            </a:extLst>
          </p:cNvPr>
          <p:cNvSpPr/>
          <p:nvPr/>
        </p:nvSpPr>
        <p:spPr>
          <a:xfrm>
            <a:off x="1253020" y="5528713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8B7E4C57-8C9A-9B36-7721-DFA0A9BEDDD5}"/>
              </a:ext>
            </a:extLst>
          </p:cNvPr>
          <p:cNvSpPr/>
          <p:nvPr/>
        </p:nvSpPr>
        <p:spPr>
          <a:xfrm>
            <a:off x="3735858" y="5320847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1C75C3D5-CAB0-CBF7-0E47-AD8CD2D5131F}"/>
              </a:ext>
            </a:extLst>
          </p:cNvPr>
          <p:cNvSpPr/>
          <p:nvPr/>
        </p:nvSpPr>
        <p:spPr>
          <a:xfrm>
            <a:off x="3735858" y="5554546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116" name="Picture 13">
            <a:extLst>
              <a:ext uri="{FF2B5EF4-FFF2-40B4-BE49-F238E27FC236}">
                <a16:creationId xmlns:a16="http://schemas.microsoft.com/office/drawing/2014/main" id="{7568AC8D-9EAC-BB92-DC66-20051C5462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4187" y="437574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22EC363-6C84-20B2-E146-1248E2F68EFB}"/>
              </a:ext>
            </a:extLst>
          </p:cNvPr>
          <p:cNvSpPr/>
          <p:nvPr/>
        </p:nvSpPr>
        <p:spPr>
          <a:xfrm>
            <a:off x="4613063" y="4376005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4C032E17-719F-5FCB-D49A-51C81D574042}"/>
              </a:ext>
            </a:extLst>
          </p:cNvPr>
          <p:cNvSpPr/>
          <p:nvPr/>
        </p:nvSpPr>
        <p:spPr>
          <a:xfrm>
            <a:off x="5115176" y="4376005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16E6390-FA50-81D2-3215-AEF3D071C64E}"/>
              </a:ext>
            </a:extLst>
          </p:cNvPr>
          <p:cNvSpPr/>
          <p:nvPr/>
        </p:nvSpPr>
        <p:spPr>
          <a:xfrm>
            <a:off x="5054079" y="4386193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0DCC7E2C-84A3-9B13-DEF5-A287122A2809}"/>
              </a:ext>
            </a:extLst>
          </p:cNvPr>
          <p:cNvSpPr/>
          <p:nvPr/>
        </p:nvSpPr>
        <p:spPr>
          <a:xfrm>
            <a:off x="5471016" y="4394144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E99C593-AA2B-D6DA-ED87-6DC21F66E118}"/>
              </a:ext>
            </a:extLst>
          </p:cNvPr>
          <p:cNvSpPr/>
          <p:nvPr/>
        </p:nvSpPr>
        <p:spPr>
          <a:xfrm>
            <a:off x="5538589" y="4376005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F37414FE-9E75-3452-D41A-69F18D7EDCD4}"/>
              </a:ext>
            </a:extLst>
          </p:cNvPr>
          <p:cNvSpPr>
            <a:spLocks noChangeAspect="1"/>
          </p:cNvSpPr>
          <p:nvPr/>
        </p:nvSpPr>
        <p:spPr>
          <a:xfrm>
            <a:off x="200472" y="379800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CB9500AB-53BE-627E-A8F1-63EB32B994D8}"/>
              </a:ext>
            </a:extLst>
          </p:cNvPr>
          <p:cNvGrpSpPr/>
          <p:nvPr/>
        </p:nvGrpSpPr>
        <p:grpSpPr>
          <a:xfrm>
            <a:off x="1229119" y="4833664"/>
            <a:ext cx="3974981" cy="147301"/>
            <a:chOff x="1229119" y="4562220"/>
            <a:chExt cx="3974981" cy="147301"/>
          </a:xfrm>
        </p:grpSpPr>
        <p:sp>
          <p:nvSpPr>
            <p:cNvPr id="124" name="Rectangle 191">
              <a:extLst>
                <a:ext uri="{FF2B5EF4-FFF2-40B4-BE49-F238E27FC236}">
                  <a16:creationId xmlns:a16="http://schemas.microsoft.com/office/drawing/2014/main" id="{51A4658B-A794-A395-122A-87D7D14A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9703"/>
              <a:ext cx="1644681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년 이상 거주 확인 후 신청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A758808C-4CE1-8003-6C82-D4E02ED9A402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135" name="Rectangle 191">
                <a:extLst>
                  <a:ext uri="{FF2B5EF4-FFF2-40B4-BE49-F238E27FC236}">
                    <a16:creationId xmlns:a16="http://schemas.microsoft.com/office/drawing/2014/main" id="{83D68A68-5A9A-E6B5-4717-86B777CB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36" name="개체 135">
                <a:extLst>
                  <a:ext uri="{FF2B5EF4-FFF2-40B4-BE49-F238E27FC236}">
                    <a16:creationId xmlns:a16="http://schemas.microsoft.com/office/drawing/2014/main" id="{4F0EE8D1-BC01-FA63-D22F-7C4C0206544D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94" name="개체 93">
                            <a:extLst>
                              <a:ext uri="{FF2B5EF4-FFF2-40B4-BE49-F238E27FC236}">
                                <a16:creationId xmlns:a16="http://schemas.microsoft.com/office/drawing/2014/main" id="{F5B9FB8C-0692-42B3-1179-D3F0A2AEB538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D8E60D4C-2973-71B8-2E7C-729393AFAA1A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133" name="Rectangle 191">
                <a:extLst>
                  <a:ext uri="{FF2B5EF4-FFF2-40B4-BE49-F238E27FC236}">
                    <a16:creationId xmlns:a16="http://schemas.microsoft.com/office/drawing/2014/main" id="{67B83E56-21CB-7BEA-0503-B47B167D8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134" name="개체 133">
                <a:extLst>
                  <a:ext uri="{FF2B5EF4-FFF2-40B4-BE49-F238E27FC236}">
                    <a16:creationId xmlns:a16="http://schemas.microsoft.com/office/drawing/2014/main" id="{22177F0B-0117-3195-007B-980F87848BE6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631774666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92" name="개체 91">
                            <a:extLst>
                              <a:ext uri="{FF2B5EF4-FFF2-40B4-BE49-F238E27FC236}">
                                <a16:creationId xmlns:a16="http://schemas.microsoft.com/office/drawing/2014/main" id="{1D0C7166-9355-15B8-B1B4-1BDCFB663945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127" name="Picture 13">
              <a:extLst>
                <a:ext uri="{FF2B5EF4-FFF2-40B4-BE49-F238E27FC236}">
                  <a16:creationId xmlns:a16="http://schemas.microsoft.com/office/drawing/2014/main" id="{DDD8C25D-CB8F-8A13-45C8-EBE7542F8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22807151-6BD5-835C-4FAA-944AEFAC9F80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129" name="Picture 13">
              <a:extLst>
                <a:ext uri="{FF2B5EF4-FFF2-40B4-BE49-F238E27FC236}">
                  <a16:creationId xmlns:a16="http://schemas.microsoft.com/office/drawing/2014/main" id="{298D057F-2FD1-45E7-29C0-6141BE11DE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9A160FF9-7224-D048-66D9-10E82554390A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131" name="Picture 13">
              <a:extLst>
                <a:ext uri="{FF2B5EF4-FFF2-40B4-BE49-F238E27FC236}">
                  <a16:creationId xmlns:a16="http://schemas.microsoft.com/office/drawing/2014/main" id="{38B32ED1-6197-5AB1-3299-EED2513C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C3D9436E-C123-657F-3D0D-144359ADEAA8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71F3268C-709A-4A87-DE89-031B4089BFB4}"/>
              </a:ext>
            </a:extLst>
          </p:cNvPr>
          <p:cNvSpPr/>
          <p:nvPr/>
        </p:nvSpPr>
        <p:spPr>
          <a:xfrm>
            <a:off x="283314" y="4801176"/>
            <a:ext cx="650642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1903742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F9D8D4-A598-45CB-5B6F-8AC157C68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5D9D941-9153-AAB0-FF47-B45097A25B31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FC8165B-4B68-8299-CBE4-3C593EC8789B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1CCEC5F-96EB-5673-67A1-6C2DAFC536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6840943"/>
              </p:ext>
            </p:extLst>
          </p:nvPr>
        </p:nvGraphicFramePr>
        <p:xfrm>
          <a:off x="6969418" y="2548005"/>
          <a:ext cx="2772114" cy="29320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전형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선택 시 전형별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공통 제출 서류 항목이 달라 진다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입상실적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개인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)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상장사본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수상실적확인서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대회안내문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입상실적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단체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)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상장사본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수상실적확인서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대회안내문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입상실적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기능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)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상장사본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대회안내문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자격증사본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학업성적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고등학교졸업증명서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대학교재학증명서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기타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고등학교졸업증명서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대학교재학증명서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전형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입상실적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개인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전형별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상장사본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수상실적확인서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대회안내문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자격증사본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수상실적확인서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대회규모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국내 중 선택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순위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수상실적확인서 기반 순위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FC80E7A-88BF-96D2-1E32-0D489DB9FD5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BF36D81-41D6-195C-7A00-21A86FB6CD9C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873A3A6-7D04-7168-137B-2B9ED55C58EE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EA0761E-3253-4F37-F9CF-E1256D3B537B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A21398A3-14D7-C5F9-49C5-6499982924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393B070B-02DE-18BE-ABA6-2B3CE2D275AD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B8B67159-9778-0EAA-568F-4FFBA15E6CE3}"/>
              </a:ext>
            </a:extLst>
          </p:cNvPr>
          <p:cNvSpPr/>
          <p:nvPr/>
        </p:nvSpPr>
        <p:spPr>
          <a:xfrm>
            <a:off x="6397011" y="5474377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50A81191-6114-0EBF-5FAD-F6BA61796F7F}"/>
              </a:ext>
            </a:extLst>
          </p:cNvPr>
          <p:cNvSpPr/>
          <p:nvPr/>
        </p:nvSpPr>
        <p:spPr>
          <a:xfrm>
            <a:off x="5936915" y="5474377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853D80A4-6762-FC6B-CEA2-48E11A16A2A5}"/>
              </a:ext>
            </a:extLst>
          </p:cNvPr>
          <p:cNvSpPr>
            <a:spLocks noChangeAspect="1"/>
          </p:cNvSpPr>
          <p:nvPr/>
        </p:nvSpPr>
        <p:spPr>
          <a:xfrm>
            <a:off x="5773339" y="550470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ABFE47A6-D144-88B8-E4DC-F41F7D694D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215159"/>
              </p:ext>
            </p:extLst>
          </p:nvPr>
        </p:nvGraphicFramePr>
        <p:xfrm>
          <a:off x="272480" y="1645687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상장사본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수상실적확인서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628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대회안내문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65" name="직사각형 64">
            <a:extLst>
              <a:ext uri="{FF2B5EF4-FFF2-40B4-BE49-F238E27FC236}">
                <a16:creationId xmlns:a16="http://schemas.microsoft.com/office/drawing/2014/main" id="{257CF319-74F5-7C9C-EB44-CB0C5F44E992}"/>
              </a:ext>
            </a:extLst>
          </p:cNvPr>
          <p:cNvSpPr/>
          <p:nvPr/>
        </p:nvSpPr>
        <p:spPr>
          <a:xfrm>
            <a:off x="1904260" y="378799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7597857-27E1-8F51-BFB2-C1A70E17D0D8}"/>
              </a:ext>
            </a:extLst>
          </p:cNvPr>
          <p:cNvSpPr/>
          <p:nvPr/>
        </p:nvSpPr>
        <p:spPr>
          <a:xfrm>
            <a:off x="3557258" y="378798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E9B5C03-6F05-6EDE-AD1A-3CBC7D9CE49B}"/>
              </a:ext>
            </a:extLst>
          </p:cNvPr>
          <p:cNvSpPr/>
          <p:nvPr/>
        </p:nvSpPr>
        <p:spPr>
          <a:xfrm>
            <a:off x="1904260" y="403231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3892CFA-094B-6498-4F60-79E32A6FE213}"/>
              </a:ext>
            </a:extLst>
          </p:cNvPr>
          <p:cNvSpPr/>
          <p:nvPr/>
        </p:nvSpPr>
        <p:spPr>
          <a:xfrm>
            <a:off x="3557258" y="403230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3C04FE9-83F4-565A-C0EB-621267224524}"/>
              </a:ext>
            </a:extLst>
          </p:cNvPr>
          <p:cNvSpPr/>
          <p:nvPr/>
        </p:nvSpPr>
        <p:spPr>
          <a:xfrm>
            <a:off x="1904260" y="426884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7CDD59B-9FB3-563E-F9B2-9FE8083C6DEE}"/>
              </a:ext>
            </a:extLst>
          </p:cNvPr>
          <p:cNvSpPr/>
          <p:nvPr/>
        </p:nvSpPr>
        <p:spPr>
          <a:xfrm>
            <a:off x="3557258" y="426883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3D7F071-F6DE-71C4-E734-699C15EC081C}"/>
              </a:ext>
            </a:extLst>
          </p:cNvPr>
          <p:cNvSpPr/>
          <p:nvPr/>
        </p:nvSpPr>
        <p:spPr>
          <a:xfrm>
            <a:off x="1904260" y="449809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FD7B632-ACBF-B98D-83DC-15BE1F97A4C5}"/>
              </a:ext>
            </a:extLst>
          </p:cNvPr>
          <p:cNvSpPr/>
          <p:nvPr/>
        </p:nvSpPr>
        <p:spPr>
          <a:xfrm>
            <a:off x="3557258" y="449809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9FF0B2F-0119-D858-9701-5AA5E95ADD3A}"/>
              </a:ext>
            </a:extLst>
          </p:cNvPr>
          <p:cNvSpPr/>
          <p:nvPr/>
        </p:nvSpPr>
        <p:spPr>
          <a:xfrm>
            <a:off x="1904260" y="473628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80232B1E-1B64-1D69-0673-5561535976C4}"/>
              </a:ext>
            </a:extLst>
          </p:cNvPr>
          <p:cNvSpPr/>
          <p:nvPr/>
        </p:nvSpPr>
        <p:spPr>
          <a:xfrm>
            <a:off x="3557258" y="473627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45C29698-5F85-4600-395E-FBAA2A40323D}"/>
              </a:ext>
            </a:extLst>
          </p:cNvPr>
          <p:cNvGrpSpPr/>
          <p:nvPr/>
        </p:nvGrpSpPr>
        <p:grpSpPr>
          <a:xfrm>
            <a:off x="1939541" y="5224427"/>
            <a:ext cx="1105196" cy="128396"/>
            <a:chOff x="3438680" y="4305150"/>
            <a:chExt cx="1105196" cy="128396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749EBA80-6FC0-A03D-8EEE-5747AE02739C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78" name="Picture 10">
              <a:extLst>
                <a:ext uri="{FF2B5EF4-FFF2-40B4-BE49-F238E27FC236}">
                  <a16:creationId xmlns:a16="http://schemas.microsoft.com/office/drawing/2014/main" id="{23587E0A-77D8-84C7-A5F0-74CCC9601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045A8711-541D-FA40-7D82-39F9C532DBF1}"/>
              </a:ext>
            </a:extLst>
          </p:cNvPr>
          <p:cNvGrpSpPr/>
          <p:nvPr/>
        </p:nvGrpSpPr>
        <p:grpSpPr>
          <a:xfrm>
            <a:off x="3125954" y="5224427"/>
            <a:ext cx="1105196" cy="128396"/>
            <a:chOff x="3438680" y="4305150"/>
            <a:chExt cx="1105196" cy="128396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61DB85D-140F-333F-D949-A2D49B1437BD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81" name="Picture 10">
              <a:extLst>
                <a:ext uri="{FF2B5EF4-FFF2-40B4-BE49-F238E27FC236}">
                  <a16:creationId xmlns:a16="http://schemas.microsoft.com/office/drawing/2014/main" id="{E94C2F04-AB6E-513C-5C77-14429E1D04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4685FC9F-690D-47D2-9C92-902361DC665C}"/>
              </a:ext>
            </a:extLst>
          </p:cNvPr>
          <p:cNvSpPr/>
          <p:nvPr/>
        </p:nvSpPr>
        <p:spPr>
          <a:xfrm>
            <a:off x="3865768" y="378682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461AAAC7-87CC-FB9B-18A3-CF89548EEC5F}"/>
              </a:ext>
            </a:extLst>
          </p:cNvPr>
          <p:cNvSpPr/>
          <p:nvPr/>
        </p:nvSpPr>
        <p:spPr>
          <a:xfrm>
            <a:off x="3865768" y="403234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323AFD1B-9C0D-746F-F39D-0F32A86C28FD}"/>
              </a:ext>
            </a:extLst>
          </p:cNvPr>
          <p:cNvSpPr/>
          <p:nvPr/>
        </p:nvSpPr>
        <p:spPr>
          <a:xfrm>
            <a:off x="3865768" y="426822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602D7D4-1237-5DAB-83F9-A8E70947D97D}"/>
              </a:ext>
            </a:extLst>
          </p:cNvPr>
          <p:cNvSpPr/>
          <p:nvPr/>
        </p:nvSpPr>
        <p:spPr>
          <a:xfrm>
            <a:off x="3865768" y="449219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A05E315-1269-DB61-6C76-AB2CAEE82E5C}"/>
              </a:ext>
            </a:extLst>
          </p:cNvPr>
          <p:cNvSpPr/>
          <p:nvPr/>
        </p:nvSpPr>
        <p:spPr>
          <a:xfrm>
            <a:off x="3865768" y="473814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A240F3F-1DD0-43C0-1DBB-506CF7D9B2BF}"/>
              </a:ext>
            </a:extLst>
          </p:cNvPr>
          <p:cNvGrpSpPr/>
          <p:nvPr/>
        </p:nvGrpSpPr>
        <p:grpSpPr>
          <a:xfrm>
            <a:off x="3429010" y="2394996"/>
            <a:ext cx="505750" cy="144462"/>
            <a:chOff x="2716253" y="2405617"/>
            <a:chExt cx="505750" cy="144462"/>
          </a:xfrm>
        </p:grpSpPr>
        <p:sp>
          <p:nvSpPr>
            <p:cNvPr id="89" name="Rectangle 191">
              <a:extLst>
                <a:ext uri="{FF2B5EF4-FFF2-40B4-BE49-F238E27FC236}">
                  <a16:creationId xmlns:a16="http://schemas.microsoft.com/office/drawing/2014/main" id="{6A1247FB-83F8-13AE-A772-280C83718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90" name="개체 89">
              <a:extLst>
                <a:ext uri="{FF2B5EF4-FFF2-40B4-BE49-F238E27FC236}">
                  <a16:creationId xmlns:a16="http://schemas.microsoft.com/office/drawing/2014/main" id="{E87FFB84-808A-B835-5E1A-D56CF70D547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292" name="개체 291">
                          <a:extLst>
                            <a:ext uri="{FF2B5EF4-FFF2-40B4-BE49-F238E27FC236}">
                              <a16:creationId xmlns:a16="http://schemas.microsoft.com/office/drawing/2014/main" id="{BFAEECA2-88FD-B412-FEB6-98957425345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4B7C8987-5463-78C8-9411-D5100E12965C}"/>
              </a:ext>
            </a:extLst>
          </p:cNvPr>
          <p:cNvGrpSpPr/>
          <p:nvPr/>
        </p:nvGrpSpPr>
        <p:grpSpPr>
          <a:xfrm>
            <a:off x="4006768" y="2394996"/>
            <a:ext cx="326213" cy="144462"/>
            <a:chOff x="2716253" y="2405617"/>
            <a:chExt cx="326213" cy="144462"/>
          </a:xfrm>
        </p:grpSpPr>
        <p:sp>
          <p:nvSpPr>
            <p:cNvPr id="92" name="Rectangle 191">
              <a:extLst>
                <a:ext uri="{FF2B5EF4-FFF2-40B4-BE49-F238E27FC236}">
                  <a16:creationId xmlns:a16="http://schemas.microsoft.com/office/drawing/2014/main" id="{AFD2E5C6-F2D8-5C1D-7D17-E22F4A4A0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93" name="개체 92">
              <a:extLst>
                <a:ext uri="{FF2B5EF4-FFF2-40B4-BE49-F238E27FC236}">
                  <a16:creationId xmlns:a16="http://schemas.microsoft.com/office/drawing/2014/main" id="{0CDA3DB1-3CAC-C4FF-DF53-C33FCECC6C4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295" name="개체 294">
                          <a:extLst>
                            <a:ext uri="{FF2B5EF4-FFF2-40B4-BE49-F238E27FC236}">
                              <a16:creationId xmlns:a16="http://schemas.microsoft.com/office/drawing/2014/main" id="{596EF281-C584-F911-3C9C-566E9327A5A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4" name="Rectangle 191">
            <a:extLst>
              <a:ext uri="{FF2B5EF4-FFF2-40B4-BE49-F238E27FC236}">
                <a16:creationId xmlns:a16="http://schemas.microsoft.com/office/drawing/2014/main" id="{5D84681C-70D5-727E-DE3D-ECBB1D4CF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413366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61B603B1-FA21-D7FA-2852-0928B7BC786E}"/>
              </a:ext>
            </a:extLst>
          </p:cNvPr>
          <p:cNvGrpSpPr/>
          <p:nvPr/>
        </p:nvGrpSpPr>
        <p:grpSpPr>
          <a:xfrm>
            <a:off x="2645151" y="2394996"/>
            <a:ext cx="318262" cy="144462"/>
            <a:chOff x="2716253" y="2405617"/>
            <a:chExt cx="318262" cy="144462"/>
          </a:xfrm>
        </p:grpSpPr>
        <p:sp>
          <p:nvSpPr>
            <p:cNvPr id="96" name="Rectangle 191">
              <a:extLst>
                <a:ext uri="{FF2B5EF4-FFF2-40B4-BE49-F238E27FC236}">
                  <a16:creationId xmlns:a16="http://schemas.microsoft.com/office/drawing/2014/main" id="{33E7819F-AB14-438A-FCE4-E8BD6439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97" name="개체 96">
              <a:extLst>
                <a:ext uri="{FF2B5EF4-FFF2-40B4-BE49-F238E27FC236}">
                  <a16:creationId xmlns:a16="http://schemas.microsoft.com/office/drawing/2014/main" id="{B51EB7BB-8A81-4ADF-E25A-41F6A1CC238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299" name="개체 298">
                          <a:extLst>
                            <a:ext uri="{FF2B5EF4-FFF2-40B4-BE49-F238E27FC236}">
                              <a16:creationId xmlns:a16="http://schemas.microsoft.com/office/drawing/2014/main" id="{C5CE5B68-2DC5-3D15-ED2D-14689A15D2B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E244F9D-0388-602D-1AE5-1837346C141F}"/>
              </a:ext>
            </a:extLst>
          </p:cNvPr>
          <p:cNvGrpSpPr/>
          <p:nvPr/>
        </p:nvGrpSpPr>
        <p:grpSpPr>
          <a:xfrm>
            <a:off x="2306629" y="2394996"/>
            <a:ext cx="318262" cy="144462"/>
            <a:chOff x="2716253" y="2405617"/>
            <a:chExt cx="318262" cy="144462"/>
          </a:xfrm>
        </p:grpSpPr>
        <p:sp>
          <p:nvSpPr>
            <p:cNvPr id="99" name="Rectangle 191">
              <a:extLst>
                <a:ext uri="{FF2B5EF4-FFF2-40B4-BE49-F238E27FC236}">
                  <a16:creationId xmlns:a16="http://schemas.microsoft.com/office/drawing/2014/main" id="{3232E79F-BDF8-12B6-AC44-C22324F48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100" name="개체 99">
              <a:extLst>
                <a:ext uri="{FF2B5EF4-FFF2-40B4-BE49-F238E27FC236}">
                  <a16:creationId xmlns:a16="http://schemas.microsoft.com/office/drawing/2014/main" id="{4099EA18-0D1B-CA32-453F-80A329EA998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302" name="개체 301">
                          <a:extLst>
                            <a:ext uri="{FF2B5EF4-FFF2-40B4-BE49-F238E27FC236}">
                              <a16:creationId xmlns:a16="http://schemas.microsoft.com/office/drawing/2014/main" id="{518C3534-6F72-DD4C-BA97-098889B23FA7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27E92057-23D0-5D2F-17C8-3DA4BFB3D88B}"/>
              </a:ext>
            </a:extLst>
          </p:cNvPr>
          <p:cNvGrpSpPr/>
          <p:nvPr/>
        </p:nvGrpSpPr>
        <p:grpSpPr>
          <a:xfrm>
            <a:off x="2980970" y="2394996"/>
            <a:ext cx="318262" cy="144462"/>
            <a:chOff x="2716253" y="2405617"/>
            <a:chExt cx="318262" cy="144462"/>
          </a:xfrm>
        </p:grpSpPr>
        <p:sp>
          <p:nvSpPr>
            <p:cNvPr id="102" name="Rectangle 191">
              <a:extLst>
                <a:ext uri="{FF2B5EF4-FFF2-40B4-BE49-F238E27FC236}">
                  <a16:creationId xmlns:a16="http://schemas.microsoft.com/office/drawing/2014/main" id="{3F596C4E-7199-0B43-35DF-0FD643753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103" name="개체 102">
              <a:extLst>
                <a:ext uri="{FF2B5EF4-FFF2-40B4-BE49-F238E27FC236}">
                  <a16:creationId xmlns:a16="http://schemas.microsoft.com/office/drawing/2014/main" id="{11A0D4A4-77B4-B995-872E-1193BC73E1B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305" name="개체 304">
                          <a:extLst>
                            <a:ext uri="{FF2B5EF4-FFF2-40B4-BE49-F238E27FC236}">
                              <a16:creationId xmlns:a16="http://schemas.microsoft.com/office/drawing/2014/main" id="{4679FCE5-1A23-B61D-A574-DEA950FE863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04" name="개체 103">
            <a:extLst>
              <a:ext uri="{FF2B5EF4-FFF2-40B4-BE49-F238E27FC236}">
                <a16:creationId xmlns:a16="http://schemas.microsoft.com/office/drawing/2014/main" id="{1AF587EE-44A7-A225-282E-9EC4DDDB1D1A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240615210"/>
              </p:ext>
            </p:extLst>
          </p:nvPr>
        </p:nvGraphicFramePr>
        <p:xfrm>
          <a:off x="2306629" y="2394996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306" name="개체 305">
                        <a:extLst>
                          <a:ext uri="{FF2B5EF4-FFF2-40B4-BE49-F238E27FC236}">
                            <a16:creationId xmlns:a16="http://schemas.microsoft.com/office/drawing/2014/main" id="{EBF21320-67B6-F834-ABB9-467B7ED0122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06629" y="2394996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4186151-C75A-E4E3-374D-3572FFD05177}"/>
              </a:ext>
            </a:extLst>
          </p:cNvPr>
          <p:cNvSpPr/>
          <p:nvPr/>
        </p:nvSpPr>
        <p:spPr>
          <a:xfrm>
            <a:off x="1904260" y="262743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D57A63C5-5DA2-19A3-9F22-1DC096A14805}"/>
              </a:ext>
            </a:extLst>
          </p:cNvPr>
          <p:cNvSpPr/>
          <p:nvPr/>
        </p:nvSpPr>
        <p:spPr>
          <a:xfrm>
            <a:off x="3557258" y="262742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C7535E4-B171-B52E-708B-BDD396BDB6D6}"/>
              </a:ext>
            </a:extLst>
          </p:cNvPr>
          <p:cNvSpPr/>
          <p:nvPr/>
        </p:nvSpPr>
        <p:spPr>
          <a:xfrm>
            <a:off x="3865768" y="262742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97E5A385-8A6C-98C0-57CB-5FE2514AA59D}"/>
              </a:ext>
            </a:extLst>
          </p:cNvPr>
          <p:cNvSpPr/>
          <p:nvPr/>
        </p:nvSpPr>
        <p:spPr>
          <a:xfrm>
            <a:off x="1904260" y="309809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대회안내문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0E1FD8CE-0DB8-A3FC-B3BF-B3A5EBE39EE7}"/>
              </a:ext>
            </a:extLst>
          </p:cNvPr>
          <p:cNvSpPr/>
          <p:nvPr/>
        </p:nvSpPr>
        <p:spPr>
          <a:xfrm>
            <a:off x="3557258" y="309809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5895BF13-B8E7-4861-1CCE-8FF82A7998AA}"/>
              </a:ext>
            </a:extLst>
          </p:cNvPr>
          <p:cNvSpPr/>
          <p:nvPr/>
        </p:nvSpPr>
        <p:spPr>
          <a:xfrm>
            <a:off x="3865768" y="309809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AE972A79-E3EF-90E0-FF91-870FA55713A9}"/>
              </a:ext>
            </a:extLst>
          </p:cNvPr>
          <p:cNvSpPr/>
          <p:nvPr/>
        </p:nvSpPr>
        <p:spPr>
          <a:xfrm>
            <a:off x="2913769" y="355898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22D6CDB6-FAE2-ADAE-4A56-627373AFB388}"/>
              </a:ext>
            </a:extLst>
          </p:cNvPr>
          <p:cNvSpPr/>
          <p:nvPr/>
        </p:nvSpPr>
        <p:spPr>
          <a:xfrm>
            <a:off x="4566767" y="355897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A83715F6-9F6B-CEC7-CD9B-ED7357513641}"/>
              </a:ext>
            </a:extLst>
          </p:cNvPr>
          <p:cNvSpPr/>
          <p:nvPr/>
        </p:nvSpPr>
        <p:spPr>
          <a:xfrm>
            <a:off x="4875174" y="355897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31" name="Rectangle 191">
            <a:extLst>
              <a:ext uri="{FF2B5EF4-FFF2-40B4-BE49-F238E27FC236}">
                <a16:creationId xmlns:a16="http://schemas.microsoft.com/office/drawing/2014/main" id="{D89D0158-838A-9802-80F5-9DDA10EB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498" y="3574263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2" name="Rectangle 191">
            <a:extLst>
              <a:ext uri="{FF2B5EF4-FFF2-40B4-BE49-F238E27FC236}">
                <a16:creationId xmlns:a16="http://schemas.microsoft.com/office/drawing/2014/main" id="{22EADD14-D9DB-997A-0DB6-3AF1075DA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260" y="3574689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ED163472-EBBD-426E-1A19-A5D2618D1CCD}"/>
              </a:ext>
            </a:extLst>
          </p:cNvPr>
          <p:cNvSpPr/>
          <p:nvPr/>
        </p:nvSpPr>
        <p:spPr>
          <a:xfrm>
            <a:off x="2287592" y="3553331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A3C2AF9-9C60-564F-2D4C-F65B428D11FB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7F72DB84-7E22-C51B-BE99-856EE66A0647}"/>
              </a:ext>
            </a:extLst>
          </p:cNvPr>
          <p:cNvGrpSpPr/>
          <p:nvPr/>
        </p:nvGrpSpPr>
        <p:grpSpPr>
          <a:xfrm>
            <a:off x="1902104" y="2860748"/>
            <a:ext cx="3434789" cy="147301"/>
            <a:chOff x="1824628" y="2860748"/>
            <a:chExt cx="3434789" cy="147301"/>
          </a:xfrm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BEF10222-293A-95CF-07E1-359FD9AFCF94}"/>
                </a:ext>
              </a:extLst>
            </p:cNvPr>
            <p:cNvSpPr/>
            <p:nvPr/>
          </p:nvSpPr>
          <p:spPr>
            <a:xfrm>
              <a:off x="3561076" y="2862398"/>
              <a:ext cx="1106482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수상실적확인서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0A2B1F1-8917-6DEE-0C86-D4BE6354C6E9}"/>
                </a:ext>
              </a:extLst>
            </p:cNvPr>
            <p:cNvSpPr/>
            <p:nvPr/>
          </p:nvSpPr>
          <p:spPr>
            <a:xfrm>
              <a:off x="4686733" y="2862390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EB70B80D-A4B5-B48D-D136-BBFAB68E5124}"/>
                </a:ext>
              </a:extLst>
            </p:cNvPr>
            <p:cNvSpPr/>
            <p:nvPr/>
          </p:nvSpPr>
          <p:spPr>
            <a:xfrm>
              <a:off x="4995243" y="2862390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1" name="Rectangle 191">
              <a:extLst>
                <a:ext uri="{FF2B5EF4-FFF2-40B4-BE49-F238E27FC236}">
                  <a16:creationId xmlns:a16="http://schemas.microsoft.com/office/drawing/2014/main" id="{BF0B416B-31EB-3B67-EBF4-319EEA87D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249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순위</a:t>
              </a: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4F5AEE7-B0B9-E987-DACF-3B6C7F35180B}"/>
                </a:ext>
              </a:extLst>
            </p:cNvPr>
            <p:cNvSpPr/>
            <p:nvPr/>
          </p:nvSpPr>
          <p:spPr>
            <a:xfrm>
              <a:off x="2936732" y="2862398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동매달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3" name="Rectangle 191">
              <a:extLst>
                <a:ext uri="{FF2B5EF4-FFF2-40B4-BE49-F238E27FC236}">
                  <a16:creationId xmlns:a16="http://schemas.microsoft.com/office/drawing/2014/main" id="{888FB8C9-DB83-C823-B963-D72FB4001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796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44" name="Rectangle 191">
              <a:extLst>
                <a:ext uri="{FF2B5EF4-FFF2-40B4-BE49-F238E27FC236}">
                  <a16:creationId xmlns:a16="http://schemas.microsoft.com/office/drawing/2014/main" id="{D9EB4570-16CB-E460-1D9C-DCB273ACE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628" y="288053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대회규모</a:t>
              </a:r>
            </a:p>
          </p:txBody>
        </p:sp>
        <p:pic>
          <p:nvPicPr>
            <p:cNvPr id="145" name="Picture 13">
              <a:extLst>
                <a:ext uri="{FF2B5EF4-FFF2-40B4-BE49-F238E27FC236}">
                  <a16:creationId xmlns:a16="http://schemas.microsoft.com/office/drawing/2014/main" id="{3CC3B191-8C6A-F866-DC96-C9AB3CAED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3135" y="2860748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42DF3ED6-9FCD-0AFB-222B-AD8B664FF6FE}"/>
                </a:ext>
              </a:extLst>
            </p:cNvPr>
            <p:cNvSpPr/>
            <p:nvPr/>
          </p:nvSpPr>
          <p:spPr>
            <a:xfrm>
              <a:off x="2203245" y="2862398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국제</a:t>
              </a:r>
            </a:p>
          </p:txBody>
        </p:sp>
      </p:grp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08B92F87-BF3B-C74C-C2BC-BC1E5E32163C}"/>
              </a:ext>
            </a:extLst>
          </p:cNvPr>
          <p:cNvGrpSpPr/>
          <p:nvPr/>
        </p:nvGrpSpPr>
        <p:grpSpPr>
          <a:xfrm>
            <a:off x="1897456" y="3324166"/>
            <a:ext cx="2704513" cy="144016"/>
            <a:chOff x="1897884" y="2847629"/>
            <a:chExt cx="2704513" cy="144016"/>
          </a:xfrm>
        </p:grpSpPr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1D2AAE23-DAA4-FE18-E217-780FD251D910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085A9F63-ACEA-6E44-3645-8DA8074B8C07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508136BC-9ED1-F2EB-24B5-52C46B33C306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728A8BBF-5E23-7C9B-2696-A09971C84148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A3DBFC14-6790-996A-C3FF-8B9FA93A89D7}"/>
              </a:ext>
            </a:extLst>
          </p:cNvPr>
          <p:cNvGrpSpPr/>
          <p:nvPr/>
        </p:nvGrpSpPr>
        <p:grpSpPr>
          <a:xfrm>
            <a:off x="1900611" y="4968199"/>
            <a:ext cx="2386963" cy="144016"/>
            <a:chOff x="1897884" y="4476806"/>
            <a:chExt cx="2386963" cy="144016"/>
          </a:xfrm>
        </p:grpSpPr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B6879468-D0B3-03B6-B34A-A8676194903D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B0262767-BCBB-E923-AF9D-F35765C188BA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FDE2F93-2D49-54CE-181E-E6B9E60827B6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723ACD5C-C5FD-7D41-FF02-2D066909C5B4}"/>
              </a:ext>
            </a:extLst>
          </p:cNvPr>
          <p:cNvSpPr/>
          <p:nvPr/>
        </p:nvSpPr>
        <p:spPr>
          <a:xfrm>
            <a:off x="668524" y="493219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329B74D8-1DC6-170E-5396-81733F29660D}"/>
              </a:ext>
            </a:extLst>
          </p:cNvPr>
          <p:cNvSpPr/>
          <p:nvPr/>
        </p:nvSpPr>
        <p:spPr>
          <a:xfrm>
            <a:off x="668524" y="329293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5D47221C-D27B-03F6-DDC3-9F544F9C7717}"/>
              </a:ext>
            </a:extLst>
          </p:cNvPr>
          <p:cNvSpPr/>
          <p:nvPr/>
        </p:nvSpPr>
        <p:spPr>
          <a:xfrm>
            <a:off x="668524" y="282667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5147055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80CD05-5ED2-BBD2-C9B5-540D27DE1E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9708053-DDDD-5C3F-68EA-7E2A4C3CF0B9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09A31FE-4020-8952-3115-03B0B8F0558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BA468279-2FE5-6C66-44C5-7B48193041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049029"/>
              </p:ext>
            </p:extLst>
          </p:nvPr>
        </p:nvGraphicFramePr>
        <p:xfrm>
          <a:off x="6969418" y="2548005"/>
          <a:ext cx="2772114" cy="311072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신청정보 설정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접수관리에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90491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E3770C52-5B47-892D-9261-8060B671F96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18D12B8-33C1-BC28-1A5A-8DD7CF669885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A3C625B-6AE9-274B-2171-DAD34F3960EB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11CA99D-A0E7-4F25-8B5A-0A295218A987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E09B2BE7-8859-E98A-DEB1-928D95DF08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797A97B4-BB6C-1D1C-5E5D-76088C453C67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E7BC384-BA84-B0A0-972A-D0F7ECE43351}"/>
              </a:ext>
            </a:extLst>
          </p:cNvPr>
          <p:cNvSpPr/>
          <p:nvPr/>
        </p:nvSpPr>
        <p:spPr>
          <a:xfrm>
            <a:off x="6397011" y="5474377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C8E0674-F3A5-571B-54EA-BCF350B80208}"/>
              </a:ext>
            </a:extLst>
          </p:cNvPr>
          <p:cNvSpPr/>
          <p:nvPr/>
        </p:nvSpPr>
        <p:spPr>
          <a:xfrm>
            <a:off x="5936915" y="5474377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AA9AA3F-9035-AE30-3B88-79CAEF49C356}"/>
              </a:ext>
            </a:extLst>
          </p:cNvPr>
          <p:cNvSpPr>
            <a:spLocks noChangeAspect="1"/>
          </p:cNvSpPr>
          <p:nvPr/>
        </p:nvSpPr>
        <p:spPr>
          <a:xfrm>
            <a:off x="5773339" y="550470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1E13E82-ACC7-CDA3-F28E-595AEA39E0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963535"/>
              </p:ext>
            </p:extLst>
          </p:nvPr>
        </p:nvGraphicFramePr>
        <p:xfrm>
          <a:off x="272480" y="1645687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상장사본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수상실적확인서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628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대회안내문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AD0BB099-0F6D-AFC4-37E8-82C4ED9F408B}"/>
              </a:ext>
            </a:extLst>
          </p:cNvPr>
          <p:cNvSpPr/>
          <p:nvPr/>
        </p:nvSpPr>
        <p:spPr>
          <a:xfrm>
            <a:off x="1904260" y="378799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865D184-3132-C876-E837-499BF8036DE4}"/>
              </a:ext>
            </a:extLst>
          </p:cNvPr>
          <p:cNvSpPr/>
          <p:nvPr/>
        </p:nvSpPr>
        <p:spPr>
          <a:xfrm>
            <a:off x="3557258" y="378798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275DBC3-B1AF-466A-8B73-97B68CB289B2}"/>
              </a:ext>
            </a:extLst>
          </p:cNvPr>
          <p:cNvSpPr/>
          <p:nvPr/>
        </p:nvSpPr>
        <p:spPr>
          <a:xfrm>
            <a:off x="1904260" y="403231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12D5A53-7E40-5FEB-BD4A-4A1FA9C41801}"/>
              </a:ext>
            </a:extLst>
          </p:cNvPr>
          <p:cNvSpPr/>
          <p:nvPr/>
        </p:nvSpPr>
        <p:spPr>
          <a:xfrm>
            <a:off x="3557258" y="4032307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8299C3F-1DB4-3505-65B9-B9302541C231}"/>
              </a:ext>
            </a:extLst>
          </p:cNvPr>
          <p:cNvSpPr/>
          <p:nvPr/>
        </p:nvSpPr>
        <p:spPr>
          <a:xfrm>
            <a:off x="1904260" y="426884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060FF01-60DA-D0A4-E1BF-6F599818CD53}"/>
              </a:ext>
            </a:extLst>
          </p:cNvPr>
          <p:cNvSpPr/>
          <p:nvPr/>
        </p:nvSpPr>
        <p:spPr>
          <a:xfrm>
            <a:off x="3557258" y="426883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1870275-E4EC-6905-52A0-928C5C493029}"/>
              </a:ext>
            </a:extLst>
          </p:cNvPr>
          <p:cNvSpPr/>
          <p:nvPr/>
        </p:nvSpPr>
        <p:spPr>
          <a:xfrm>
            <a:off x="1904260" y="449809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5C47467-C36F-60E0-1A83-C9AAA842DECE}"/>
              </a:ext>
            </a:extLst>
          </p:cNvPr>
          <p:cNvSpPr/>
          <p:nvPr/>
        </p:nvSpPr>
        <p:spPr>
          <a:xfrm>
            <a:off x="3557258" y="449809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B95C0EB-3009-2A0C-E742-CD67B10418E6}"/>
              </a:ext>
            </a:extLst>
          </p:cNvPr>
          <p:cNvSpPr/>
          <p:nvPr/>
        </p:nvSpPr>
        <p:spPr>
          <a:xfrm>
            <a:off x="1904260" y="473628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55AC77D-553F-7905-F502-D69C5AEF74EF}"/>
              </a:ext>
            </a:extLst>
          </p:cNvPr>
          <p:cNvSpPr/>
          <p:nvPr/>
        </p:nvSpPr>
        <p:spPr>
          <a:xfrm>
            <a:off x="3557258" y="473627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FEC8621-2164-8E0F-A181-D1C17AB19277}"/>
              </a:ext>
            </a:extLst>
          </p:cNvPr>
          <p:cNvGrpSpPr/>
          <p:nvPr/>
        </p:nvGrpSpPr>
        <p:grpSpPr>
          <a:xfrm>
            <a:off x="1939541" y="5224427"/>
            <a:ext cx="1105196" cy="128396"/>
            <a:chOff x="3438680" y="4305150"/>
            <a:chExt cx="1105196" cy="12839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6AFEEBC-EBC5-1F72-40DE-679669D83FB1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1" name="Picture 10">
              <a:extLst>
                <a:ext uri="{FF2B5EF4-FFF2-40B4-BE49-F238E27FC236}">
                  <a16:creationId xmlns:a16="http://schemas.microsoft.com/office/drawing/2014/main" id="{1D738A44-6F83-7238-6A50-73824482A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71165AC-20A9-59DD-0C51-86C723329EB7}"/>
              </a:ext>
            </a:extLst>
          </p:cNvPr>
          <p:cNvGrpSpPr/>
          <p:nvPr/>
        </p:nvGrpSpPr>
        <p:grpSpPr>
          <a:xfrm>
            <a:off x="3125954" y="5224427"/>
            <a:ext cx="1105196" cy="128396"/>
            <a:chOff x="3438680" y="4305150"/>
            <a:chExt cx="1105196" cy="128396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8BF4697-BE11-C258-5B64-D6612C84184E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4" name="Picture 10">
              <a:extLst>
                <a:ext uri="{FF2B5EF4-FFF2-40B4-BE49-F238E27FC236}">
                  <a16:creationId xmlns:a16="http://schemas.microsoft.com/office/drawing/2014/main" id="{C2119BBA-A429-F358-75B8-D8294609DB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814147-EA64-918E-3516-131D0BAB650A}"/>
              </a:ext>
            </a:extLst>
          </p:cNvPr>
          <p:cNvSpPr/>
          <p:nvPr/>
        </p:nvSpPr>
        <p:spPr>
          <a:xfrm>
            <a:off x="3865768" y="378682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07F277D-FBB1-682B-17D7-AC6E48B7B777}"/>
              </a:ext>
            </a:extLst>
          </p:cNvPr>
          <p:cNvSpPr/>
          <p:nvPr/>
        </p:nvSpPr>
        <p:spPr>
          <a:xfrm>
            <a:off x="3865768" y="403234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0F3C5B5-063F-4D7E-7EE5-E55146409BC5}"/>
              </a:ext>
            </a:extLst>
          </p:cNvPr>
          <p:cNvSpPr/>
          <p:nvPr/>
        </p:nvSpPr>
        <p:spPr>
          <a:xfrm>
            <a:off x="3865768" y="426822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FF6EAF5-7CC8-6210-B2AF-B75193CED15E}"/>
              </a:ext>
            </a:extLst>
          </p:cNvPr>
          <p:cNvSpPr/>
          <p:nvPr/>
        </p:nvSpPr>
        <p:spPr>
          <a:xfrm>
            <a:off x="3865768" y="449219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530D33E-3426-C2F4-F234-32DD139734DD}"/>
              </a:ext>
            </a:extLst>
          </p:cNvPr>
          <p:cNvSpPr/>
          <p:nvPr/>
        </p:nvSpPr>
        <p:spPr>
          <a:xfrm>
            <a:off x="3865768" y="473814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A2761959-A8E3-9C6A-4ED9-2C13645F2BB3}"/>
              </a:ext>
            </a:extLst>
          </p:cNvPr>
          <p:cNvGrpSpPr/>
          <p:nvPr/>
        </p:nvGrpSpPr>
        <p:grpSpPr>
          <a:xfrm>
            <a:off x="3429010" y="2394996"/>
            <a:ext cx="505750" cy="144462"/>
            <a:chOff x="2716253" y="2405617"/>
            <a:chExt cx="505750" cy="144462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FBBAFA1D-97A4-1012-92FF-189E2A495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42" name="개체 41">
              <a:extLst>
                <a:ext uri="{FF2B5EF4-FFF2-40B4-BE49-F238E27FC236}">
                  <a16:creationId xmlns:a16="http://schemas.microsoft.com/office/drawing/2014/main" id="{1BEC4013-C26C-F8C1-B4F1-E996F6B3E06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90" name="개체 89">
                          <a:extLst>
                            <a:ext uri="{FF2B5EF4-FFF2-40B4-BE49-F238E27FC236}">
                              <a16:creationId xmlns:a16="http://schemas.microsoft.com/office/drawing/2014/main" id="{E87FFB84-808A-B835-5E1A-D56CF70D547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C82D572E-377E-84BC-03D5-F3CAFC1CB1AB}"/>
              </a:ext>
            </a:extLst>
          </p:cNvPr>
          <p:cNvGrpSpPr/>
          <p:nvPr/>
        </p:nvGrpSpPr>
        <p:grpSpPr>
          <a:xfrm>
            <a:off x="4006768" y="2394996"/>
            <a:ext cx="326213" cy="144462"/>
            <a:chOff x="2716253" y="2405617"/>
            <a:chExt cx="326213" cy="144462"/>
          </a:xfrm>
        </p:grpSpPr>
        <p:sp>
          <p:nvSpPr>
            <p:cNvPr id="44" name="Rectangle 191">
              <a:extLst>
                <a:ext uri="{FF2B5EF4-FFF2-40B4-BE49-F238E27FC236}">
                  <a16:creationId xmlns:a16="http://schemas.microsoft.com/office/drawing/2014/main" id="{E2BCA74A-E0BC-72CC-5F95-74AD6E73D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46" name="개체 45">
              <a:extLst>
                <a:ext uri="{FF2B5EF4-FFF2-40B4-BE49-F238E27FC236}">
                  <a16:creationId xmlns:a16="http://schemas.microsoft.com/office/drawing/2014/main" id="{674B6F18-4A53-F65B-ECE3-CC27C11CF97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93" name="개체 92">
                          <a:extLst>
                            <a:ext uri="{FF2B5EF4-FFF2-40B4-BE49-F238E27FC236}">
                              <a16:creationId xmlns:a16="http://schemas.microsoft.com/office/drawing/2014/main" id="{0CDA3DB1-3CAC-C4FF-DF53-C33FCECC6C4B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7" name="Rectangle 191">
            <a:extLst>
              <a:ext uri="{FF2B5EF4-FFF2-40B4-BE49-F238E27FC236}">
                <a16:creationId xmlns:a16="http://schemas.microsoft.com/office/drawing/2014/main" id="{BE4B446E-BCB7-DEC5-67E5-C94EDCE0F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413366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7CD5C50A-0083-3B57-BF2A-8DDA22F80219}"/>
              </a:ext>
            </a:extLst>
          </p:cNvPr>
          <p:cNvGrpSpPr/>
          <p:nvPr/>
        </p:nvGrpSpPr>
        <p:grpSpPr>
          <a:xfrm>
            <a:off x="2645151" y="2394996"/>
            <a:ext cx="318262" cy="144462"/>
            <a:chOff x="2716253" y="2405617"/>
            <a:chExt cx="318262" cy="144462"/>
          </a:xfrm>
        </p:grpSpPr>
        <p:sp>
          <p:nvSpPr>
            <p:cNvPr id="49" name="Rectangle 191">
              <a:extLst>
                <a:ext uri="{FF2B5EF4-FFF2-40B4-BE49-F238E27FC236}">
                  <a16:creationId xmlns:a16="http://schemas.microsoft.com/office/drawing/2014/main" id="{016121CF-F049-B1A5-4E1E-C37BFFB85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50" name="개체 49">
              <a:extLst>
                <a:ext uri="{FF2B5EF4-FFF2-40B4-BE49-F238E27FC236}">
                  <a16:creationId xmlns:a16="http://schemas.microsoft.com/office/drawing/2014/main" id="{099B4B1A-484A-A960-04E9-4E9819D9653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97" name="개체 96">
                          <a:extLst>
                            <a:ext uri="{FF2B5EF4-FFF2-40B4-BE49-F238E27FC236}">
                              <a16:creationId xmlns:a16="http://schemas.microsoft.com/office/drawing/2014/main" id="{B51EB7BB-8A81-4ADF-E25A-41F6A1CC238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C944CC98-E2E3-FB4F-A93C-183B7E54DC07}"/>
              </a:ext>
            </a:extLst>
          </p:cNvPr>
          <p:cNvGrpSpPr/>
          <p:nvPr/>
        </p:nvGrpSpPr>
        <p:grpSpPr>
          <a:xfrm>
            <a:off x="2306629" y="2394996"/>
            <a:ext cx="318262" cy="144462"/>
            <a:chOff x="2716253" y="2405617"/>
            <a:chExt cx="318262" cy="144462"/>
          </a:xfrm>
        </p:grpSpPr>
        <p:sp>
          <p:nvSpPr>
            <p:cNvPr id="52" name="Rectangle 191">
              <a:extLst>
                <a:ext uri="{FF2B5EF4-FFF2-40B4-BE49-F238E27FC236}">
                  <a16:creationId xmlns:a16="http://schemas.microsoft.com/office/drawing/2014/main" id="{6A33D091-04F7-D4CE-D1B4-5E384A653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53" name="개체 52">
              <a:extLst>
                <a:ext uri="{FF2B5EF4-FFF2-40B4-BE49-F238E27FC236}">
                  <a16:creationId xmlns:a16="http://schemas.microsoft.com/office/drawing/2014/main" id="{129D36C1-B2B2-1C88-5861-28ACEFC98F1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00" name="개체 99">
                          <a:extLst>
                            <a:ext uri="{FF2B5EF4-FFF2-40B4-BE49-F238E27FC236}">
                              <a16:creationId xmlns:a16="http://schemas.microsoft.com/office/drawing/2014/main" id="{4099EA18-0D1B-CA32-453F-80A329EA998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840DFB14-F46A-68B0-1332-FD127A1753EA}"/>
              </a:ext>
            </a:extLst>
          </p:cNvPr>
          <p:cNvGrpSpPr/>
          <p:nvPr/>
        </p:nvGrpSpPr>
        <p:grpSpPr>
          <a:xfrm>
            <a:off x="2980970" y="2394996"/>
            <a:ext cx="318262" cy="144462"/>
            <a:chOff x="2716253" y="2405617"/>
            <a:chExt cx="318262" cy="144462"/>
          </a:xfrm>
        </p:grpSpPr>
        <p:sp>
          <p:nvSpPr>
            <p:cNvPr id="55" name="Rectangle 191">
              <a:extLst>
                <a:ext uri="{FF2B5EF4-FFF2-40B4-BE49-F238E27FC236}">
                  <a16:creationId xmlns:a16="http://schemas.microsoft.com/office/drawing/2014/main" id="{4A7E5C75-7645-D9EA-4074-001ED1469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56" name="개체 55">
              <a:extLst>
                <a:ext uri="{FF2B5EF4-FFF2-40B4-BE49-F238E27FC236}">
                  <a16:creationId xmlns:a16="http://schemas.microsoft.com/office/drawing/2014/main" id="{8C316AF4-CFE8-06B1-A5B4-89B7427D98E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03" name="개체 102">
                          <a:extLst>
                            <a:ext uri="{FF2B5EF4-FFF2-40B4-BE49-F238E27FC236}">
                              <a16:creationId xmlns:a16="http://schemas.microsoft.com/office/drawing/2014/main" id="{11A0D4A4-77B4-B995-872E-1193BC73E1B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57" name="개체 56">
            <a:extLst>
              <a:ext uri="{FF2B5EF4-FFF2-40B4-BE49-F238E27FC236}">
                <a16:creationId xmlns:a16="http://schemas.microsoft.com/office/drawing/2014/main" id="{028B6AD5-8D27-2C9F-0819-E16A36B4CEA0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19839811"/>
              </p:ext>
            </p:extLst>
          </p:nvPr>
        </p:nvGraphicFramePr>
        <p:xfrm>
          <a:off x="2306629" y="2394996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104" name="개체 103">
                        <a:extLst>
                          <a:ext uri="{FF2B5EF4-FFF2-40B4-BE49-F238E27FC236}">
                            <a16:creationId xmlns:a16="http://schemas.microsoft.com/office/drawing/2014/main" id="{1AF587EE-44A7-A225-282E-9EC4DDDB1D1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06629" y="2394996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F878FE5B-0E5A-A959-4588-6BF53D67FA83}"/>
              </a:ext>
            </a:extLst>
          </p:cNvPr>
          <p:cNvSpPr/>
          <p:nvPr/>
        </p:nvSpPr>
        <p:spPr>
          <a:xfrm>
            <a:off x="1904260" y="262743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C645032-C486-2576-9EFA-78CDE4B3C92F}"/>
              </a:ext>
            </a:extLst>
          </p:cNvPr>
          <p:cNvSpPr/>
          <p:nvPr/>
        </p:nvSpPr>
        <p:spPr>
          <a:xfrm>
            <a:off x="3557258" y="262742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6D9FC3BA-28EB-12E8-4EC5-44CEC2372D4D}"/>
              </a:ext>
            </a:extLst>
          </p:cNvPr>
          <p:cNvSpPr/>
          <p:nvPr/>
        </p:nvSpPr>
        <p:spPr>
          <a:xfrm>
            <a:off x="3865768" y="262742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7F25A9C-5F72-F999-37DB-8B0B6EB20611}"/>
              </a:ext>
            </a:extLst>
          </p:cNvPr>
          <p:cNvSpPr/>
          <p:nvPr/>
        </p:nvSpPr>
        <p:spPr>
          <a:xfrm>
            <a:off x="1904260" y="309809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대회안내문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E39E65A-F4A4-5E55-4A43-69009D01D7E1}"/>
              </a:ext>
            </a:extLst>
          </p:cNvPr>
          <p:cNvSpPr/>
          <p:nvPr/>
        </p:nvSpPr>
        <p:spPr>
          <a:xfrm>
            <a:off x="3557258" y="309809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5C6101CA-ECF7-5803-4581-360585B8D83C}"/>
              </a:ext>
            </a:extLst>
          </p:cNvPr>
          <p:cNvSpPr/>
          <p:nvPr/>
        </p:nvSpPr>
        <p:spPr>
          <a:xfrm>
            <a:off x="3865768" y="309809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A495CBC-C6FC-1CAE-28DB-5375A80A0215}"/>
              </a:ext>
            </a:extLst>
          </p:cNvPr>
          <p:cNvSpPr/>
          <p:nvPr/>
        </p:nvSpPr>
        <p:spPr>
          <a:xfrm>
            <a:off x="2913769" y="355898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8B84B40-088E-FBAD-0414-19AEB1F9C545}"/>
              </a:ext>
            </a:extLst>
          </p:cNvPr>
          <p:cNvSpPr/>
          <p:nvPr/>
        </p:nvSpPr>
        <p:spPr>
          <a:xfrm>
            <a:off x="4566767" y="355897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C298C804-7E2A-9A9F-AC0B-12BF30375966}"/>
              </a:ext>
            </a:extLst>
          </p:cNvPr>
          <p:cNvSpPr/>
          <p:nvPr/>
        </p:nvSpPr>
        <p:spPr>
          <a:xfrm>
            <a:off x="4875174" y="355897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14" name="Rectangle 191">
            <a:extLst>
              <a:ext uri="{FF2B5EF4-FFF2-40B4-BE49-F238E27FC236}">
                <a16:creationId xmlns:a16="http://schemas.microsoft.com/office/drawing/2014/main" id="{C10C69C5-BFA3-947A-D554-C29CF0C5A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498" y="3574263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15" name="Rectangle 191">
            <a:extLst>
              <a:ext uri="{FF2B5EF4-FFF2-40B4-BE49-F238E27FC236}">
                <a16:creationId xmlns:a16="http://schemas.microsoft.com/office/drawing/2014/main" id="{C477BD36-04DF-CBE3-CB82-6A131BB9E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260" y="3574689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3996E7F4-BF98-DA32-BCD2-6D3BDA6AC0C8}"/>
              </a:ext>
            </a:extLst>
          </p:cNvPr>
          <p:cNvSpPr/>
          <p:nvPr/>
        </p:nvSpPr>
        <p:spPr>
          <a:xfrm>
            <a:off x="2287592" y="3553331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61F72632-600C-644B-03F6-671AD0B63FAC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4B12BB37-73E5-4982-55C8-072DBA5817D3}"/>
              </a:ext>
            </a:extLst>
          </p:cNvPr>
          <p:cNvGrpSpPr/>
          <p:nvPr/>
        </p:nvGrpSpPr>
        <p:grpSpPr>
          <a:xfrm>
            <a:off x="1902104" y="2860748"/>
            <a:ext cx="3434789" cy="147301"/>
            <a:chOff x="1824628" y="2860748"/>
            <a:chExt cx="3434789" cy="147301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7A78B590-34BF-45C1-6E93-E9BA1B3517A1}"/>
                </a:ext>
              </a:extLst>
            </p:cNvPr>
            <p:cNvSpPr/>
            <p:nvPr/>
          </p:nvSpPr>
          <p:spPr>
            <a:xfrm>
              <a:off x="3561076" y="2862398"/>
              <a:ext cx="1106482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수상실적확인서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80D7D666-3BB6-C857-BC04-BB135E627077}"/>
                </a:ext>
              </a:extLst>
            </p:cNvPr>
            <p:cNvSpPr/>
            <p:nvPr/>
          </p:nvSpPr>
          <p:spPr>
            <a:xfrm>
              <a:off x="4686733" y="2862390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6B655AE0-D03E-E8AC-8072-4AA59D9B190D}"/>
                </a:ext>
              </a:extLst>
            </p:cNvPr>
            <p:cNvSpPr/>
            <p:nvPr/>
          </p:nvSpPr>
          <p:spPr>
            <a:xfrm>
              <a:off x="4995243" y="2862390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Rectangle 191">
              <a:extLst>
                <a:ext uri="{FF2B5EF4-FFF2-40B4-BE49-F238E27FC236}">
                  <a16:creationId xmlns:a16="http://schemas.microsoft.com/office/drawing/2014/main" id="{27FB353D-2038-0B9A-9ABA-8D4B0A90C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249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순위</a:t>
              </a: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D8FAF9DD-BD91-BAF5-FE7D-386D1245717C}"/>
                </a:ext>
              </a:extLst>
            </p:cNvPr>
            <p:cNvSpPr/>
            <p:nvPr/>
          </p:nvSpPr>
          <p:spPr>
            <a:xfrm>
              <a:off x="2936732" y="2862398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동매달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Rectangle 191">
              <a:extLst>
                <a:ext uri="{FF2B5EF4-FFF2-40B4-BE49-F238E27FC236}">
                  <a16:creationId xmlns:a16="http://schemas.microsoft.com/office/drawing/2014/main" id="{E704FD4C-2093-6085-C5A5-B5F23987C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796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25" name="Rectangle 191">
              <a:extLst>
                <a:ext uri="{FF2B5EF4-FFF2-40B4-BE49-F238E27FC236}">
                  <a16:creationId xmlns:a16="http://schemas.microsoft.com/office/drawing/2014/main" id="{E67CDA0B-A81E-9036-71A0-BBE828723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628" y="288053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대회규모</a:t>
              </a:r>
            </a:p>
          </p:txBody>
        </p:sp>
        <p:pic>
          <p:nvPicPr>
            <p:cNvPr id="161" name="Picture 13">
              <a:extLst>
                <a:ext uri="{FF2B5EF4-FFF2-40B4-BE49-F238E27FC236}">
                  <a16:creationId xmlns:a16="http://schemas.microsoft.com/office/drawing/2014/main" id="{AF8163AD-3D7F-21B6-51C1-CF188E8DE5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3135" y="2860748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A3AC5425-1391-F878-FD4F-C7710DAFB604}"/>
                </a:ext>
              </a:extLst>
            </p:cNvPr>
            <p:cNvSpPr/>
            <p:nvPr/>
          </p:nvSpPr>
          <p:spPr>
            <a:xfrm>
              <a:off x="2203245" y="2862398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국제</a:t>
              </a:r>
            </a:p>
          </p:txBody>
        </p:sp>
      </p:grp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1EFF8328-2D61-7BED-810D-088F6E9B15A1}"/>
              </a:ext>
            </a:extLst>
          </p:cNvPr>
          <p:cNvGrpSpPr/>
          <p:nvPr/>
        </p:nvGrpSpPr>
        <p:grpSpPr>
          <a:xfrm>
            <a:off x="1897456" y="3324166"/>
            <a:ext cx="2704513" cy="144016"/>
            <a:chOff x="1897884" y="2847629"/>
            <a:chExt cx="2704513" cy="144016"/>
          </a:xfrm>
        </p:grpSpPr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39643CC1-A34A-AB1F-ADE6-C33ED901FD71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A467BD25-9138-F6E4-6A77-BAF2B5D66725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66" name="직사각형 165">
              <a:extLst>
                <a:ext uri="{FF2B5EF4-FFF2-40B4-BE49-F238E27FC236}">
                  <a16:creationId xmlns:a16="http://schemas.microsoft.com/office/drawing/2014/main" id="{EE037A19-F134-AA6F-BAE4-08922F44F15A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B73A2DE0-5824-6743-DC82-C137EAB65EC1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6094B9D5-18DD-150B-1769-4762A6BF6656}"/>
              </a:ext>
            </a:extLst>
          </p:cNvPr>
          <p:cNvGrpSpPr/>
          <p:nvPr/>
        </p:nvGrpSpPr>
        <p:grpSpPr>
          <a:xfrm>
            <a:off x="1900611" y="4968199"/>
            <a:ext cx="2386963" cy="144016"/>
            <a:chOff x="1897884" y="4476806"/>
            <a:chExt cx="2386963" cy="144016"/>
          </a:xfrm>
        </p:grpSpPr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6723F846-4F0D-0638-C8CE-7327E459C5A5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55E1D692-672E-988D-80F1-973D0B278A36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040D2646-6A5D-9040-775D-994E3E1438BC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D50DE757-73C8-16EE-CF61-99ED617CD833}"/>
              </a:ext>
            </a:extLst>
          </p:cNvPr>
          <p:cNvSpPr/>
          <p:nvPr/>
        </p:nvSpPr>
        <p:spPr>
          <a:xfrm>
            <a:off x="668524" y="493219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2138CAA5-2331-AB3A-3616-D3FD7727D54C}"/>
              </a:ext>
            </a:extLst>
          </p:cNvPr>
          <p:cNvSpPr/>
          <p:nvPr/>
        </p:nvSpPr>
        <p:spPr>
          <a:xfrm>
            <a:off x="668524" y="329293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C6B5A55E-F80C-5D62-4868-A58870328FFC}"/>
              </a:ext>
            </a:extLst>
          </p:cNvPr>
          <p:cNvSpPr/>
          <p:nvPr/>
        </p:nvSpPr>
        <p:spPr>
          <a:xfrm>
            <a:off x="668524" y="282667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078854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8DF76F-02B0-39FB-0024-2B93A0D3B9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28EEA15-5E2A-2A21-602E-975952F145F7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98ADFF1-C7EC-120D-475E-C64CD38B8F2B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66F95CFA-AE17-BCA6-1AA9-51F85C4BE2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4399020"/>
              </p:ext>
            </p:extLst>
          </p:nvPr>
        </p:nvGraphicFramePr>
        <p:xfrm>
          <a:off x="6969418" y="2548005"/>
          <a:ext cx="2772114" cy="280369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입상실적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단체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상장사본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수상실적확인서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대회안내문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자격증사본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수상실적확인서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대회규모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 중 선택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순위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수상실적확인서 기반 순위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D8918A9-52CD-E704-BF1D-A93178F83A06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EEE0C8-D94D-CEAA-ECA7-52CB403E66AF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344FD1C-7F13-A058-E4C9-C82724A4C4D6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3D34942-2EC9-4F55-B3A9-31425B950B10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3E00ED3C-1BB4-0237-5F08-E1AA4B9AB7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8508335-8042-A722-AC54-FB79163EFA07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4D6E867-8930-EF31-C32C-0D1638F277DB}"/>
              </a:ext>
            </a:extLst>
          </p:cNvPr>
          <p:cNvSpPr/>
          <p:nvPr/>
        </p:nvSpPr>
        <p:spPr>
          <a:xfrm>
            <a:off x="6397011" y="5479150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95D9518-7B29-42C4-9966-0FCAE78BAA4E}"/>
              </a:ext>
            </a:extLst>
          </p:cNvPr>
          <p:cNvSpPr/>
          <p:nvPr/>
        </p:nvSpPr>
        <p:spPr>
          <a:xfrm>
            <a:off x="5936915" y="5479150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953732F-6FDD-D802-5933-C7EBA2DCA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7165574"/>
              </p:ext>
            </p:extLst>
          </p:nvPr>
        </p:nvGraphicFramePr>
        <p:xfrm>
          <a:off x="272480" y="1628800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상장사본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수상실적확인서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628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대회안내문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B8D5681E-718A-F9C6-3C29-BB665EC2B826}"/>
              </a:ext>
            </a:extLst>
          </p:cNvPr>
          <p:cNvSpPr/>
          <p:nvPr/>
        </p:nvSpPr>
        <p:spPr>
          <a:xfrm>
            <a:off x="1904260" y="354368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743772C-F9EB-C573-1845-3CDBCB3B8FBD}"/>
              </a:ext>
            </a:extLst>
          </p:cNvPr>
          <p:cNvSpPr/>
          <p:nvPr/>
        </p:nvSpPr>
        <p:spPr>
          <a:xfrm>
            <a:off x="3557258" y="354367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9493D92-8569-2562-67D8-D1577606F221}"/>
              </a:ext>
            </a:extLst>
          </p:cNvPr>
          <p:cNvSpPr/>
          <p:nvPr/>
        </p:nvSpPr>
        <p:spPr>
          <a:xfrm>
            <a:off x="1904260" y="377588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114FE9D-2E29-7C35-8F25-49B355DB5408}"/>
              </a:ext>
            </a:extLst>
          </p:cNvPr>
          <p:cNvSpPr/>
          <p:nvPr/>
        </p:nvSpPr>
        <p:spPr>
          <a:xfrm>
            <a:off x="3557258" y="377587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EA226F4-C8F4-53AF-2AAF-74E74F61EF90}"/>
              </a:ext>
            </a:extLst>
          </p:cNvPr>
          <p:cNvSpPr/>
          <p:nvPr/>
        </p:nvSpPr>
        <p:spPr>
          <a:xfrm>
            <a:off x="1904260" y="402020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9536B1C-2835-AF75-03FD-6913609A0986}"/>
              </a:ext>
            </a:extLst>
          </p:cNvPr>
          <p:cNvSpPr/>
          <p:nvPr/>
        </p:nvSpPr>
        <p:spPr>
          <a:xfrm>
            <a:off x="3557258" y="402019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2BFBDEE-FC99-1AC9-3776-AEF02370D722}"/>
              </a:ext>
            </a:extLst>
          </p:cNvPr>
          <p:cNvSpPr/>
          <p:nvPr/>
        </p:nvSpPr>
        <p:spPr>
          <a:xfrm>
            <a:off x="1904260" y="424976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46BA531-D376-2F6B-9063-5D1EBC135814}"/>
              </a:ext>
            </a:extLst>
          </p:cNvPr>
          <p:cNvSpPr/>
          <p:nvPr/>
        </p:nvSpPr>
        <p:spPr>
          <a:xfrm>
            <a:off x="3557258" y="424975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0DD4319-1569-BA0B-9223-FC0F25511F71}"/>
              </a:ext>
            </a:extLst>
          </p:cNvPr>
          <p:cNvSpPr/>
          <p:nvPr/>
        </p:nvSpPr>
        <p:spPr>
          <a:xfrm>
            <a:off x="1904260" y="449492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DE77CA6-D3B9-4301-7C86-09D0CE315D73}"/>
              </a:ext>
            </a:extLst>
          </p:cNvPr>
          <p:cNvSpPr/>
          <p:nvPr/>
        </p:nvSpPr>
        <p:spPr>
          <a:xfrm>
            <a:off x="3557258" y="449491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E9D95D5-FB6F-12F7-7D18-2FD205AFDC15}"/>
              </a:ext>
            </a:extLst>
          </p:cNvPr>
          <p:cNvSpPr/>
          <p:nvPr/>
        </p:nvSpPr>
        <p:spPr>
          <a:xfrm>
            <a:off x="1904260" y="472515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3ABE1B9-5459-9368-29F4-8A9B281ABCCA}"/>
              </a:ext>
            </a:extLst>
          </p:cNvPr>
          <p:cNvSpPr/>
          <p:nvPr/>
        </p:nvSpPr>
        <p:spPr>
          <a:xfrm>
            <a:off x="3557258" y="472514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12718CD-5492-0BF5-F340-DBE697637FA9}"/>
              </a:ext>
            </a:extLst>
          </p:cNvPr>
          <p:cNvGrpSpPr/>
          <p:nvPr/>
        </p:nvGrpSpPr>
        <p:grpSpPr>
          <a:xfrm>
            <a:off x="1939541" y="5209098"/>
            <a:ext cx="1105196" cy="128396"/>
            <a:chOff x="3438680" y="4305150"/>
            <a:chExt cx="1105196" cy="12839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9408065-A17D-D36A-B0FA-3FAABAFD4DB1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0" name="Picture 10">
              <a:extLst>
                <a:ext uri="{FF2B5EF4-FFF2-40B4-BE49-F238E27FC236}">
                  <a16:creationId xmlns:a16="http://schemas.microsoft.com/office/drawing/2014/main" id="{E5125BA7-FE3C-0C01-3A3E-96E6F5158A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F04995BF-4E98-4E69-4E59-9DD7148418E4}"/>
              </a:ext>
            </a:extLst>
          </p:cNvPr>
          <p:cNvGrpSpPr/>
          <p:nvPr/>
        </p:nvGrpSpPr>
        <p:grpSpPr>
          <a:xfrm>
            <a:off x="3125954" y="5209098"/>
            <a:ext cx="1105196" cy="128396"/>
            <a:chOff x="3438680" y="4305150"/>
            <a:chExt cx="1105196" cy="12839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3ED1B5F-1C95-9BE1-B12A-4E0BF2F81884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3" name="Picture 10">
              <a:extLst>
                <a:ext uri="{FF2B5EF4-FFF2-40B4-BE49-F238E27FC236}">
                  <a16:creationId xmlns:a16="http://schemas.microsoft.com/office/drawing/2014/main" id="{F2558488-4242-E752-6816-C5324978AA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CE767A8-5407-3BC9-7AE8-2B352FD5CA85}"/>
              </a:ext>
            </a:extLst>
          </p:cNvPr>
          <p:cNvSpPr/>
          <p:nvPr/>
        </p:nvSpPr>
        <p:spPr>
          <a:xfrm>
            <a:off x="3865768" y="354367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246E18-FC2D-E5D9-1C3D-0D6C03C3E3D6}"/>
              </a:ext>
            </a:extLst>
          </p:cNvPr>
          <p:cNvSpPr/>
          <p:nvPr/>
        </p:nvSpPr>
        <p:spPr>
          <a:xfrm>
            <a:off x="3865768" y="377471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DE54D76-F80A-C338-DE51-8A74466BA3C6}"/>
              </a:ext>
            </a:extLst>
          </p:cNvPr>
          <p:cNvSpPr/>
          <p:nvPr/>
        </p:nvSpPr>
        <p:spPr>
          <a:xfrm>
            <a:off x="3865768" y="402023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03898A5-6D03-1F2E-6BCC-973C3DFFC606}"/>
              </a:ext>
            </a:extLst>
          </p:cNvPr>
          <p:cNvSpPr/>
          <p:nvPr/>
        </p:nvSpPr>
        <p:spPr>
          <a:xfrm>
            <a:off x="3865768" y="424914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DE586ED-F8CB-453E-1579-F9626CAE37ED}"/>
              </a:ext>
            </a:extLst>
          </p:cNvPr>
          <p:cNvSpPr/>
          <p:nvPr/>
        </p:nvSpPr>
        <p:spPr>
          <a:xfrm>
            <a:off x="3865768" y="448901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F2AE14E-69E6-5D00-DA83-062ABF4C47E0}"/>
              </a:ext>
            </a:extLst>
          </p:cNvPr>
          <p:cNvSpPr/>
          <p:nvPr/>
        </p:nvSpPr>
        <p:spPr>
          <a:xfrm>
            <a:off x="3865768" y="472701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732DEEB6-759E-9F37-5C51-809AD8501C96}"/>
              </a:ext>
            </a:extLst>
          </p:cNvPr>
          <p:cNvGrpSpPr/>
          <p:nvPr/>
        </p:nvGrpSpPr>
        <p:grpSpPr>
          <a:xfrm>
            <a:off x="3429010" y="2378109"/>
            <a:ext cx="505750" cy="144462"/>
            <a:chOff x="2716253" y="2405617"/>
            <a:chExt cx="505750" cy="144462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5DEAA197-517B-DBD9-98F1-2BDE86EB8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60" name="개체 59">
              <a:extLst>
                <a:ext uri="{FF2B5EF4-FFF2-40B4-BE49-F238E27FC236}">
                  <a16:creationId xmlns:a16="http://schemas.microsoft.com/office/drawing/2014/main" id="{67ED157C-D248-281E-2BDE-B27305A0B0B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07" name="개체 106">
                          <a:extLst>
                            <a:ext uri="{FF2B5EF4-FFF2-40B4-BE49-F238E27FC236}">
                              <a16:creationId xmlns:a16="http://schemas.microsoft.com/office/drawing/2014/main" id="{D24E8139-6448-B533-10BA-FC0C59797B7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D5E25BB7-C0D9-8592-859D-FACDB266B8DD}"/>
              </a:ext>
            </a:extLst>
          </p:cNvPr>
          <p:cNvGrpSpPr/>
          <p:nvPr/>
        </p:nvGrpSpPr>
        <p:grpSpPr>
          <a:xfrm>
            <a:off x="4006768" y="2378109"/>
            <a:ext cx="326213" cy="144462"/>
            <a:chOff x="2716253" y="2405617"/>
            <a:chExt cx="326213" cy="144462"/>
          </a:xfrm>
        </p:grpSpPr>
        <p:sp>
          <p:nvSpPr>
            <p:cNvPr id="62" name="Rectangle 191">
              <a:extLst>
                <a:ext uri="{FF2B5EF4-FFF2-40B4-BE49-F238E27FC236}">
                  <a16:creationId xmlns:a16="http://schemas.microsoft.com/office/drawing/2014/main" id="{F3FFE272-0438-AA6E-41C5-0D1D558A4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63" name="개체 62">
              <a:extLst>
                <a:ext uri="{FF2B5EF4-FFF2-40B4-BE49-F238E27FC236}">
                  <a16:creationId xmlns:a16="http://schemas.microsoft.com/office/drawing/2014/main" id="{DE2F2FF0-F261-5A7A-07AB-B29610790F2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10" name="개체 109">
                          <a:extLst>
                            <a:ext uri="{FF2B5EF4-FFF2-40B4-BE49-F238E27FC236}">
                              <a16:creationId xmlns:a16="http://schemas.microsoft.com/office/drawing/2014/main" id="{913E270B-3FA4-AAC2-7580-34CE3BFA328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4" name="Rectangle 191">
            <a:extLst>
              <a:ext uri="{FF2B5EF4-FFF2-40B4-BE49-F238E27FC236}">
                <a16:creationId xmlns:a16="http://schemas.microsoft.com/office/drawing/2014/main" id="{AA65F043-6858-4B3D-F734-0B09532A9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396479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DB5938F1-7106-0EC8-ADFE-836C6E85B802}"/>
              </a:ext>
            </a:extLst>
          </p:cNvPr>
          <p:cNvGrpSpPr/>
          <p:nvPr/>
        </p:nvGrpSpPr>
        <p:grpSpPr>
          <a:xfrm>
            <a:off x="2645151" y="2378109"/>
            <a:ext cx="318262" cy="144462"/>
            <a:chOff x="2716253" y="2405617"/>
            <a:chExt cx="318262" cy="144462"/>
          </a:xfrm>
        </p:grpSpPr>
        <p:sp>
          <p:nvSpPr>
            <p:cNvPr id="66" name="Rectangle 191">
              <a:extLst>
                <a:ext uri="{FF2B5EF4-FFF2-40B4-BE49-F238E27FC236}">
                  <a16:creationId xmlns:a16="http://schemas.microsoft.com/office/drawing/2014/main" id="{C4979ECE-F5B8-23EF-BFDF-B9AAB4B33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67" name="개체 66">
              <a:extLst>
                <a:ext uri="{FF2B5EF4-FFF2-40B4-BE49-F238E27FC236}">
                  <a16:creationId xmlns:a16="http://schemas.microsoft.com/office/drawing/2014/main" id="{2C95309F-F6AA-E9F0-09EA-4895B635141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14" name="개체 113">
                          <a:extLst>
                            <a:ext uri="{FF2B5EF4-FFF2-40B4-BE49-F238E27FC236}">
                              <a16:creationId xmlns:a16="http://schemas.microsoft.com/office/drawing/2014/main" id="{AD0F6E85-5B6A-25D1-2C9B-BFF893876E6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2FEDDF07-912D-95D8-4855-3B26BCE814AC}"/>
              </a:ext>
            </a:extLst>
          </p:cNvPr>
          <p:cNvGrpSpPr/>
          <p:nvPr/>
        </p:nvGrpSpPr>
        <p:grpSpPr>
          <a:xfrm>
            <a:off x="2306629" y="2378109"/>
            <a:ext cx="318262" cy="144462"/>
            <a:chOff x="2716253" y="2405617"/>
            <a:chExt cx="318262" cy="144462"/>
          </a:xfrm>
        </p:grpSpPr>
        <p:sp>
          <p:nvSpPr>
            <p:cNvPr id="118" name="Rectangle 191">
              <a:extLst>
                <a:ext uri="{FF2B5EF4-FFF2-40B4-BE49-F238E27FC236}">
                  <a16:creationId xmlns:a16="http://schemas.microsoft.com/office/drawing/2014/main" id="{A88024B6-CC36-5623-91F8-F04370DAF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119" name="개체 118">
              <a:extLst>
                <a:ext uri="{FF2B5EF4-FFF2-40B4-BE49-F238E27FC236}">
                  <a16:creationId xmlns:a16="http://schemas.microsoft.com/office/drawing/2014/main" id="{9BD77647-C57C-36FC-F8DF-44C9B171A1B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17" name="개체 116">
                          <a:extLst>
                            <a:ext uri="{FF2B5EF4-FFF2-40B4-BE49-F238E27FC236}">
                              <a16:creationId xmlns:a16="http://schemas.microsoft.com/office/drawing/2014/main" id="{CB7BA1AE-2F85-5A2F-C961-BFF6FF92F02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FE44DA7A-81DC-2446-B3A3-48732E9F8CE0}"/>
              </a:ext>
            </a:extLst>
          </p:cNvPr>
          <p:cNvGrpSpPr/>
          <p:nvPr/>
        </p:nvGrpSpPr>
        <p:grpSpPr>
          <a:xfrm>
            <a:off x="2980970" y="2378109"/>
            <a:ext cx="318262" cy="144462"/>
            <a:chOff x="2716253" y="2405617"/>
            <a:chExt cx="318262" cy="144462"/>
          </a:xfrm>
        </p:grpSpPr>
        <p:sp>
          <p:nvSpPr>
            <p:cNvPr id="121" name="Rectangle 191">
              <a:extLst>
                <a:ext uri="{FF2B5EF4-FFF2-40B4-BE49-F238E27FC236}">
                  <a16:creationId xmlns:a16="http://schemas.microsoft.com/office/drawing/2014/main" id="{FE3294DF-1FFA-CB17-3165-8E7CDD096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122" name="개체 121">
              <a:extLst>
                <a:ext uri="{FF2B5EF4-FFF2-40B4-BE49-F238E27FC236}">
                  <a16:creationId xmlns:a16="http://schemas.microsoft.com/office/drawing/2014/main" id="{AADFB9A6-4771-5AF6-A7EA-2A85296736A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20" name="개체 119">
                          <a:extLst>
                            <a:ext uri="{FF2B5EF4-FFF2-40B4-BE49-F238E27FC236}">
                              <a16:creationId xmlns:a16="http://schemas.microsoft.com/office/drawing/2014/main" id="{F0FB56AA-19F8-F014-C437-11C044281641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23" name="개체 122">
            <a:extLst>
              <a:ext uri="{FF2B5EF4-FFF2-40B4-BE49-F238E27FC236}">
                <a16:creationId xmlns:a16="http://schemas.microsoft.com/office/drawing/2014/main" id="{A127C5A4-E359-82B6-D1A8-A7A71C9DF54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32531888"/>
              </p:ext>
            </p:extLst>
          </p:nvPr>
        </p:nvGraphicFramePr>
        <p:xfrm>
          <a:off x="2647976" y="2378109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121" name="개체 120">
                        <a:extLst>
                          <a:ext uri="{FF2B5EF4-FFF2-40B4-BE49-F238E27FC236}">
                            <a16:creationId xmlns:a16="http://schemas.microsoft.com/office/drawing/2014/main" id="{6BF90E54-1992-BB94-E2EB-1D0CE1B3E09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47976" y="2378109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01DF518E-1604-5F33-B776-8FCF33D2102D}"/>
              </a:ext>
            </a:extLst>
          </p:cNvPr>
          <p:cNvSpPr/>
          <p:nvPr/>
        </p:nvSpPr>
        <p:spPr>
          <a:xfrm>
            <a:off x="1904260" y="261054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BEBBC9EB-949B-0C8D-0F57-0D3C841CB664}"/>
              </a:ext>
            </a:extLst>
          </p:cNvPr>
          <p:cNvSpPr/>
          <p:nvPr/>
        </p:nvSpPr>
        <p:spPr>
          <a:xfrm>
            <a:off x="3557258" y="261053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7650541D-49EB-2ECC-C3A8-B9E1E26C0CCF}"/>
              </a:ext>
            </a:extLst>
          </p:cNvPr>
          <p:cNvSpPr/>
          <p:nvPr/>
        </p:nvSpPr>
        <p:spPr>
          <a:xfrm>
            <a:off x="3865768" y="26105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58C26ED-730C-7E46-B7D9-29900BE078B7}"/>
              </a:ext>
            </a:extLst>
          </p:cNvPr>
          <p:cNvSpPr/>
          <p:nvPr/>
        </p:nvSpPr>
        <p:spPr>
          <a:xfrm>
            <a:off x="1904260" y="308121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대회안내문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30E1BB06-6C9F-5BD6-9B29-8A7E27D59305}"/>
              </a:ext>
            </a:extLst>
          </p:cNvPr>
          <p:cNvSpPr/>
          <p:nvPr/>
        </p:nvSpPr>
        <p:spPr>
          <a:xfrm>
            <a:off x="3557258" y="308120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04FBCF59-2DF7-777C-2C1C-27F2489601A9}"/>
              </a:ext>
            </a:extLst>
          </p:cNvPr>
          <p:cNvSpPr/>
          <p:nvPr/>
        </p:nvSpPr>
        <p:spPr>
          <a:xfrm>
            <a:off x="3865768" y="308120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851C49CE-0931-0F17-792A-FADD3BF93F39}"/>
              </a:ext>
            </a:extLst>
          </p:cNvPr>
          <p:cNvSpPr>
            <a:spLocks noChangeAspect="1"/>
          </p:cNvSpPr>
          <p:nvPr/>
        </p:nvSpPr>
        <p:spPr>
          <a:xfrm>
            <a:off x="2808678" y="220486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50A9B63F-1603-67CC-4846-E5C67EEA1203}"/>
              </a:ext>
            </a:extLst>
          </p:cNvPr>
          <p:cNvSpPr>
            <a:spLocks noChangeAspect="1"/>
          </p:cNvSpPr>
          <p:nvPr/>
        </p:nvSpPr>
        <p:spPr>
          <a:xfrm>
            <a:off x="512127" y="26088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792AF95C-ADE7-78DC-083A-F17531745AF9}"/>
              </a:ext>
            </a:extLst>
          </p:cNvPr>
          <p:cNvSpPr>
            <a:spLocks noChangeAspect="1"/>
          </p:cNvSpPr>
          <p:nvPr/>
        </p:nvSpPr>
        <p:spPr>
          <a:xfrm>
            <a:off x="512127" y="284500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9565F55B-1B5A-C722-DB8B-41074394DEDF}"/>
              </a:ext>
            </a:extLst>
          </p:cNvPr>
          <p:cNvSpPr>
            <a:spLocks noChangeAspect="1"/>
          </p:cNvSpPr>
          <p:nvPr/>
        </p:nvSpPr>
        <p:spPr>
          <a:xfrm>
            <a:off x="512127" y="308114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918A1B61-A2BD-578A-9407-FFAAC71780A1}"/>
              </a:ext>
            </a:extLst>
          </p:cNvPr>
          <p:cNvSpPr>
            <a:spLocks noChangeAspect="1"/>
          </p:cNvSpPr>
          <p:nvPr/>
        </p:nvSpPr>
        <p:spPr>
          <a:xfrm>
            <a:off x="512127" y="332600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D3943C5D-0D02-27CE-A623-C55D7FAE812B}"/>
              </a:ext>
            </a:extLst>
          </p:cNvPr>
          <p:cNvGrpSpPr/>
          <p:nvPr/>
        </p:nvGrpSpPr>
        <p:grpSpPr>
          <a:xfrm>
            <a:off x="1902104" y="2844846"/>
            <a:ext cx="3434789" cy="147301"/>
            <a:chOff x="1824628" y="2860748"/>
            <a:chExt cx="3434789" cy="147301"/>
          </a:xfrm>
        </p:grpSpPr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BE440813-E628-14B4-A84C-B420EE659695}"/>
                </a:ext>
              </a:extLst>
            </p:cNvPr>
            <p:cNvSpPr/>
            <p:nvPr/>
          </p:nvSpPr>
          <p:spPr>
            <a:xfrm>
              <a:off x="3561076" y="2862398"/>
              <a:ext cx="1106482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수상실적확인서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8CBEBAB5-EEBD-275A-5886-D0383097B879}"/>
                </a:ext>
              </a:extLst>
            </p:cNvPr>
            <p:cNvSpPr/>
            <p:nvPr/>
          </p:nvSpPr>
          <p:spPr>
            <a:xfrm>
              <a:off x="4686733" y="2862390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BB6EBD3E-ADF1-9558-7132-C42ECF07EBC5}"/>
                </a:ext>
              </a:extLst>
            </p:cNvPr>
            <p:cNvSpPr/>
            <p:nvPr/>
          </p:nvSpPr>
          <p:spPr>
            <a:xfrm>
              <a:off x="4995243" y="2862390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9" name="Rectangle 191">
              <a:extLst>
                <a:ext uri="{FF2B5EF4-FFF2-40B4-BE49-F238E27FC236}">
                  <a16:creationId xmlns:a16="http://schemas.microsoft.com/office/drawing/2014/main" id="{54E05886-C2D1-828F-DDE4-BF7A1120A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249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순위</a:t>
              </a: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8F6AD495-C967-3A7A-EB2A-B4C1AACB0F42}"/>
                </a:ext>
              </a:extLst>
            </p:cNvPr>
            <p:cNvSpPr/>
            <p:nvPr/>
          </p:nvSpPr>
          <p:spPr>
            <a:xfrm>
              <a:off x="2936732" y="2862398"/>
              <a:ext cx="36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동매달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1" name="Rectangle 191">
              <a:extLst>
                <a:ext uri="{FF2B5EF4-FFF2-40B4-BE49-F238E27FC236}">
                  <a16:creationId xmlns:a16="http://schemas.microsoft.com/office/drawing/2014/main" id="{8D427C0E-F306-D0B7-5F99-C1043DAEF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796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142" name="Rectangle 191">
              <a:extLst>
                <a:ext uri="{FF2B5EF4-FFF2-40B4-BE49-F238E27FC236}">
                  <a16:creationId xmlns:a16="http://schemas.microsoft.com/office/drawing/2014/main" id="{35FC4A95-3F72-AE34-1C10-C830F7096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628" y="288053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대회규모</a:t>
              </a:r>
            </a:p>
          </p:txBody>
        </p:sp>
        <p:pic>
          <p:nvPicPr>
            <p:cNvPr id="143" name="Picture 13">
              <a:extLst>
                <a:ext uri="{FF2B5EF4-FFF2-40B4-BE49-F238E27FC236}">
                  <a16:creationId xmlns:a16="http://schemas.microsoft.com/office/drawing/2014/main" id="{4381F8BD-A823-7040-646C-D275FF0A9E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3135" y="2860748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7AE5FB52-7DB7-B649-3FBB-88BFB9F27DB5}"/>
                </a:ext>
              </a:extLst>
            </p:cNvPr>
            <p:cNvSpPr/>
            <p:nvPr/>
          </p:nvSpPr>
          <p:spPr>
            <a:xfrm>
              <a:off x="2203245" y="2862398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국제</a:t>
              </a:r>
            </a:p>
          </p:txBody>
        </p:sp>
      </p:grp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99395C71-B660-CC63-F317-03946FCEAF8B}"/>
              </a:ext>
            </a:extLst>
          </p:cNvPr>
          <p:cNvGrpSpPr/>
          <p:nvPr/>
        </p:nvGrpSpPr>
        <p:grpSpPr>
          <a:xfrm>
            <a:off x="1897456" y="3313037"/>
            <a:ext cx="2704513" cy="144016"/>
            <a:chOff x="1897884" y="2847629"/>
            <a:chExt cx="2704513" cy="144016"/>
          </a:xfrm>
        </p:grpSpPr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A888FE10-7D22-79B8-91D2-2FBB8AC6C00B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8BFAB2D7-B2B2-A54F-42E9-98B6E309149F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FA1F0688-FF3E-15B9-B1D1-A2A8DD4D038A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29391B38-3418-3880-6ED4-83340216FD22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A54F5EBE-1256-494E-4727-49D096B18690}"/>
              </a:ext>
            </a:extLst>
          </p:cNvPr>
          <p:cNvGrpSpPr/>
          <p:nvPr/>
        </p:nvGrpSpPr>
        <p:grpSpPr>
          <a:xfrm>
            <a:off x="1900611" y="4957070"/>
            <a:ext cx="2386963" cy="144016"/>
            <a:chOff x="1897884" y="4476806"/>
            <a:chExt cx="2386963" cy="144016"/>
          </a:xfrm>
        </p:grpSpPr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0DB4CDCA-2E73-3498-7ACC-87AEC9C77D60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3B55B193-28D7-2737-7C59-44FE4BC35733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59B39BBE-8C01-E611-CE24-071A76C0EFAD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E7307B30-4892-606E-F35C-C3D2E8FCE941}"/>
              </a:ext>
            </a:extLst>
          </p:cNvPr>
          <p:cNvSpPr/>
          <p:nvPr/>
        </p:nvSpPr>
        <p:spPr>
          <a:xfrm>
            <a:off x="668524" y="492106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94047FB6-9BC6-EA7D-3625-49DEE3D54FF8}"/>
              </a:ext>
            </a:extLst>
          </p:cNvPr>
          <p:cNvSpPr>
            <a:spLocks noChangeAspect="1"/>
          </p:cNvSpPr>
          <p:nvPr/>
        </p:nvSpPr>
        <p:spPr>
          <a:xfrm>
            <a:off x="512127" y="496127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397EA4BD-355C-BFF7-FB72-72A69DEBB045}"/>
              </a:ext>
            </a:extLst>
          </p:cNvPr>
          <p:cNvSpPr/>
          <p:nvPr/>
        </p:nvSpPr>
        <p:spPr>
          <a:xfrm>
            <a:off x="668524" y="3261018"/>
            <a:ext cx="6121214" cy="246332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069AC5EE-C98A-3BBF-F5E2-E466FBDA3BD6}"/>
              </a:ext>
            </a:extLst>
          </p:cNvPr>
          <p:cNvSpPr>
            <a:spLocks noChangeAspect="1"/>
          </p:cNvSpPr>
          <p:nvPr/>
        </p:nvSpPr>
        <p:spPr>
          <a:xfrm>
            <a:off x="512127" y="354736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42E10CA-0B08-7B34-0B9B-E657F4A7FE13}"/>
              </a:ext>
            </a:extLst>
          </p:cNvPr>
          <p:cNvSpPr/>
          <p:nvPr/>
        </p:nvSpPr>
        <p:spPr>
          <a:xfrm>
            <a:off x="668524" y="280942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491411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9081C-8D42-6207-5AD9-2EBB915297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B8A91E6-0E62-F80C-CE59-589216BDEB29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7044E35-D886-B12E-B1A5-5B7D399C9D58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CF0651C5-3256-338F-8A6B-B5ED1841B2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185018"/>
              </p:ext>
            </p:extLst>
          </p:nvPr>
        </p:nvGraphicFramePr>
        <p:xfrm>
          <a:off x="6969418" y="2548005"/>
          <a:ext cx="2772114" cy="25649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입상실적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상장사본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대회안내문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자격증사본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자격증사본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자격내용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자격내용 선택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00B9C5A-989A-060F-68BF-71AE4B730A65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4C2F16-3CC5-7DE2-8C1E-085BCF3335A4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11AE908-B394-221D-8227-70F916AABDD7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419E1E2-9F1E-8D2F-F980-8934D09F7868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CE8DAFAD-BF75-374B-CC70-9065845823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30F132-F4BA-C8B5-D109-B5F71503A289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8010C1-A90D-2603-F75E-A185944A952C}"/>
              </a:ext>
            </a:extLst>
          </p:cNvPr>
          <p:cNvSpPr/>
          <p:nvPr/>
        </p:nvSpPr>
        <p:spPr>
          <a:xfrm>
            <a:off x="6397011" y="548700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7987C298-63F1-0287-2314-2316EF8E2E7E}"/>
              </a:ext>
            </a:extLst>
          </p:cNvPr>
          <p:cNvSpPr/>
          <p:nvPr/>
        </p:nvSpPr>
        <p:spPr>
          <a:xfrm>
            <a:off x="5936915" y="548700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CFFBBB9-9D4B-0EF2-E042-5599107679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0769808"/>
              </p:ext>
            </p:extLst>
          </p:nvPr>
        </p:nvGraphicFramePr>
        <p:xfrm>
          <a:off x="272480" y="1628800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상장사본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대회안내문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자격증사본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331317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898B5B-13F2-E631-4516-F1ED38F61FDF}"/>
              </a:ext>
            </a:extLst>
          </p:cNvPr>
          <p:cNvSpPr/>
          <p:nvPr/>
        </p:nvSpPr>
        <p:spPr>
          <a:xfrm>
            <a:off x="1904260" y="35515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704AB3B-2816-88B5-AD19-8D5AB2D5A86B}"/>
              </a:ext>
            </a:extLst>
          </p:cNvPr>
          <p:cNvSpPr/>
          <p:nvPr/>
        </p:nvSpPr>
        <p:spPr>
          <a:xfrm>
            <a:off x="3557258" y="355153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97D6305-065A-01FE-9FE7-0611AF65265F}"/>
              </a:ext>
            </a:extLst>
          </p:cNvPr>
          <p:cNvSpPr/>
          <p:nvPr/>
        </p:nvSpPr>
        <p:spPr>
          <a:xfrm>
            <a:off x="1904260" y="378373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F190C3F-C506-0AC2-9EF8-49ADBDCE7079}"/>
              </a:ext>
            </a:extLst>
          </p:cNvPr>
          <p:cNvSpPr/>
          <p:nvPr/>
        </p:nvSpPr>
        <p:spPr>
          <a:xfrm>
            <a:off x="3557258" y="378373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821A12F-7890-1043-6A53-7B653D1889F2}"/>
              </a:ext>
            </a:extLst>
          </p:cNvPr>
          <p:cNvSpPr/>
          <p:nvPr/>
        </p:nvSpPr>
        <p:spPr>
          <a:xfrm>
            <a:off x="1904260" y="40360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1F4EA28-F7C3-1BB0-6EE0-61BE752D83AC}"/>
              </a:ext>
            </a:extLst>
          </p:cNvPr>
          <p:cNvSpPr/>
          <p:nvPr/>
        </p:nvSpPr>
        <p:spPr>
          <a:xfrm>
            <a:off x="3557258" y="40360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4E6E158-1688-131B-0E19-30F7EA961D82}"/>
              </a:ext>
            </a:extLst>
          </p:cNvPr>
          <p:cNvSpPr/>
          <p:nvPr/>
        </p:nvSpPr>
        <p:spPr>
          <a:xfrm>
            <a:off x="1904260" y="426137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E917BE9-853A-70D6-1684-53C082A7E700}"/>
              </a:ext>
            </a:extLst>
          </p:cNvPr>
          <p:cNvSpPr/>
          <p:nvPr/>
        </p:nvSpPr>
        <p:spPr>
          <a:xfrm>
            <a:off x="3557258" y="426136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F00608C-8FA3-3E37-5044-3E1B9AC2BECF}"/>
              </a:ext>
            </a:extLst>
          </p:cNvPr>
          <p:cNvSpPr/>
          <p:nvPr/>
        </p:nvSpPr>
        <p:spPr>
          <a:xfrm>
            <a:off x="1904260" y="449482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355F026-A847-AFCD-C952-FAFE7630D2DB}"/>
              </a:ext>
            </a:extLst>
          </p:cNvPr>
          <p:cNvSpPr/>
          <p:nvPr/>
        </p:nvSpPr>
        <p:spPr>
          <a:xfrm>
            <a:off x="3557258" y="449482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76FC8E9-3D1E-11CE-97F5-F2E9DA69B802}"/>
              </a:ext>
            </a:extLst>
          </p:cNvPr>
          <p:cNvSpPr/>
          <p:nvPr/>
        </p:nvSpPr>
        <p:spPr>
          <a:xfrm>
            <a:off x="1904260" y="47288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DB185EE-7FA8-FE04-6EFB-A900BDF404A9}"/>
              </a:ext>
            </a:extLst>
          </p:cNvPr>
          <p:cNvSpPr/>
          <p:nvPr/>
        </p:nvSpPr>
        <p:spPr>
          <a:xfrm>
            <a:off x="3557258" y="47288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843CE075-A7FD-1F65-BDA3-FFF0492AB2D9}"/>
              </a:ext>
            </a:extLst>
          </p:cNvPr>
          <p:cNvGrpSpPr/>
          <p:nvPr/>
        </p:nvGrpSpPr>
        <p:grpSpPr>
          <a:xfrm>
            <a:off x="1939541" y="5216956"/>
            <a:ext cx="1105196" cy="128396"/>
            <a:chOff x="3438680" y="4305150"/>
            <a:chExt cx="1105196" cy="12839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60A884B-33BF-BEC0-32F2-94ED7F72309B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0" name="Picture 10">
              <a:extLst>
                <a:ext uri="{FF2B5EF4-FFF2-40B4-BE49-F238E27FC236}">
                  <a16:creationId xmlns:a16="http://schemas.microsoft.com/office/drawing/2014/main" id="{0804307E-D723-5D47-6710-A426E0DBBC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0AAB150F-5B7A-B2D4-5B18-2124F10B8900}"/>
              </a:ext>
            </a:extLst>
          </p:cNvPr>
          <p:cNvGrpSpPr/>
          <p:nvPr/>
        </p:nvGrpSpPr>
        <p:grpSpPr>
          <a:xfrm>
            <a:off x="3125954" y="5216956"/>
            <a:ext cx="1105196" cy="128396"/>
            <a:chOff x="3438680" y="4305150"/>
            <a:chExt cx="1105196" cy="12839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2C6F040-BAC9-869D-765B-1E95A37B06D1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3" name="Picture 10">
              <a:extLst>
                <a:ext uri="{FF2B5EF4-FFF2-40B4-BE49-F238E27FC236}">
                  <a16:creationId xmlns:a16="http://schemas.microsoft.com/office/drawing/2014/main" id="{76FC30DC-C21E-42C3-80CC-56F63276A5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DD4150D-613C-EC2E-6BF5-89FFE33C0733}"/>
              </a:ext>
            </a:extLst>
          </p:cNvPr>
          <p:cNvSpPr/>
          <p:nvPr/>
        </p:nvSpPr>
        <p:spPr>
          <a:xfrm>
            <a:off x="3865768" y="355153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FAFE28-4635-1590-A7B7-97CEE95696D1}"/>
              </a:ext>
            </a:extLst>
          </p:cNvPr>
          <p:cNvSpPr/>
          <p:nvPr/>
        </p:nvSpPr>
        <p:spPr>
          <a:xfrm>
            <a:off x="3865768" y="37825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ED6E50-D55F-4AC2-D900-BF535AB2708C}"/>
              </a:ext>
            </a:extLst>
          </p:cNvPr>
          <p:cNvSpPr/>
          <p:nvPr/>
        </p:nvSpPr>
        <p:spPr>
          <a:xfrm>
            <a:off x="3865768" y="403604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5E18FB8-FD36-A765-02A0-61C8FE8C301F}"/>
              </a:ext>
            </a:extLst>
          </p:cNvPr>
          <p:cNvSpPr/>
          <p:nvPr/>
        </p:nvSpPr>
        <p:spPr>
          <a:xfrm>
            <a:off x="3865768" y="426075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B0C14FF-16BF-CC32-EDD5-4A3CC3A9A72E}"/>
              </a:ext>
            </a:extLst>
          </p:cNvPr>
          <p:cNvSpPr/>
          <p:nvPr/>
        </p:nvSpPr>
        <p:spPr>
          <a:xfrm>
            <a:off x="3865768" y="448892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BF7C148-7046-0376-9FC8-AF10F6A5B138}"/>
              </a:ext>
            </a:extLst>
          </p:cNvPr>
          <p:cNvSpPr/>
          <p:nvPr/>
        </p:nvSpPr>
        <p:spPr>
          <a:xfrm>
            <a:off x="3865768" y="47306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DAB1A24-F476-B116-385C-81B96ED65686}"/>
              </a:ext>
            </a:extLst>
          </p:cNvPr>
          <p:cNvGrpSpPr/>
          <p:nvPr/>
        </p:nvGrpSpPr>
        <p:grpSpPr>
          <a:xfrm>
            <a:off x="3429010" y="2378109"/>
            <a:ext cx="505750" cy="144462"/>
            <a:chOff x="2716253" y="2405617"/>
            <a:chExt cx="505750" cy="144462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A391A9DF-3B17-7076-EE52-A0E5A127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60" name="개체 59">
              <a:extLst>
                <a:ext uri="{FF2B5EF4-FFF2-40B4-BE49-F238E27FC236}">
                  <a16:creationId xmlns:a16="http://schemas.microsoft.com/office/drawing/2014/main" id="{FDE84AB7-2A04-6A49-9F29-201C81A4BD6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68" name="개체 167">
                          <a:extLst>
                            <a:ext uri="{FF2B5EF4-FFF2-40B4-BE49-F238E27FC236}">
                              <a16:creationId xmlns:a16="http://schemas.microsoft.com/office/drawing/2014/main" id="{730A70B3-3F0F-FDC6-3556-49E43F64F8B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8976C860-1CC3-9BC3-C761-ADEBEE76A007}"/>
              </a:ext>
            </a:extLst>
          </p:cNvPr>
          <p:cNvGrpSpPr/>
          <p:nvPr/>
        </p:nvGrpSpPr>
        <p:grpSpPr>
          <a:xfrm>
            <a:off x="4006768" y="2378109"/>
            <a:ext cx="326213" cy="144462"/>
            <a:chOff x="2716253" y="2405617"/>
            <a:chExt cx="326213" cy="144462"/>
          </a:xfrm>
        </p:grpSpPr>
        <p:sp>
          <p:nvSpPr>
            <p:cNvPr id="62" name="Rectangle 191">
              <a:extLst>
                <a:ext uri="{FF2B5EF4-FFF2-40B4-BE49-F238E27FC236}">
                  <a16:creationId xmlns:a16="http://schemas.microsoft.com/office/drawing/2014/main" id="{824C346F-72B0-3FD0-C3BD-87B739830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63" name="개체 62">
              <a:extLst>
                <a:ext uri="{FF2B5EF4-FFF2-40B4-BE49-F238E27FC236}">
                  <a16:creationId xmlns:a16="http://schemas.microsoft.com/office/drawing/2014/main" id="{ABF74D26-B52D-342F-6E17-10CB759FF8E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71" name="개체 170">
                          <a:extLst>
                            <a:ext uri="{FF2B5EF4-FFF2-40B4-BE49-F238E27FC236}">
                              <a16:creationId xmlns:a16="http://schemas.microsoft.com/office/drawing/2014/main" id="{A649E7C2-515F-CC74-EDAB-7041EE63BCF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4" name="Rectangle 191">
            <a:extLst>
              <a:ext uri="{FF2B5EF4-FFF2-40B4-BE49-F238E27FC236}">
                <a16:creationId xmlns:a16="http://schemas.microsoft.com/office/drawing/2014/main" id="{703071A6-4A47-1D70-5F74-7A63EE3C6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396479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10FDB01D-2DF8-7B31-6191-172B5B0688A6}"/>
              </a:ext>
            </a:extLst>
          </p:cNvPr>
          <p:cNvGrpSpPr/>
          <p:nvPr/>
        </p:nvGrpSpPr>
        <p:grpSpPr>
          <a:xfrm>
            <a:off x="2645151" y="2378109"/>
            <a:ext cx="318262" cy="144462"/>
            <a:chOff x="2716253" y="2405617"/>
            <a:chExt cx="318262" cy="144462"/>
          </a:xfrm>
        </p:grpSpPr>
        <p:sp>
          <p:nvSpPr>
            <p:cNvPr id="66" name="Rectangle 191">
              <a:extLst>
                <a:ext uri="{FF2B5EF4-FFF2-40B4-BE49-F238E27FC236}">
                  <a16:creationId xmlns:a16="http://schemas.microsoft.com/office/drawing/2014/main" id="{A2D8C198-676E-42F9-10B2-DD5A5F620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67" name="개체 66">
              <a:extLst>
                <a:ext uri="{FF2B5EF4-FFF2-40B4-BE49-F238E27FC236}">
                  <a16:creationId xmlns:a16="http://schemas.microsoft.com/office/drawing/2014/main" id="{10736521-B00D-2E4B-CC03-4053625FDEC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75" name="개체 174">
                          <a:extLst>
                            <a:ext uri="{FF2B5EF4-FFF2-40B4-BE49-F238E27FC236}">
                              <a16:creationId xmlns:a16="http://schemas.microsoft.com/office/drawing/2014/main" id="{AE2DD30C-A9DD-CE95-4A3D-CC45F23B16B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C6FF3451-5B14-900B-F598-FCA357F19961}"/>
              </a:ext>
            </a:extLst>
          </p:cNvPr>
          <p:cNvGrpSpPr/>
          <p:nvPr/>
        </p:nvGrpSpPr>
        <p:grpSpPr>
          <a:xfrm>
            <a:off x="2306629" y="2378109"/>
            <a:ext cx="318262" cy="144462"/>
            <a:chOff x="2716253" y="2405617"/>
            <a:chExt cx="318262" cy="144462"/>
          </a:xfrm>
        </p:grpSpPr>
        <p:sp>
          <p:nvSpPr>
            <p:cNvPr id="116" name="Rectangle 191">
              <a:extLst>
                <a:ext uri="{FF2B5EF4-FFF2-40B4-BE49-F238E27FC236}">
                  <a16:creationId xmlns:a16="http://schemas.microsoft.com/office/drawing/2014/main" id="{B8A59E3C-3146-D3C6-0225-590533792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117" name="개체 116">
              <a:extLst>
                <a:ext uri="{FF2B5EF4-FFF2-40B4-BE49-F238E27FC236}">
                  <a16:creationId xmlns:a16="http://schemas.microsoft.com/office/drawing/2014/main" id="{7D84475E-5D58-487A-99C6-81841542EFC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78" name="개체 177">
                          <a:extLst>
                            <a:ext uri="{FF2B5EF4-FFF2-40B4-BE49-F238E27FC236}">
                              <a16:creationId xmlns:a16="http://schemas.microsoft.com/office/drawing/2014/main" id="{7A97A201-2A25-1CD5-F4DD-D976F55ED5B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EFD0D8B5-B38D-402B-8FCB-4AEF5CF7C250}"/>
              </a:ext>
            </a:extLst>
          </p:cNvPr>
          <p:cNvGrpSpPr/>
          <p:nvPr/>
        </p:nvGrpSpPr>
        <p:grpSpPr>
          <a:xfrm>
            <a:off x="2980970" y="2378109"/>
            <a:ext cx="318262" cy="144462"/>
            <a:chOff x="2716253" y="2405617"/>
            <a:chExt cx="318262" cy="144462"/>
          </a:xfrm>
        </p:grpSpPr>
        <p:sp>
          <p:nvSpPr>
            <p:cNvPr id="119" name="Rectangle 191">
              <a:extLst>
                <a:ext uri="{FF2B5EF4-FFF2-40B4-BE49-F238E27FC236}">
                  <a16:creationId xmlns:a16="http://schemas.microsoft.com/office/drawing/2014/main" id="{37994759-D0EC-EE25-58DE-A5A4F41D4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120" name="개체 119">
              <a:extLst>
                <a:ext uri="{FF2B5EF4-FFF2-40B4-BE49-F238E27FC236}">
                  <a16:creationId xmlns:a16="http://schemas.microsoft.com/office/drawing/2014/main" id="{4E474F17-D597-7C32-5ADF-D9B819255CA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81" name="개체 180">
                          <a:extLst>
                            <a:ext uri="{FF2B5EF4-FFF2-40B4-BE49-F238E27FC236}">
                              <a16:creationId xmlns:a16="http://schemas.microsoft.com/office/drawing/2014/main" id="{F843FB89-9DC9-2BEF-3812-B14CD485B5D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21" name="개체 120">
            <a:extLst>
              <a:ext uri="{FF2B5EF4-FFF2-40B4-BE49-F238E27FC236}">
                <a16:creationId xmlns:a16="http://schemas.microsoft.com/office/drawing/2014/main" id="{1F2C01F4-1DA1-6665-946C-1BF98C2800F5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49244012"/>
              </p:ext>
            </p:extLst>
          </p:nvPr>
        </p:nvGraphicFramePr>
        <p:xfrm>
          <a:off x="2982078" y="2378109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182" name="개체 181">
                        <a:extLst>
                          <a:ext uri="{FF2B5EF4-FFF2-40B4-BE49-F238E27FC236}">
                            <a16:creationId xmlns:a16="http://schemas.microsoft.com/office/drawing/2014/main" id="{BF1B124D-910E-E9D0-D38D-AFBDEFDEA32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82078" y="2378109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3A218E28-E8B0-B12B-A678-55C813BE0EC8}"/>
              </a:ext>
            </a:extLst>
          </p:cNvPr>
          <p:cNvSpPr/>
          <p:nvPr/>
        </p:nvSpPr>
        <p:spPr>
          <a:xfrm>
            <a:off x="1904260" y="261054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CAF7280-3C71-5635-6C64-1627F3EB0CA5}"/>
              </a:ext>
            </a:extLst>
          </p:cNvPr>
          <p:cNvSpPr/>
          <p:nvPr/>
        </p:nvSpPr>
        <p:spPr>
          <a:xfrm>
            <a:off x="3557258" y="261053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A069B76A-EA83-0296-35AD-FDE43D3E3231}"/>
              </a:ext>
            </a:extLst>
          </p:cNvPr>
          <p:cNvSpPr/>
          <p:nvPr/>
        </p:nvSpPr>
        <p:spPr>
          <a:xfrm>
            <a:off x="3865768" y="26105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CF7D301F-C2F5-F793-EA0E-52BC12B7B20C}"/>
              </a:ext>
            </a:extLst>
          </p:cNvPr>
          <p:cNvSpPr/>
          <p:nvPr/>
        </p:nvSpPr>
        <p:spPr>
          <a:xfrm>
            <a:off x="1904260" y="285294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대회안내문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099DBD22-7775-85B0-3046-4AEA71A7B19F}"/>
              </a:ext>
            </a:extLst>
          </p:cNvPr>
          <p:cNvSpPr/>
          <p:nvPr/>
        </p:nvSpPr>
        <p:spPr>
          <a:xfrm>
            <a:off x="3557258" y="285293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30943726-4B0C-0418-3F16-E864EFA40B13}"/>
              </a:ext>
            </a:extLst>
          </p:cNvPr>
          <p:cNvSpPr/>
          <p:nvPr/>
        </p:nvSpPr>
        <p:spPr>
          <a:xfrm>
            <a:off x="3865768" y="285293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19FE1D27-C68F-875C-FB23-45993FBEF7AC}"/>
              </a:ext>
            </a:extLst>
          </p:cNvPr>
          <p:cNvSpPr>
            <a:spLocks noChangeAspect="1"/>
          </p:cNvSpPr>
          <p:nvPr/>
        </p:nvSpPr>
        <p:spPr>
          <a:xfrm>
            <a:off x="3136381" y="22287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10293860-D101-6C8B-5D78-8EEC15FFCECF}"/>
              </a:ext>
            </a:extLst>
          </p:cNvPr>
          <p:cNvSpPr>
            <a:spLocks noChangeAspect="1"/>
          </p:cNvSpPr>
          <p:nvPr/>
        </p:nvSpPr>
        <p:spPr>
          <a:xfrm>
            <a:off x="512127" y="26088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657D1083-1412-8F41-3400-A519E8289E58}"/>
              </a:ext>
            </a:extLst>
          </p:cNvPr>
          <p:cNvSpPr>
            <a:spLocks noChangeAspect="1"/>
          </p:cNvSpPr>
          <p:nvPr/>
        </p:nvSpPr>
        <p:spPr>
          <a:xfrm>
            <a:off x="512127" y="284500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E93A6A80-BDAF-3E30-F7B1-3C9E63185411}"/>
              </a:ext>
            </a:extLst>
          </p:cNvPr>
          <p:cNvSpPr>
            <a:spLocks noChangeAspect="1"/>
          </p:cNvSpPr>
          <p:nvPr/>
        </p:nvSpPr>
        <p:spPr>
          <a:xfrm>
            <a:off x="512127" y="308114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E7458230-5510-E3FD-76F1-D6666454B063}"/>
              </a:ext>
            </a:extLst>
          </p:cNvPr>
          <p:cNvSpPr>
            <a:spLocks noChangeAspect="1"/>
          </p:cNvSpPr>
          <p:nvPr/>
        </p:nvSpPr>
        <p:spPr>
          <a:xfrm>
            <a:off x="512127" y="332600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934DD78B-0DBC-0E22-4172-B3B55691C866}"/>
              </a:ext>
            </a:extLst>
          </p:cNvPr>
          <p:cNvGrpSpPr/>
          <p:nvPr/>
        </p:nvGrpSpPr>
        <p:grpSpPr>
          <a:xfrm>
            <a:off x="1902104" y="3076908"/>
            <a:ext cx="3380561" cy="147301"/>
            <a:chOff x="749381" y="3305176"/>
            <a:chExt cx="3380561" cy="147301"/>
          </a:xfrm>
        </p:grpSpPr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231AAA87-F54A-7B45-6940-7D44709CA533}"/>
                </a:ext>
              </a:extLst>
            </p:cNvPr>
            <p:cNvSpPr/>
            <p:nvPr/>
          </p:nvSpPr>
          <p:spPr>
            <a:xfrm>
              <a:off x="1904260" y="3306826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자격증사본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095F1D97-561D-C92D-20B6-2DEC86C3BC4A}"/>
                </a:ext>
              </a:extLst>
            </p:cNvPr>
            <p:cNvSpPr/>
            <p:nvPr/>
          </p:nvSpPr>
          <p:spPr>
            <a:xfrm>
              <a:off x="3557258" y="3306818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7AC02913-3B75-397D-181E-AB8E081C848D}"/>
                </a:ext>
              </a:extLst>
            </p:cNvPr>
            <p:cNvSpPr/>
            <p:nvPr/>
          </p:nvSpPr>
          <p:spPr>
            <a:xfrm>
              <a:off x="3865768" y="3306818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7" name="Rectangle 191">
              <a:extLst>
                <a:ext uri="{FF2B5EF4-FFF2-40B4-BE49-F238E27FC236}">
                  <a16:creationId xmlns:a16="http://schemas.microsoft.com/office/drawing/2014/main" id="{D5ACE76E-BD20-1121-DCAE-585F486AE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381" y="3324965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자격내용</a:t>
              </a:r>
            </a:p>
          </p:txBody>
        </p:sp>
        <p:pic>
          <p:nvPicPr>
            <p:cNvPr id="148" name="Picture 13">
              <a:extLst>
                <a:ext uri="{FF2B5EF4-FFF2-40B4-BE49-F238E27FC236}">
                  <a16:creationId xmlns:a16="http://schemas.microsoft.com/office/drawing/2014/main" id="{8B48F089-BFDC-FF31-AFF6-7DDEC71A2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7888" y="3305176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1B7A344E-1B5C-EC15-0917-4A8386F96494}"/>
                </a:ext>
              </a:extLst>
            </p:cNvPr>
            <p:cNvSpPr/>
            <p:nvPr/>
          </p:nvSpPr>
          <p:spPr>
            <a:xfrm>
              <a:off x="1127998" y="3306826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선택</a:t>
              </a:r>
            </a:p>
          </p:txBody>
        </p:sp>
        <p:sp>
          <p:nvSpPr>
            <p:cNvPr id="150" name="Rectangle 191">
              <a:extLst>
                <a:ext uri="{FF2B5EF4-FFF2-40B4-BE49-F238E27FC236}">
                  <a16:creationId xmlns:a16="http://schemas.microsoft.com/office/drawing/2014/main" id="{8E3D1D5B-0955-542E-0E4D-AE2ED48BC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518" y="3324965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66D4C2A3-3BC7-0F9F-DAC8-D9049A637B0C}"/>
              </a:ext>
            </a:extLst>
          </p:cNvPr>
          <p:cNvGrpSpPr/>
          <p:nvPr/>
        </p:nvGrpSpPr>
        <p:grpSpPr>
          <a:xfrm>
            <a:off x="1897456" y="3328846"/>
            <a:ext cx="2704513" cy="144016"/>
            <a:chOff x="1897884" y="2847629"/>
            <a:chExt cx="2704513" cy="144016"/>
          </a:xfrm>
        </p:grpSpPr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875AF80E-2534-0932-7A46-B29252927562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7226C896-C343-1783-4A84-47D51115F653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B8857130-DA72-FFD3-0AED-82164F41C5FB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E660938-B4F0-CC00-B436-3CD08531C5C0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4ED51CB1-489F-8C6F-EDD7-2B2D1F48C4D7}"/>
              </a:ext>
            </a:extLst>
          </p:cNvPr>
          <p:cNvGrpSpPr/>
          <p:nvPr/>
        </p:nvGrpSpPr>
        <p:grpSpPr>
          <a:xfrm>
            <a:off x="1900611" y="4964928"/>
            <a:ext cx="2386963" cy="144016"/>
            <a:chOff x="1897884" y="4476806"/>
            <a:chExt cx="2386963" cy="144016"/>
          </a:xfrm>
        </p:grpSpPr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588978B3-B23A-DBF5-2832-EC5006A7A827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9" name="직사각형 158">
              <a:extLst>
                <a:ext uri="{FF2B5EF4-FFF2-40B4-BE49-F238E27FC236}">
                  <a16:creationId xmlns:a16="http://schemas.microsoft.com/office/drawing/2014/main" id="{5345FE17-A115-0EE4-B45A-D30DAE0D1356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EE451EF9-DFC6-8B1B-FD19-8FEDF1EB3198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A49E6CF0-26CB-D8BF-CB90-07ED6393FBEB}"/>
              </a:ext>
            </a:extLst>
          </p:cNvPr>
          <p:cNvSpPr/>
          <p:nvPr/>
        </p:nvSpPr>
        <p:spPr>
          <a:xfrm>
            <a:off x="668524" y="492892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DD448693-48F4-99A9-2A9C-E10696C25D3B}"/>
              </a:ext>
            </a:extLst>
          </p:cNvPr>
          <p:cNvSpPr>
            <a:spLocks noChangeAspect="1"/>
          </p:cNvSpPr>
          <p:nvPr/>
        </p:nvSpPr>
        <p:spPr>
          <a:xfrm>
            <a:off x="512127" y="496922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EBCF274-F9C9-2ECB-6C12-E9AEEDA3EDBB}"/>
              </a:ext>
            </a:extLst>
          </p:cNvPr>
          <p:cNvSpPr/>
          <p:nvPr/>
        </p:nvSpPr>
        <p:spPr>
          <a:xfrm>
            <a:off x="668524" y="3032749"/>
            <a:ext cx="6121214" cy="466345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6222934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BF4930-E04F-CE0E-3145-18278085D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5CFA16C-1876-1558-7938-C4ADE1946CF5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83A93BC-A6B3-4D8B-4D33-1E35D8A9BF9A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965D2C13-A40B-2C59-1A7E-3C7C709422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1868167"/>
              </p:ext>
            </p:extLst>
          </p:nvPr>
        </p:nvGraphicFramePr>
        <p:xfrm>
          <a:off x="6969418" y="2548005"/>
          <a:ext cx="2772114" cy="33066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학업성적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고등학교졸업증명서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대학교재학증명서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기반 성적을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거주기간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회원의 거주기간을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71E18CD1-5B10-714C-8278-20F5BC326088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BD51482-47C1-C8A8-28B4-887C4568126B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14ED4C1-DFA9-3998-8682-B9AE13004D64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548CBDC-9219-1268-4F99-BE68820F8FF0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DC07DBCC-57A9-9EB4-57AA-F9F14BA21A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8FE3C75-6D01-6EEC-4EB8-CC1AF83ACCB6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A3DF242-3491-6F2B-BF1B-ECC2A95950C3}"/>
              </a:ext>
            </a:extLst>
          </p:cNvPr>
          <p:cNvSpPr/>
          <p:nvPr/>
        </p:nvSpPr>
        <p:spPr>
          <a:xfrm>
            <a:off x="6397011" y="548122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4CB08B-D77E-97B9-DF28-2C64C4CF4ADF}"/>
              </a:ext>
            </a:extLst>
          </p:cNvPr>
          <p:cNvSpPr/>
          <p:nvPr/>
        </p:nvSpPr>
        <p:spPr>
          <a:xfrm>
            <a:off x="5936915" y="548122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0CDAB7F-6372-D62E-D1FB-696B3116E1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1399123"/>
              </p:ext>
            </p:extLst>
          </p:nvPr>
        </p:nvGraphicFramePr>
        <p:xfrm>
          <a:off x="272480" y="1628800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대학교재학증명서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628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성적증빙자료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B98215C0-94E2-81F1-4B7A-A641B5C266D9}"/>
              </a:ext>
            </a:extLst>
          </p:cNvPr>
          <p:cNvSpPr/>
          <p:nvPr/>
        </p:nvSpPr>
        <p:spPr>
          <a:xfrm>
            <a:off x="1904260" y="378225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BE6A6C-0118-2573-5B61-F2BCA2031920}"/>
              </a:ext>
            </a:extLst>
          </p:cNvPr>
          <p:cNvSpPr/>
          <p:nvPr/>
        </p:nvSpPr>
        <p:spPr>
          <a:xfrm>
            <a:off x="3557258" y="378224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A71254F-5F8A-6215-9C37-542F6E7F3C4A}"/>
              </a:ext>
            </a:extLst>
          </p:cNvPr>
          <p:cNvSpPr/>
          <p:nvPr/>
        </p:nvSpPr>
        <p:spPr>
          <a:xfrm>
            <a:off x="1904260" y="402517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3C98380-E5E5-A0AA-FED5-AFD7089DCCB4}"/>
              </a:ext>
            </a:extLst>
          </p:cNvPr>
          <p:cNvSpPr/>
          <p:nvPr/>
        </p:nvSpPr>
        <p:spPr>
          <a:xfrm>
            <a:off x="3557258" y="402516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45EFE82-CBB0-0B99-F0A8-B63D36EBDC73}"/>
              </a:ext>
            </a:extLst>
          </p:cNvPr>
          <p:cNvSpPr/>
          <p:nvPr/>
        </p:nvSpPr>
        <p:spPr>
          <a:xfrm>
            <a:off x="1904260" y="425396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31B586-2589-5E00-EDE6-A28B6162B860}"/>
              </a:ext>
            </a:extLst>
          </p:cNvPr>
          <p:cNvSpPr/>
          <p:nvPr/>
        </p:nvSpPr>
        <p:spPr>
          <a:xfrm>
            <a:off x="3557258" y="425395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B7361DB-499C-5303-926E-58B8E549D93B}"/>
              </a:ext>
            </a:extLst>
          </p:cNvPr>
          <p:cNvSpPr/>
          <p:nvPr/>
        </p:nvSpPr>
        <p:spPr>
          <a:xfrm>
            <a:off x="1904260" y="449117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870F5B7-1FE4-3175-088E-12E9E87D084E}"/>
              </a:ext>
            </a:extLst>
          </p:cNvPr>
          <p:cNvSpPr/>
          <p:nvPr/>
        </p:nvSpPr>
        <p:spPr>
          <a:xfrm>
            <a:off x="3557258" y="449116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FAEAE19-0ED7-59EF-76E6-F1FDB2E2AF14}"/>
              </a:ext>
            </a:extLst>
          </p:cNvPr>
          <p:cNvSpPr/>
          <p:nvPr/>
        </p:nvSpPr>
        <p:spPr>
          <a:xfrm>
            <a:off x="1904260" y="472515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0BD5E2C-5E28-76F3-E39B-41F93A1DB723}"/>
              </a:ext>
            </a:extLst>
          </p:cNvPr>
          <p:cNvSpPr/>
          <p:nvPr/>
        </p:nvSpPr>
        <p:spPr>
          <a:xfrm>
            <a:off x="3557258" y="472514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DC2F016D-EE0C-43FB-78C5-EA12F2040B2D}"/>
              </a:ext>
            </a:extLst>
          </p:cNvPr>
          <p:cNvGrpSpPr/>
          <p:nvPr/>
        </p:nvGrpSpPr>
        <p:grpSpPr>
          <a:xfrm>
            <a:off x="1939541" y="5213519"/>
            <a:ext cx="1105196" cy="128396"/>
            <a:chOff x="3438680" y="4305150"/>
            <a:chExt cx="1105196" cy="12839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8818392-3994-58EB-1E50-11D779898FE9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28" name="Picture 10">
              <a:extLst>
                <a:ext uri="{FF2B5EF4-FFF2-40B4-BE49-F238E27FC236}">
                  <a16:creationId xmlns:a16="http://schemas.microsoft.com/office/drawing/2014/main" id="{FBA1B332-E63B-EC24-17EC-95580BC96D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E0EACA1-B0A8-BF3C-BD38-186609B2D241}"/>
              </a:ext>
            </a:extLst>
          </p:cNvPr>
          <p:cNvGrpSpPr/>
          <p:nvPr/>
        </p:nvGrpSpPr>
        <p:grpSpPr>
          <a:xfrm>
            <a:off x="3125954" y="5213519"/>
            <a:ext cx="1105196" cy="128396"/>
            <a:chOff x="3438680" y="4305150"/>
            <a:chExt cx="1105196" cy="12839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EC15C41-7F7F-F7DB-49E7-B2CE4FF940F7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1" name="Picture 10">
              <a:extLst>
                <a:ext uri="{FF2B5EF4-FFF2-40B4-BE49-F238E27FC236}">
                  <a16:creationId xmlns:a16="http://schemas.microsoft.com/office/drawing/2014/main" id="{05DDAE4D-A5DB-BA91-4478-B32963102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96EA7BF-5BE1-B05B-ABC5-E1D7F9934081}"/>
              </a:ext>
            </a:extLst>
          </p:cNvPr>
          <p:cNvSpPr/>
          <p:nvPr/>
        </p:nvSpPr>
        <p:spPr>
          <a:xfrm>
            <a:off x="3865768" y="378108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9934105-4201-B038-AED0-76D22F797316}"/>
              </a:ext>
            </a:extLst>
          </p:cNvPr>
          <p:cNvSpPr/>
          <p:nvPr/>
        </p:nvSpPr>
        <p:spPr>
          <a:xfrm>
            <a:off x="3865768" y="402520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76F9250-E5C6-509B-5A3D-A72DF2B4C8E6}"/>
              </a:ext>
            </a:extLst>
          </p:cNvPr>
          <p:cNvSpPr/>
          <p:nvPr/>
        </p:nvSpPr>
        <p:spPr>
          <a:xfrm>
            <a:off x="3865768" y="425334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C3137B6-5898-91D9-7393-9713771731E1}"/>
              </a:ext>
            </a:extLst>
          </p:cNvPr>
          <p:cNvSpPr/>
          <p:nvPr/>
        </p:nvSpPr>
        <p:spPr>
          <a:xfrm>
            <a:off x="3865768" y="448526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38F1AA3-5FC2-820B-0482-7230C364FC78}"/>
              </a:ext>
            </a:extLst>
          </p:cNvPr>
          <p:cNvSpPr/>
          <p:nvPr/>
        </p:nvSpPr>
        <p:spPr>
          <a:xfrm>
            <a:off x="3865768" y="472701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2B1AEB69-0538-B4AB-5D3C-944130DA649C}"/>
              </a:ext>
            </a:extLst>
          </p:cNvPr>
          <p:cNvGrpSpPr/>
          <p:nvPr/>
        </p:nvGrpSpPr>
        <p:grpSpPr>
          <a:xfrm>
            <a:off x="3429010" y="2378109"/>
            <a:ext cx="505750" cy="144462"/>
            <a:chOff x="2716253" y="2405617"/>
            <a:chExt cx="505750" cy="144462"/>
          </a:xfrm>
        </p:grpSpPr>
        <p:sp>
          <p:nvSpPr>
            <p:cNvPr id="38" name="Rectangle 191">
              <a:extLst>
                <a:ext uri="{FF2B5EF4-FFF2-40B4-BE49-F238E27FC236}">
                  <a16:creationId xmlns:a16="http://schemas.microsoft.com/office/drawing/2014/main" id="{30A0BD5B-00F0-9E20-043D-627B783A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39" name="개체 38">
              <a:extLst>
                <a:ext uri="{FF2B5EF4-FFF2-40B4-BE49-F238E27FC236}">
                  <a16:creationId xmlns:a16="http://schemas.microsoft.com/office/drawing/2014/main" id="{3953E946-B9FD-3B45-318F-E0268878F76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05" name="개체 104">
                          <a:extLst>
                            <a:ext uri="{FF2B5EF4-FFF2-40B4-BE49-F238E27FC236}">
                              <a16:creationId xmlns:a16="http://schemas.microsoft.com/office/drawing/2014/main" id="{C1730C0D-7B8A-5867-A1DD-8BCA364BB73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1D2FC67-42B2-C7D6-043B-B373B5278EBF}"/>
              </a:ext>
            </a:extLst>
          </p:cNvPr>
          <p:cNvGrpSpPr/>
          <p:nvPr/>
        </p:nvGrpSpPr>
        <p:grpSpPr>
          <a:xfrm>
            <a:off x="4006768" y="2378109"/>
            <a:ext cx="326213" cy="144462"/>
            <a:chOff x="2716253" y="2405617"/>
            <a:chExt cx="326213" cy="144462"/>
          </a:xfrm>
        </p:grpSpPr>
        <p:sp>
          <p:nvSpPr>
            <p:cNvPr id="41" name="Rectangle 191">
              <a:extLst>
                <a:ext uri="{FF2B5EF4-FFF2-40B4-BE49-F238E27FC236}">
                  <a16:creationId xmlns:a16="http://schemas.microsoft.com/office/drawing/2014/main" id="{772961DC-2FF6-56F9-8C5E-CAAB6CE47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60" name="개체 59">
              <a:extLst>
                <a:ext uri="{FF2B5EF4-FFF2-40B4-BE49-F238E27FC236}">
                  <a16:creationId xmlns:a16="http://schemas.microsoft.com/office/drawing/2014/main" id="{23323A83-F957-CB16-B809-372F679A0D3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08" name="개체 107">
                          <a:extLst>
                            <a:ext uri="{FF2B5EF4-FFF2-40B4-BE49-F238E27FC236}">
                              <a16:creationId xmlns:a16="http://schemas.microsoft.com/office/drawing/2014/main" id="{187E3ECD-7FB9-A893-C077-58D6D59D654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1" name="Rectangle 191">
            <a:extLst>
              <a:ext uri="{FF2B5EF4-FFF2-40B4-BE49-F238E27FC236}">
                <a16:creationId xmlns:a16="http://schemas.microsoft.com/office/drawing/2014/main" id="{D8A2B538-B20F-FEAC-FAD7-876593B0D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396479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95F246D7-849C-C29E-3C4E-CCB77BC0D85B}"/>
              </a:ext>
            </a:extLst>
          </p:cNvPr>
          <p:cNvGrpSpPr/>
          <p:nvPr/>
        </p:nvGrpSpPr>
        <p:grpSpPr>
          <a:xfrm>
            <a:off x="2645151" y="2378109"/>
            <a:ext cx="318262" cy="144462"/>
            <a:chOff x="2716253" y="2405617"/>
            <a:chExt cx="318262" cy="144462"/>
          </a:xfrm>
        </p:grpSpPr>
        <p:sp>
          <p:nvSpPr>
            <p:cNvPr id="63" name="Rectangle 191">
              <a:extLst>
                <a:ext uri="{FF2B5EF4-FFF2-40B4-BE49-F238E27FC236}">
                  <a16:creationId xmlns:a16="http://schemas.microsoft.com/office/drawing/2014/main" id="{F3476889-162E-A119-7ADF-04F36322A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64" name="개체 63">
              <a:extLst>
                <a:ext uri="{FF2B5EF4-FFF2-40B4-BE49-F238E27FC236}">
                  <a16:creationId xmlns:a16="http://schemas.microsoft.com/office/drawing/2014/main" id="{D9EF6425-7A65-D974-B17B-131D20D0580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12" name="개체 111">
                          <a:extLst>
                            <a:ext uri="{FF2B5EF4-FFF2-40B4-BE49-F238E27FC236}">
                              <a16:creationId xmlns:a16="http://schemas.microsoft.com/office/drawing/2014/main" id="{40F44762-DED6-8740-C315-E1AE51D10308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BF5FB55D-A682-EB07-0C9E-589F6AB38741}"/>
              </a:ext>
            </a:extLst>
          </p:cNvPr>
          <p:cNvGrpSpPr/>
          <p:nvPr/>
        </p:nvGrpSpPr>
        <p:grpSpPr>
          <a:xfrm>
            <a:off x="2306629" y="2378109"/>
            <a:ext cx="318262" cy="144462"/>
            <a:chOff x="2716253" y="2405617"/>
            <a:chExt cx="318262" cy="144462"/>
          </a:xfrm>
        </p:grpSpPr>
        <p:sp>
          <p:nvSpPr>
            <p:cNvPr id="113" name="Rectangle 191">
              <a:extLst>
                <a:ext uri="{FF2B5EF4-FFF2-40B4-BE49-F238E27FC236}">
                  <a16:creationId xmlns:a16="http://schemas.microsoft.com/office/drawing/2014/main" id="{70AB4211-D076-92EB-1A66-0B4DDC146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114" name="개체 113">
              <a:extLst>
                <a:ext uri="{FF2B5EF4-FFF2-40B4-BE49-F238E27FC236}">
                  <a16:creationId xmlns:a16="http://schemas.microsoft.com/office/drawing/2014/main" id="{511170F8-9599-A0DD-135D-91769CF6862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15" name="개체 114">
                          <a:extLst>
                            <a:ext uri="{FF2B5EF4-FFF2-40B4-BE49-F238E27FC236}">
                              <a16:creationId xmlns:a16="http://schemas.microsoft.com/office/drawing/2014/main" id="{F61B9B3E-F5F7-77A5-C2FC-9870FFE4B53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7CEC74DE-9937-0661-C716-E7929405C7F3}"/>
              </a:ext>
            </a:extLst>
          </p:cNvPr>
          <p:cNvGrpSpPr/>
          <p:nvPr/>
        </p:nvGrpSpPr>
        <p:grpSpPr>
          <a:xfrm>
            <a:off x="2980970" y="2378109"/>
            <a:ext cx="318262" cy="144462"/>
            <a:chOff x="2716253" y="2405617"/>
            <a:chExt cx="318262" cy="144462"/>
          </a:xfrm>
        </p:grpSpPr>
        <p:sp>
          <p:nvSpPr>
            <p:cNvPr id="116" name="Rectangle 191">
              <a:extLst>
                <a:ext uri="{FF2B5EF4-FFF2-40B4-BE49-F238E27FC236}">
                  <a16:creationId xmlns:a16="http://schemas.microsoft.com/office/drawing/2014/main" id="{8FAF2045-BE2D-660A-0120-F579C0063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117" name="개체 116">
              <a:extLst>
                <a:ext uri="{FF2B5EF4-FFF2-40B4-BE49-F238E27FC236}">
                  <a16:creationId xmlns:a16="http://schemas.microsoft.com/office/drawing/2014/main" id="{F89BDE71-3822-E719-71B4-9A2C62C86CA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118" name="개체 117">
                          <a:extLst>
                            <a:ext uri="{FF2B5EF4-FFF2-40B4-BE49-F238E27FC236}">
                              <a16:creationId xmlns:a16="http://schemas.microsoft.com/office/drawing/2014/main" id="{3B802556-CB23-E31E-DD22-93D503C259A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18" name="개체 117">
            <a:extLst>
              <a:ext uri="{FF2B5EF4-FFF2-40B4-BE49-F238E27FC236}">
                <a16:creationId xmlns:a16="http://schemas.microsoft.com/office/drawing/2014/main" id="{F32C3F2E-5FA6-3B81-7C61-B4A796C05DC3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29386707"/>
              </p:ext>
            </p:extLst>
          </p:nvPr>
        </p:nvGraphicFramePr>
        <p:xfrm>
          <a:off x="3424957" y="2378109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119" name="개체 118">
                        <a:extLst>
                          <a:ext uri="{FF2B5EF4-FFF2-40B4-BE49-F238E27FC236}">
                            <a16:creationId xmlns:a16="http://schemas.microsoft.com/office/drawing/2014/main" id="{3B2AD99D-64D1-619C-32F7-A3E36FAD821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24957" y="2378109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1432730D-1B34-9BC6-18CE-B9A45F66C66B}"/>
              </a:ext>
            </a:extLst>
          </p:cNvPr>
          <p:cNvSpPr/>
          <p:nvPr/>
        </p:nvSpPr>
        <p:spPr>
          <a:xfrm>
            <a:off x="1904260" y="261306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고등학교졸업증명서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94A7AEBA-3CF6-66ED-E3FF-7AC793283DE3}"/>
              </a:ext>
            </a:extLst>
          </p:cNvPr>
          <p:cNvSpPr/>
          <p:nvPr/>
        </p:nvSpPr>
        <p:spPr>
          <a:xfrm>
            <a:off x="3557258" y="261305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150F59CB-D53A-1A27-1689-A66283E22D87}"/>
              </a:ext>
            </a:extLst>
          </p:cNvPr>
          <p:cNvSpPr/>
          <p:nvPr/>
        </p:nvSpPr>
        <p:spPr>
          <a:xfrm>
            <a:off x="3865768" y="261305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58C47F2C-3C11-2BA2-7AE9-7A784B4FA3F0}"/>
              </a:ext>
            </a:extLst>
          </p:cNvPr>
          <p:cNvSpPr/>
          <p:nvPr/>
        </p:nvSpPr>
        <p:spPr>
          <a:xfrm>
            <a:off x="1904260" y="28449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대학교재학증명서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048A4301-1033-1353-285E-241EEAF4B820}"/>
              </a:ext>
            </a:extLst>
          </p:cNvPr>
          <p:cNvSpPr/>
          <p:nvPr/>
        </p:nvSpPr>
        <p:spPr>
          <a:xfrm>
            <a:off x="3557258" y="284498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DF12A095-D47C-4884-2BEA-6D9E5C4D2FC5}"/>
              </a:ext>
            </a:extLst>
          </p:cNvPr>
          <p:cNvSpPr/>
          <p:nvPr/>
        </p:nvSpPr>
        <p:spPr>
          <a:xfrm>
            <a:off x="3865768" y="284498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1C0619CE-C2C9-CE12-0711-C8734AC57227}"/>
              </a:ext>
            </a:extLst>
          </p:cNvPr>
          <p:cNvSpPr/>
          <p:nvPr/>
        </p:nvSpPr>
        <p:spPr>
          <a:xfrm>
            <a:off x="2736884" y="307990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성적증빙자료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2DF6EEC1-3C93-E4FB-8B11-91005FCDC72B}"/>
              </a:ext>
            </a:extLst>
          </p:cNvPr>
          <p:cNvSpPr/>
          <p:nvPr/>
        </p:nvSpPr>
        <p:spPr>
          <a:xfrm>
            <a:off x="4389882" y="307989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D89AD8E-9D97-58D4-43C4-ADAC4831641D}"/>
              </a:ext>
            </a:extLst>
          </p:cNvPr>
          <p:cNvSpPr/>
          <p:nvPr/>
        </p:nvSpPr>
        <p:spPr>
          <a:xfrm>
            <a:off x="4698392" y="307989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Rectangle 191">
            <a:extLst>
              <a:ext uri="{FF2B5EF4-FFF2-40B4-BE49-F238E27FC236}">
                <a16:creationId xmlns:a16="http://schemas.microsoft.com/office/drawing/2014/main" id="{BF26B837-603F-EC03-BC72-DE634C75D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260" y="310126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7C4D5A84-3768-AAA9-65A4-A4041A7C0763}"/>
              </a:ext>
            </a:extLst>
          </p:cNvPr>
          <p:cNvSpPr/>
          <p:nvPr/>
        </p:nvSpPr>
        <p:spPr>
          <a:xfrm>
            <a:off x="2108894" y="3079902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0" name="Rectangle 191">
            <a:extLst>
              <a:ext uri="{FF2B5EF4-FFF2-40B4-BE49-F238E27FC236}">
                <a16:creationId xmlns:a16="http://schemas.microsoft.com/office/drawing/2014/main" id="{CB86FFB6-426D-1941-9D46-00F559A33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429" y="310126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9206BD4-21FD-FB81-6241-BDA89E809657}"/>
              </a:ext>
            </a:extLst>
          </p:cNvPr>
          <p:cNvSpPr/>
          <p:nvPr/>
        </p:nvSpPr>
        <p:spPr>
          <a:xfrm>
            <a:off x="2908953" y="354961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E0006EF0-687C-D310-2129-0495E74C39B8}"/>
              </a:ext>
            </a:extLst>
          </p:cNvPr>
          <p:cNvSpPr/>
          <p:nvPr/>
        </p:nvSpPr>
        <p:spPr>
          <a:xfrm>
            <a:off x="4561951" y="354961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A5DE4C75-A30F-1B96-F886-2E35544FB1B5}"/>
              </a:ext>
            </a:extLst>
          </p:cNvPr>
          <p:cNvSpPr/>
          <p:nvPr/>
        </p:nvSpPr>
        <p:spPr>
          <a:xfrm>
            <a:off x="4870461" y="354961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4" name="Rectangle 191">
            <a:extLst>
              <a:ext uri="{FF2B5EF4-FFF2-40B4-BE49-F238E27FC236}">
                <a16:creationId xmlns:a16="http://schemas.microsoft.com/office/drawing/2014/main" id="{DC210707-8D25-E60F-9D64-A4F525AB2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498" y="3564156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5" name="Rectangle 191">
            <a:extLst>
              <a:ext uri="{FF2B5EF4-FFF2-40B4-BE49-F238E27FC236}">
                <a16:creationId xmlns:a16="http://schemas.microsoft.com/office/drawing/2014/main" id="{13A94496-B231-AB40-430A-76239810D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260" y="3572533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D54F894F-E583-9445-C012-58F5B026EEE5}"/>
              </a:ext>
            </a:extLst>
          </p:cNvPr>
          <p:cNvSpPr/>
          <p:nvPr/>
        </p:nvSpPr>
        <p:spPr>
          <a:xfrm>
            <a:off x="2287592" y="3551175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B68403CF-68B6-BBAA-08A3-54A3BC22C3A3}"/>
              </a:ext>
            </a:extLst>
          </p:cNvPr>
          <p:cNvSpPr>
            <a:spLocks noChangeAspect="1"/>
          </p:cNvSpPr>
          <p:nvPr/>
        </p:nvSpPr>
        <p:spPr>
          <a:xfrm>
            <a:off x="3676974" y="22287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F80961C9-5DC3-3695-43CE-98BF9976F01C}"/>
              </a:ext>
            </a:extLst>
          </p:cNvPr>
          <p:cNvSpPr>
            <a:spLocks noChangeAspect="1"/>
          </p:cNvSpPr>
          <p:nvPr/>
        </p:nvSpPr>
        <p:spPr>
          <a:xfrm>
            <a:off x="512127" y="26088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9A53FD9B-9B0B-5983-316A-A20F64FF2B58}"/>
              </a:ext>
            </a:extLst>
          </p:cNvPr>
          <p:cNvSpPr>
            <a:spLocks noChangeAspect="1"/>
          </p:cNvSpPr>
          <p:nvPr/>
        </p:nvSpPr>
        <p:spPr>
          <a:xfrm>
            <a:off x="512127" y="284499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BEEA5EBC-A389-6E30-E3A4-631253F7E85F}"/>
              </a:ext>
            </a:extLst>
          </p:cNvPr>
          <p:cNvSpPr>
            <a:spLocks noChangeAspect="1"/>
          </p:cNvSpPr>
          <p:nvPr/>
        </p:nvSpPr>
        <p:spPr>
          <a:xfrm>
            <a:off x="512127" y="308266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EE0CC931-36AC-091C-CA5C-C647E6F69A8F}"/>
              </a:ext>
            </a:extLst>
          </p:cNvPr>
          <p:cNvSpPr>
            <a:spLocks noChangeAspect="1"/>
          </p:cNvSpPr>
          <p:nvPr/>
        </p:nvSpPr>
        <p:spPr>
          <a:xfrm>
            <a:off x="512127" y="355736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6BC94812-C4A4-0EA3-ECF3-46E908189059}"/>
              </a:ext>
            </a:extLst>
          </p:cNvPr>
          <p:cNvGrpSpPr/>
          <p:nvPr/>
        </p:nvGrpSpPr>
        <p:grpSpPr>
          <a:xfrm>
            <a:off x="1897456" y="3316788"/>
            <a:ext cx="2704513" cy="144016"/>
            <a:chOff x="1897884" y="2847629"/>
            <a:chExt cx="2704513" cy="144016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2EF17596-66C4-80D7-42A1-EF47E8E607DA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EF26D0D8-E010-8603-C31B-46F313D21198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A8924CF0-0D4B-53F8-A7A6-6DBD9F9CFDBF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78A17A05-F761-1FC0-0815-E9355554D908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999E0578-70A6-0E65-D7C7-AACBD6E48813}"/>
              </a:ext>
            </a:extLst>
          </p:cNvPr>
          <p:cNvGrpSpPr/>
          <p:nvPr/>
        </p:nvGrpSpPr>
        <p:grpSpPr>
          <a:xfrm>
            <a:off x="1900611" y="4957070"/>
            <a:ext cx="2386963" cy="144016"/>
            <a:chOff x="1897884" y="4476806"/>
            <a:chExt cx="2386963" cy="144016"/>
          </a:xfrm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029AEEBC-1A12-D5B4-C4F6-FABFABF83EF4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97DC3A51-C1DF-8830-E692-A35F8A03562B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416CEF46-AABF-7764-07EC-E714C00FF5FC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C172446D-3CB5-1B4C-89E0-27ABE0AE8A31}"/>
              </a:ext>
            </a:extLst>
          </p:cNvPr>
          <p:cNvSpPr/>
          <p:nvPr/>
        </p:nvSpPr>
        <p:spPr>
          <a:xfrm>
            <a:off x="668524" y="492526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978E9BFC-F88B-3E1B-4900-4714740A54B7}"/>
              </a:ext>
            </a:extLst>
          </p:cNvPr>
          <p:cNvSpPr>
            <a:spLocks noChangeAspect="1"/>
          </p:cNvSpPr>
          <p:nvPr/>
        </p:nvSpPr>
        <p:spPr>
          <a:xfrm>
            <a:off x="512127" y="496126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0039CAEB-16E6-3F2F-ABA1-FF8740C8B376}"/>
              </a:ext>
            </a:extLst>
          </p:cNvPr>
          <p:cNvSpPr/>
          <p:nvPr/>
        </p:nvSpPr>
        <p:spPr>
          <a:xfrm>
            <a:off x="668524" y="328024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822B07A3-AB50-1B6A-C299-66F1C8882595}"/>
              </a:ext>
            </a:extLst>
          </p:cNvPr>
          <p:cNvSpPr>
            <a:spLocks noChangeAspect="1"/>
          </p:cNvSpPr>
          <p:nvPr/>
        </p:nvSpPr>
        <p:spPr>
          <a:xfrm>
            <a:off x="512127" y="331624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2253096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8C796F-F840-1BE0-684E-5303F3CF40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24FD7D8-3C37-3C71-536F-7A6074BDC93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597D17F-4A5D-56EB-0769-F6EB33B584B9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FACEDBB8-E15F-6433-038A-3158E134AD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6576809"/>
              </p:ext>
            </p:extLst>
          </p:nvPr>
        </p:nvGraphicFramePr>
        <p:xfrm>
          <a:off x="6969418" y="2548005"/>
          <a:ext cx="2772114" cy="277829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기타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전형별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고등학교졸업증명서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대학교재학증명서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성적증빙자료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추천증빙자료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성적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대회결과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추천증빙자료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기반 성적 또는 대회결과를 입력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 서류 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추천서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파일받기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파일명 클릭 시 첨부된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첨부된 해당 파일 삭제 처리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시 추천서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DD98D009-FDE0-2966-DF22-56795F91C56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D94595B-90E5-BD2E-7B96-53C1C672EC18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F2FB8DD-934C-D0A2-8124-5C8B9175FA4D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792D2FA-A6AB-7976-AEDB-AD4932C06245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67895D1B-BE90-BB34-3E7F-58B812D882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06F7C9B-F58E-8AE3-E571-538AADE2F8D8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8716F51-DBB8-A9E1-0D06-8678E9582B52}"/>
              </a:ext>
            </a:extLst>
          </p:cNvPr>
          <p:cNvSpPr/>
          <p:nvPr/>
        </p:nvSpPr>
        <p:spPr>
          <a:xfrm>
            <a:off x="6397011" y="548122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BE236A2-0AFC-D924-CC70-4F80053DE0E5}"/>
              </a:ext>
            </a:extLst>
          </p:cNvPr>
          <p:cNvSpPr/>
          <p:nvPr/>
        </p:nvSpPr>
        <p:spPr>
          <a:xfrm>
            <a:off x="5936915" y="548122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C6D8A0F7-3F31-0BCF-0F10-21C8867845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941673"/>
              </p:ext>
            </p:extLst>
          </p:nvPr>
        </p:nvGraphicFramePr>
        <p:xfrm>
          <a:off x="272480" y="1628800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고등학교졸업증명서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대학교재학증명서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628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추천증빙자료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rowSpan="9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08909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6CE6916-4B90-712C-DF2F-49795FB4E2C3}"/>
              </a:ext>
            </a:extLst>
          </p:cNvPr>
          <p:cNvSpPr/>
          <p:nvPr/>
        </p:nvSpPr>
        <p:spPr>
          <a:xfrm>
            <a:off x="1904260" y="354497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6F18197-2E29-FBB8-CE39-0DBB09E9996C}"/>
              </a:ext>
            </a:extLst>
          </p:cNvPr>
          <p:cNvSpPr/>
          <p:nvPr/>
        </p:nvSpPr>
        <p:spPr>
          <a:xfrm>
            <a:off x="3557258" y="3544963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AB95EDB-ED9A-A538-A5B2-AA084E651C01}"/>
              </a:ext>
            </a:extLst>
          </p:cNvPr>
          <p:cNvSpPr/>
          <p:nvPr/>
        </p:nvSpPr>
        <p:spPr>
          <a:xfrm>
            <a:off x="1904260" y="378225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1472397-233F-7530-4294-5F666654F761}"/>
              </a:ext>
            </a:extLst>
          </p:cNvPr>
          <p:cNvSpPr/>
          <p:nvPr/>
        </p:nvSpPr>
        <p:spPr>
          <a:xfrm>
            <a:off x="3557258" y="378224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9C43A43-D342-F11B-4306-465AB9A0651E}"/>
              </a:ext>
            </a:extLst>
          </p:cNvPr>
          <p:cNvSpPr/>
          <p:nvPr/>
        </p:nvSpPr>
        <p:spPr>
          <a:xfrm>
            <a:off x="1904260" y="402097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B5E22B9-5587-6B0D-854A-39959C74E5C8}"/>
              </a:ext>
            </a:extLst>
          </p:cNvPr>
          <p:cNvSpPr/>
          <p:nvPr/>
        </p:nvSpPr>
        <p:spPr>
          <a:xfrm>
            <a:off x="3557258" y="4020966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D0D1763-5542-1309-A1B0-8D20EB6BBD4B}"/>
              </a:ext>
            </a:extLst>
          </p:cNvPr>
          <p:cNvSpPr/>
          <p:nvPr/>
        </p:nvSpPr>
        <p:spPr>
          <a:xfrm>
            <a:off x="1904260" y="425771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44604E0-0C11-B55B-3674-1AD196AC5043}"/>
              </a:ext>
            </a:extLst>
          </p:cNvPr>
          <p:cNvSpPr/>
          <p:nvPr/>
        </p:nvSpPr>
        <p:spPr>
          <a:xfrm>
            <a:off x="3557258" y="4257710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44C1284-248B-26C6-834C-43F7FAADF845}"/>
              </a:ext>
            </a:extLst>
          </p:cNvPr>
          <p:cNvSpPr/>
          <p:nvPr/>
        </p:nvSpPr>
        <p:spPr>
          <a:xfrm>
            <a:off x="1904260" y="449117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301BA83-453E-8274-664E-95966A0D9ED3}"/>
              </a:ext>
            </a:extLst>
          </p:cNvPr>
          <p:cNvSpPr/>
          <p:nvPr/>
        </p:nvSpPr>
        <p:spPr>
          <a:xfrm>
            <a:off x="3557258" y="449116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0CC1FD4-90E2-9E0A-79DF-1232E5E973DB}"/>
              </a:ext>
            </a:extLst>
          </p:cNvPr>
          <p:cNvSpPr/>
          <p:nvPr/>
        </p:nvSpPr>
        <p:spPr>
          <a:xfrm>
            <a:off x="1904260" y="473310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957F449-6806-8B34-4988-6659975A4439}"/>
              </a:ext>
            </a:extLst>
          </p:cNvPr>
          <p:cNvSpPr/>
          <p:nvPr/>
        </p:nvSpPr>
        <p:spPr>
          <a:xfrm>
            <a:off x="3557258" y="473309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C658E8EE-2199-08D1-B6E0-810C356A79EE}"/>
              </a:ext>
            </a:extLst>
          </p:cNvPr>
          <p:cNvGrpSpPr/>
          <p:nvPr/>
        </p:nvGrpSpPr>
        <p:grpSpPr>
          <a:xfrm>
            <a:off x="1939541" y="5213519"/>
            <a:ext cx="1105196" cy="128396"/>
            <a:chOff x="3438680" y="4305150"/>
            <a:chExt cx="1105196" cy="128396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59362D7-79B4-AC27-43E8-ACF3E4F6034A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29" name="Picture 10">
              <a:extLst>
                <a:ext uri="{FF2B5EF4-FFF2-40B4-BE49-F238E27FC236}">
                  <a16:creationId xmlns:a16="http://schemas.microsoft.com/office/drawing/2014/main" id="{49F99A76-2851-12F1-A963-6FA90CBB1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C474A38E-7138-BFD0-F85B-F40DCA1E6640}"/>
              </a:ext>
            </a:extLst>
          </p:cNvPr>
          <p:cNvGrpSpPr/>
          <p:nvPr/>
        </p:nvGrpSpPr>
        <p:grpSpPr>
          <a:xfrm>
            <a:off x="3125954" y="5213519"/>
            <a:ext cx="1105196" cy="128396"/>
            <a:chOff x="3438680" y="4305150"/>
            <a:chExt cx="1105196" cy="12839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D90432F-CB87-97D7-5AEF-2062D3E9433E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2" name="Picture 10">
              <a:extLst>
                <a:ext uri="{FF2B5EF4-FFF2-40B4-BE49-F238E27FC236}">
                  <a16:creationId xmlns:a16="http://schemas.microsoft.com/office/drawing/2014/main" id="{75C3258A-62ED-CC26-CDB3-72D01E7490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8C5D966-4754-92AF-C027-1B18EA91DDC2}"/>
              </a:ext>
            </a:extLst>
          </p:cNvPr>
          <p:cNvSpPr/>
          <p:nvPr/>
        </p:nvSpPr>
        <p:spPr>
          <a:xfrm>
            <a:off x="3865768" y="354496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A97EB04-47CC-2C3B-EA83-E9E14560C334}"/>
              </a:ext>
            </a:extLst>
          </p:cNvPr>
          <p:cNvSpPr/>
          <p:nvPr/>
        </p:nvSpPr>
        <p:spPr>
          <a:xfrm>
            <a:off x="3865768" y="378108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F09E4CF-9BAC-C629-8421-B429692F31E7}"/>
              </a:ext>
            </a:extLst>
          </p:cNvPr>
          <p:cNvSpPr/>
          <p:nvPr/>
        </p:nvSpPr>
        <p:spPr>
          <a:xfrm>
            <a:off x="3865768" y="402100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C347CB3-AADB-C6AF-E542-D2FC85FE4866}"/>
              </a:ext>
            </a:extLst>
          </p:cNvPr>
          <p:cNvSpPr/>
          <p:nvPr/>
        </p:nvSpPr>
        <p:spPr>
          <a:xfrm>
            <a:off x="3865768" y="425709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08F9925-259C-62D5-4ED1-7900FAA43ED3}"/>
              </a:ext>
            </a:extLst>
          </p:cNvPr>
          <p:cNvSpPr/>
          <p:nvPr/>
        </p:nvSpPr>
        <p:spPr>
          <a:xfrm>
            <a:off x="3865768" y="448526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6E6039D-894E-A348-230A-FE1AA0251B2E}"/>
              </a:ext>
            </a:extLst>
          </p:cNvPr>
          <p:cNvSpPr/>
          <p:nvPr/>
        </p:nvSpPr>
        <p:spPr>
          <a:xfrm>
            <a:off x="3865768" y="473496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30631DBB-EE9F-E15E-0862-124084B8CBEB}"/>
              </a:ext>
            </a:extLst>
          </p:cNvPr>
          <p:cNvGrpSpPr/>
          <p:nvPr/>
        </p:nvGrpSpPr>
        <p:grpSpPr>
          <a:xfrm>
            <a:off x="3429010" y="2378109"/>
            <a:ext cx="505750" cy="144462"/>
            <a:chOff x="2716253" y="2405617"/>
            <a:chExt cx="505750" cy="144462"/>
          </a:xfrm>
        </p:grpSpPr>
        <p:sp>
          <p:nvSpPr>
            <p:cNvPr id="40" name="Rectangle 191">
              <a:extLst>
                <a:ext uri="{FF2B5EF4-FFF2-40B4-BE49-F238E27FC236}">
                  <a16:creationId xmlns:a16="http://schemas.microsoft.com/office/drawing/2014/main" id="{67CF6D28-39D2-D839-5BE8-6A440F15E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41" name="개체 40">
              <a:extLst>
                <a:ext uri="{FF2B5EF4-FFF2-40B4-BE49-F238E27FC236}">
                  <a16:creationId xmlns:a16="http://schemas.microsoft.com/office/drawing/2014/main" id="{FDBA8FD6-36C0-6B5B-7BCF-A9621DB4FB1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46" name="개체 45">
                          <a:extLst>
                            <a:ext uri="{FF2B5EF4-FFF2-40B4-BE49-F238E27FC236}">
                              <a16:creationId xmlns:a16="http://schemas.microsoft.com/office/drawing/2014/main" id="{D05461CB-C95A-7F2B-8196-17F00C1348B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C79704F4-7078-8A14-BDD0-FF194EF16C83}"/>
              </a:ext>
            </a:extLst>
          </p:cNvPr>
          <p:cNvGrpSpPr/>
          <p:nvPr/>
        </p:nvGrpSpPr>
        <p:grpSpPr>
          <a:xfrm>
            <a:off x="4006768" y="2378109"/>
            <a:ext cx="326213" cy="144462"/>
            <a:chOff x="2716253" y="2405617"/>
            <a:chExt cx="326213" cy="144462"/>
          </a:xfrm>
        </p:grpSpPr>
        <p:sp>
          <p:nvSpPr>
            <p:cNvPr id="61" name="Rectangle 191">
              <a:extLst>
                <a:ext uri="{FF2B5EF4-FFF2-40B4-BE49-F238E27FC236}">
                  <a16:creationId xmlns:a16="http://schemas.microsoft.com/office/drawing/2014/main" id="{FFF55DCE-B155-6E89-11AD-C10FE11D2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62" name="개체 61">
              <a:extLst>
                <a:ext uri="{FF2B5EF4-FFF2-40B4-BE49-F238E27FC236}">
                  <a16:creationId xmlns:a16="http://schemas.microsoft.com/office/drawing/2014/main" id="{3934C729-1EA5-614E-290D-9D39FBC62B1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49" name="개체 48">
                          <a:extLst>
                            <a:ext uri="{FF2B5EF4-FFF2-40B4-BE49-F238E27FC236}">
                              <a16:creationId xmlns:a16="http://schemas.microsoft.com/office/drawing/2014/main" id="{52531D9D-FF18-DD2E-6703-FF9FB05B292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3" name="Rectangle 191">
            <a:extLst>
              <a:ext uri="{FF2B5EF4-FFF2-40B4-BE49-F238E27FC236}">
                <a16:creationId xmlns:a16="http://schemas.microsoft.com/office/drawing/2014/main" id="{375258F8-3531-B6B2-0300-4F210D482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396479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3E571CB8-465F-93A7-4422-EAAE163ACC40}"/>
              </a:ext>
            </a:extLst>
          </p:cNvPr>
          <p:cNvGrpSpPr/>
          <p:nvPr/>
        </p:nvGrpSpPr>
        <p:grpSpPr>
          <a:xfrm>
            <a:off x="2645151" y="2378109"/>
            <a:ext cx="318262" cy="144462"/>
            <a:chOff x="2716253" y="2405617"/>
            <a:chExt cx="318262" cy="144462"/>
          </a:xfrm>
        </p:grpSpPr>
        <p:sp>
          <p:nvSpPr>
            <p:cNvPr id="65" name="Rectangle 191">
              <a:extLst>
                <a:ext uri="{FF2B5EF4-FFF2-40B4-BE49-F238E27FC236}">
                  <a16:creationId xmlns:a16="http://schemas.microsoft.com/office/drawing/2014/main" id="{DC56861E-07B1-007D-AB3D-CA32E3941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110" name="개체 109">
              <a:extLst>
                <a:ext uri="{FF2B5EF4-FFF2-40B4-BE49-F238E27FC236}">
                  <a16:creationId xmlns:a16="http://schemas.microsoft.com/office/drawing/2014/main" id="{BB13A03F-B116-C97E-595D-268001DCB80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3" name="개체 52">
                          <a:extLst>
                            <a:ext uri="{FF2B5EF4-FFF2-40B4-BE49-F238E27FC236}">
                              <a16:creationId xmlns:a16="http://schemas.microsoft.com/office/drawing/2014/main" id="{75B99133-6B77-C63E-D7A1-56A1BA33EBB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80413AD9-7880-113D-9B4A-DC25176971D9}"/>
              </a:ext>
            </a:extLst>
          </p:cNvPr>
          <p:cNvGrpSpPr/>
          <p:nvPr/>
        </p:nvGrpSpPr>
        <p:grpSpPr>
          <a:xfrm>
            <a:off x="2306629" y="2378109"/>
            <a:ext cx="318262" cy="144462"/>
            <a:chOff x="2716253" y="2405617"/>
            <a:chExt cx="318262" cy="144462"/>
          </a:xfrm>
        </p:grpSpPr>
        <p:sp>
          <p:nvSpPr>
            <p:cNvPr id="112" name="Rectangle 191">
              <a:extLst>
                <a:ext uri="{FF2B5EF4-FFF2-40B4-BE49-F238E27FC236}">
                  <a16:creationId xmlns:a16="http://schemas.microsoft.com/office/drawing/2014/main" id="{8A9B3C89-4A92-0711-B1AB-A7E1650C1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113" name="개체 112">
              <a:extLst>
                <a:ext uri="{FF2B5EF4-FFF2-40B4-BE49-F238E27FC236}">
                  <a16:creationId xmlns:a16="http://schemas.microsoft.com/office/drawing/2014/main" id="{D35BD2BF-A1C4-037B-8C30-4A5B702CDF9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6" name="개체 55">
                          <a:extLst>
                            <a:ext uri="{FF2B5EF4-FFF2-40B4-BE49-F238E27FC236}">
                              <a16:creationId xmlns:a16="http://schemas.microsoft.com/office/drawing/2014/main" id="{9BBD88C5-63C2-65EB-D290-B43CD16459C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FC5E3F3-AA5C-37E7-AB32-64C8E6C36035}"/>
              </a:ext>
            </a:extLst>
          </p:cNvPr>
          <p:cNvGrpSpPr/>
          <p:nvPr/>
        </p:nvGrpSpPr>
        <p:grpSpPr>
          <a:xfrm>
            <a:off x="2980970" y="2378109"/>
            <a:ext cx="318262" cy="144462"/>
            <a:chOff x="2716253" y="2405617"/>
            <a:chExt cx="318262" cy="144462"/>
          </a:xfrm>
        </p:grpSpPr>
        <p:sp>
          <p:nvSpPr>
            <p:cNvPr id="115" name="Rectangle 191">
              <a:extLst>
                <a:ext uri="{FF2B5EF4-FFF2-40B4-BE49-F238E27FC236}">
                  <a16:creationId xmlns:a16="http://schemas.microsoft.com/office/drawing/2014/main" id="{4AB27BF6-4F3C-49BE-3C15-B04724CB7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116" name="개체 115">
              <a:extLst>
                <a:ext uri="{FF2B5EF4-FFF2-40B4-BE49-F238E27FC236}">
                  <a16:creationId xmlns:a16="http://schemas.microsoft.com/office/drawing/2014/main" id="{481D11EB-3502-C897-891F-0F6BBBD2567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9" name="개체 58">
                          <a:extLst>
                            <a:ext uri="{FF2B5EF4-FFF2-40B4-BE49-F238E27FC236}">
                              <a16:creationId xmlns:a16="http://schemas.microsoft.com/office/drawing/2014/main" id="{420A20C2-2BB0-9F3E-459A-26D6E59C98B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17" name="개체 116">
            <a:extLst>
              <a:ext uri="{FF2B5EF4-FFF2-40B4-BE49-F238E27FC236}">
                <a16:creationId xmlns:a16="http://schemas.microsoft.com/office/drawing/2014/main" id="{2879D4A6-8149-9E94-62F5-DFEBD7BAF7EB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34953007"/>
              </p:ext>
            </p:extLst>
          </p:nvPr>
        </p:nvGraphicFramePr>
        <p:xfrm>
          <a:off x="4005448" y="2378109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6" imgW="145435" imgH="145435" progId="Visio.Drawing.11">
                  <p:embed/>
                </p:oleObj>
              </mc:Choice>
              <mc:Fallback>
                <p:oleObj name="Visio" r:id="rId6" imgW="145435" imgH="145435" progId="Visio.Drawing.11">
                  <p:embed/>
                  <p:pic>
                    <p:nvPicPr>
                      <p:cNvPr id="60" name="개체 59">
                        <a:extLst>
                          <a:ext uri="{FF2B5EF4-FFF2-40B4-BE49-F238E27FC236}">
                            <a16:creationId xmlns:a16="http://schemas.microsoft.com/office/drawing/2014/main" id="{0AAB821D-E8FC-D393-7792-386FC3A1A57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05448" y="2378109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4826E6AE-E20A-6639-AF49-829BD7B9EDD5}"/>
              </a:ext>
            </a:extLst>
          </p:cNvPr>
          <p:cNvSpPr/>
          <p:nvPr/>
        </p:nvSpPr>
        <p:spPr>
          <a:xfrm>
            <a:off x="1904260" y="261306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고등학교졸업증명서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41A65F8-6269-2461-BAFE-DA66B182D2C5}"/>
              </a:ext>
            </a:extLst>
          </p:cNvPr>
          <p:cNvSpPr/>
          <p:nvPr/>
        </p:nvSpPr>
        <p:spPr>
          <a:xfrm>
            <a:off x="3557258" y="261305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9F056A08-51CF-A166-C15E-8616D0FFC260}"/>
              </a:ext>
            </a:extLst>
          </p:cNvPr>
          <p:cNvSpPr/>
          <p:nvPr/>
        </p:nvSpPr>
        <p:spPr>
          <a:xfrm>
            <a:off x="3865768" y="261305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52D5E00-B895-AABC-74B2-400413156E09}"/>
              </a:ext>
            </a:extLst>
          </p:cNvPr>
          <p:cNvSpPr/>
          <p:nvPr/>
        </p:nvSpPr>
        <p:spPr>
          <a:xfrm>
            <a:off x="1904260" y="28449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대학교재학증명서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C358B598-2905-C339-4C5C-91CA84992E8A}"/>
              </a:ext>
            </a:extLst>
          </p:cNvPr>
          <p:cNvSpPr/>
          <p:nvPr/>
        </p:nvSpPr>
        <p:spPr>
          <a:xfrm>
            <a:off x="3557258" y="284498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C470420B-599F-BACD-1A98-C61115914BD3}"/>
              </a:ext>
            </a:extLst>
          </p:cNvPr>
          <p:cNvSpPr/>
          <p:nvPr/>
        </p:nvSpPr>
        <p:spPr>
          <a:xfrm>
            <a:off x="3865768" y="284498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E758743-AB1E-11E5-30EC-8C16CA43D5F1}"/>
              </a:ext>
            </a:extLst>
          </p:cNvPr>
          <p:cNvSpPr/>
          <p:nvPr/>
        </p:nvSpPr>
        <p:spPr>
          <a:xfrm>
            <a:off x="3142186" y="3074232"/>
            <a:ext cx="133884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추천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증빙자료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07532FD-DD28-638B-9717-4C65656AFA5B}"/>
              </a:ext>
            </a:extLst>
          </p:cNvPr>
          <p:cNvSpPr/>
          <p:nvPr/>
        </p:nvSpPr>
        <p:spPr>
          <a:xfrm>
            <a:off x="4515229" y="307422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3C15981E-3305-1611-0520-393920687BCA}"/>
              </a:ext>
            </a:extLst>
          </p:cNvPr>
          <p:cNvSpPr/>
          <p:nvPr/>
        </p:nvSpPr>
        <p:spPr>
          <a:xfrm>
            <a:off x="4823739" y="307422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7" name="Rectangle 191">
            <a:extLst>
              <a:ext uri="{FF2B5EF4-FFF2-40B4-BE49-F238E27FC236}">
                <a16:creationId xmlns:a16="http://schemas.microsoft.com/office/drawing/2014/main" id="{01AB4C5D-37A3-D5D2-D1AE-21F5F71AD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260" y="3095590"/>
            <a:ext cx="59311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성적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대회결과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B51CC8C8-0E93-8DD3-9683-E95B020B8E22}"/>
              </a:ext>
            </a:extLst>
          </p:cNvPr>
          <p:cNvSpPr/>
          <p:nvPr/>
        </p:nvSpPr>
        <p:spPr>
          <a:xfrm>
            <a:off x="2528348" y="3074232"/>
            <a:ext cx="36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4.5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Rectangle 191">
            <a:extLst>
              <a:ext uri="{FF2B5EF4-FFF2-40B4-BE49-F238E27FC236}">
                <a16:creationId xmlns:a16="http://schemas.microsoft.com/office/drawing/2014/main" id="{3479530E-C05C-0ECB-947D-BDF581B61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6608" y="3095590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11BCC35C-A0B2-40C2-596C-83417B369CD8}"/>
              </a:ext>
            </a:extLst>
          </p:cNvPr>
          <p:cNvSpPr>
            <a:spLocks noChangeAspect="1"/>
          </p:cNvSpPr>
          <p:nvPr/>
        </p:nvSpPr>
        <p:spPr>
          <a:xfrm>
            <a:off x="4176830" y="22287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E0D6B316-43F0-1875-73BC-7779F9BE8194}"/>
              </a:ext>
            </a:extLst>
          </p:cNvPr>
          <p:cNvSpPr>
            <a:spLocks noChangeAspect="1"/>
          </p:cNvSpPr>
          <p:nvPr/>
        </p:nvSpPr>
        <p:spPr>
          <a:xfrm>
            <a:off x="512127" y="260885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608E4390-3110-150F-BDD3-D65A35E2A2D9}"/>
              </a:ext>
            </a:extLst>
          </p:cNvPr>
          <p:cNvSpPr>
            <a:spLocks noChangeAspect="1"/>
          </p:cNvSpPr>
          <p:nvPr/>
        </p:nvSpPr>
        <p:spPr>
          <a:xfrm>
            <a:off x="512127" y="283858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BDF8A11F-F4BB-D30B-539F-C9D1991BBEF6}"/>
              </a:ext>
            </a:extLst>
          </p:cNvPr>
          <p:cNvSpPr>
            <a:spLocks noChangeAspect="1"/>
          </p:cNvSpPr>
          <p:nvPr/>
        </p:nvSpPr>
        <p:spPr>
          <a:xfrm>
            <a:off x="512127" y="3084878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E3070503-876D-F5A5-7438-34AFF5CE761C}"/>
              </a:ext>
            </a:extLst>
          </p:cNvPr>
          <p:cNvGrpSpPr/>
          <p:nvPr/>
        </p:nvGrpSpPr>
        <p:grpSpPr>
          <a:xfrm>
            <a:off x="1897456" y="3316788"/>
            <a:ext cx="2704513" cy="144016"/>
            <a:chOff x="1897884" y="2847629"/>
            <a:chExt cx="2704513" cy="144016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D04D0885-4CDD-7FDF-5334-648B0E4BEF78}"/>
                </a:ext>
              </a:extLst>
            </p:cNvPr>
            <p:cNvSpPr/>
            <p:nvPr/>
          </p:nvSpPr>
          <p:spPr>
            <a:xfrm>
              <a:off x="1897884" y="2847637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추천서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8149A6B8-C5C3-9C8A-C735-029C4F731A9E}"/>
                </a:ext>
              </a:extLst>
            </p:cNvPr>
            <p:cNvSpPr/>
            <p:nvPr/>
          </p:nvSpPr>
          <p:spPr>
            <a:xfrm>
              <a:off x="3550882" y="2847629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330A066E-F2C5-765E-ED5D-4462AAAF3BF9}"/>
                </a:ext>
              </a:extLst>
            </p:cNvPr>
            <p:cNvSpPr/>
            <p:nvPr/>
          </p:nvSpPr>
          <p:spPr>
            <a:xfrm>
              <a:off x="3859392" y="2847629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B522C721-FC9C-BE9A-E7F2-EA59ABDAABF3}"/>
                </a:ext>
              </a:extLst>
            </p:cNvPr>
            <p:cNvSpPr/>
            <p:nvPr/>
          </p:nvSpPr>
          <p:spPr>
            <a:xfrm>
              <a:off x="4176942" y="2847629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E487391C-7DA7-E6F6-FB1B-6059E08203AF}"/>
              </a:ext>
            </a:extLst>
          </p:cNvPr>
          <p:cNvGrpSpPr/>
          <p:nvPr/>
        </p:nvGrpSpPr>
        <p:grpSpPr>
          <a:xfrm>
            <a:off x="1900611" y="4957070"/>
            <a:ext cx="2386963" cy="144016"/>
            <a:chOff x="1897884" y="4476806"/>
            <a:chExt cx="2386963" cy="144016"/>
          </a:xfrm>
        </p:grpSpPr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099CEE2D-8299-EB02-7903-D8979E716BB0}"/>
                </a:ext>
              </a:extLst>
            </p:cNvPr>
            <p:cNvSpPr/>
            <p:nvPr/>
          </p:nvSpPr>
          <p:spPr>
            <a:xfrm>
              <a:off x="1897884" y="447681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B3C63D6B-3FA6-C37D-922E-0E8620605CB4}"/>
                </a:ext>
              </a:extLst>
            </p:cNvPr>
            <p:cNvSpPr/>
            <p:nvPr/>
          </p:nvSpPr>
          <p:spPr>
            <a:xfrm>
              <a:off x="3550882" y="447680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추가</a:t>
              </a: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4321E1FB-6EEB-0DF6-2AC4-AD3B992920FA}"/>
                </a:ext>
              </a:extLst>
            </p:cNvPr>
            <p:cNvSpPr/>
            <p:nvPr/>
          </p:nvSpPr>
          <p:spPr>
            <a:xfrm>
              <a:off x="3859392" y="447680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3A359D9C-409B-9252-E2CE-29B323FA79C7}"/>
              </a:ext>
            </a:extLst>
          </p:cNvPr>
          <p:cNvSpPr/>
          <p:nvPr/>
        </p:nvSpPr>
        <p:spPr>
          <a:xfrm>
            <a:off x="668524" y="4925266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A7D8AB87-8FDA-F0CD-0E0B-F62EF51B7120}"/>
              </a:ext>
            </a:extLst>
          </p:cNvPr>
          <p:cNvSpPr>
            <a:spLocks noChangeAspect="1"/>
          </p:cNvSpPr>
          <p:nvPr/>
        </p:nvSpPr>
        <p:spPr>
          <a:xfrm>
            <a:off x="512127" y="496126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57C887F9-EB49-4CA6-98C7-18AF84320570}"/>
              </a:ext>
            </a:extLst>
          </p:cNvPr>
          <p:cNvSpPr/>
          <p:nvPr/>
        </p:nvSpPr>
        <p:spPr>
          <a:xfrm>
            <a:off x="668524" y="3285795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82885137-CDBD-328D-A62F-59FCD1BD1F56}"/>
              </a:ext>
            </a:extLst>
          </p:cNvPr>
          <p:cNvSpPr>
            <a:spLocks noChangeAspect="1"/>
          </p:cNvSpPr>
          <p:nvPr/>
        </p:nvSpPr>
        <p:spPr>
          <a:xfrm>
            <a:off x="512127" y="332179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9298074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C9F713-1DE9-4735-72FC-0F0356320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261C859-C550-F6B5-5A87-2B98ECFDAA83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A45D6F1-FEA3-6260-DEA0-25701FD27CE3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7879BF86-D0D6-0EF0-09DC-DFB9C54198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8755462"/>
              </p:ext>
            </p:extLst>
          </p:nvPr>
        </p:nvGraphicFramePr>
        <p:xfrm>
          <a:off x="6969418" y="2548005"/>
          <a:ext cx="2772114" cy="1734217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특기생장학금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계좌정보가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6066593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F879107-E4C1-D715-B382-17F153253816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3146B5D-1A3D-07CF-3B40-3F92279D6401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4E1F8034-FB70-B8AC-99EF-8D03D46413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661DECA6-8ECD-A553-7A6E-E379F510CE76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F455FA7-9D6E-9527-9D40-A67DC5548A0F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3752BE4-ABBE-6105-7EED-45949B28FD21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FB35F74-806C-365F-04C0-B904BA05D4FE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423A96C-C833-6BE6-A86E-6D23EA578237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11E68E9-9DF6-21DC-6426-9D99E5F37191}"/>
              </a:ext>
            </a:extLst>
          </p:cNvPr>
          <p:cNvSpPr/>
          <p:nvPr/>
        </p:nvSpPr>
        <p:spPr>
          <a:xfrm>
            <a:off x="165100" y="1790190"/>
            <a:ext cx="6732116" cy="4915174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1A8AF34-AA96-4C95-ADA1-9BFA3BAA71E3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D2714F9-07AC-9367-1D31-B62A11D9CCB7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BFA36AC-E679-1C93-9D0B-D484D0E538AD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47D6EB0-67D2-775E-C177-10E73BDB933D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07A80-A7AC-D76F-4719-C0CE1165C296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특기생 장학금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3D4ED55-93A1-2F97-65AC-7CC79728B881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C50964E-9C0C-0EEE-D8F0-DD4347D9A076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13DBB29-A2AE-D183-9528-09F6A22C4311}"/>
              </a:ext>
            </a:extLst>
          </p:cNvPr>
          <p:cNvSpPr/>
          <p:nvPr/>
        </p:nvSpPr>
        <p:spPr>
          <a:xfrm>
            <a:off x="295439" y="2488391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5DDD5BDA-B1F3-D6AF-4448-1BB1D4479A9A}"/>
              </a:ext>
            </a:extLst>
          </p:cNvPr>
          <p:cNvGrpSpPr/>
          <p:nvPr/>
        </p:nvGrpSpPr>
        <p:grpSpPr>
          <a:xfrm>
            <a:off x="6728560" y="2668080"/>
            <a:ext cx="77080" cy="792000"/>
            <a:chOff x="6781481" y="1888563"/>
            <a:chExt cx="77080" cy="792000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A33A56DB-A580-09E0-15AB-B8EC412A9D10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112DDFA2-DA71-6208-FF8D-F4D3A1E8F5CB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FA6048A-8F66-CB55-D832-7F89502171A6}"/>
              </a:ext>
            </a:extLst>
          </p:cNvPr>
          <p:cNvSpPr/>
          <p:nvPr/>
        </p:nvSpPr>
        <p:spPr>
          <a:xfrm>
            <a:off x="281386" y="2668411"/>
            <a:ext cx="6442094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79655861-D0D5-0C4A-7EFF-F745E283ADD7}"/>
              </a:ext>
            </a:extLst>
          </p:cNvPr>
          <p:cNvSpPr/>
          <p:nvPr/>
        </p:nvSpPr>
        <p:spPr>
          <a:xfrm>
            <a:off x="295439" y="3700837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C9A4F3B4-1FD8-2ED8-D542-F4F620F4CE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7590813"/>
              </p:ext>
            </p:extLst>
          </p:nvPr>
        </p:nvGraphicFramePr>
        <p:xfrm>
          <a:off x="281386" y="3873751"/>
          <a:ext cx="6519175" cy="1839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8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17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798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5723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소속학교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57563900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0636FC6B-BB59-FED1-0595-868D8BC7EA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8142797"/>
              </p:ext>
            </p:extLst>
          </p:nvPr>
        </p:nvGraphicFramePr>
        <p:xfrm>
          <a:off x="281386" y="5949334"/>
          <a:ext cx="6508352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10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7" name="직사각형 86">
            <a:extLst>
              <a:ext uri="{FF2B5EF4-FFF2-40B4-BE49-F238E27FC236}">
                <a16:creationId xmlns:a16="http://schemas.microsoft.com/office/drawing/2014/main" id="{4640AF84-2C6D-A6EB-51EF-AE9DCA8A43AA}"/>
              </a:ext>
            </a:extLst>
          </p:cNvPr>
          <p:cNvSpPr/>
          <p:nvPr/>
        </p:nvSpPr>
        <p:spPr>
          <a:xfrm>
            <a:off x="295439" y="5768967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88" name="Picture 13">
            <a:extLst>
              <a:ext uri="{FF2B5EF4-FFF2-40B4-BE49-F238E27FC236}">
                <a16:creationId xmlns:a16="http://schemas.microsoft.com/office/drawing/2014/main" id="{6F3D374A-3885-F8BB-8237-FB3CF19302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9495" y="4138886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9" name="직사각형 88">
            <a:extLst>
              <a:ext uri="{FF2B5EF4-FFF2-40B4-BE49-F238E27FC236}">
                <a16:creationId xmlns:a16="http://schemas.microsoft.com/office/drawing/2014/main" id="{FA7DC05E-CCE5-001F-7643-F523FEDF6322}"/>
              </a:ext>
            </a:extLst>
          </p:cNvPr>
          <p:cNvSpPr/>
          <p:nvPr/>
        </p:nvSpPr>
        <p:spPr>
          <a:xfrm>
            <a:off x="1239605" y="4139150"/>
            <a:ext cx="35765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90" name="Picture 13">
            <a:extLst>
              <a:ext uri="{FF2B5EF4-FFF2-40B4-BE49-F238E27FC236}">
                <a16:creationId xmlns:a16="http://schemas.microsoft.com/office/drawing/2014/main" id="{823746A5-38A6-A98E-D520-AED70F8C03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0225" y="4138886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1" name="직사각형 90">
            <a:extLst>
              <a:ext uri="{FF2B5EF4-FFF2-40B4-BE49-F238E27FC236}">
                <a16:creationId xmlns:a16="http://schemas.microsoft.com/office/drawing/2014/main" id="{9CB3B14D-BB0E-8EA8-0613-7FF097D63F15}"/>
              </a:ext>
            </a:extLst>
          </p:cNvPr>
          <p:cNvSpPr/>
          <p:nvPr/>
        </p:nvSpPr>
        <p:spPr>
          <a:xfrm>
            <a:off x="1765573" y="4139150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92" name="Picture 13">
            <a:extLst>
              <a:ext uri="{FF2B5EF4-FFF2-40B4-BE49-F238E27FC236}">
                <a16:creationId xmlns:a16="http://schemas.microsoft.com/office/drawing/2014/main" id="{DC356BA3-505D-E787-8E4B-0B89CCD230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2078" y="4138886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FA58D2B6-4E8A-3194-39A9-E7D353501B0A}"/>
              </a:ext>
            </a:extLst>
          </p:cNvPr>
          <p:cNvSpPr/>
          <p:nvPr/>
        </p:nvSpPr>
        <p:spPr>
          <a:xfrm>
            <a:off x="2237426" y="4139150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pic>
        <p:nvPicPr>
          <p:cNvPr id="94" name="Picture 13">
            <a:extLst>
              <a:ext uri="{FF2B5EF4-FFF2-40B4-BE49-F238E27FC236}">
                <a16:creationId xmlns:a16="http://schemas.microsoft.com/office/drawing/2014/main" id="{6E2F6E75-5B68-4EAF-6F41-3ECAD596AF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4187" y="4145502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5" name="직사각형 94">
            <a:extLst>
              <a:ext uri="{FF2B5EF4-FFF2-40B4-BE49-F238E27FC236}">
                <a16:creationId xmlns:a16="http://schemas.microsoft.com/office/drawing/2014/main" id="{E6DECD33-FBF3-EE44-0F1A-F5354098254F}"/>
              </a:ext>
            </a:extLst>
          </p:cNvPr>
          <p:cNvSpPr/>
          <p:nvPr/>
        </p:nvSpPr>
        <p:spPr>
          <a:xfrm>
            <a:off x="4613063" y="4145766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98D56A8-5170-44F8-F811-5E5CDBC7C158}"/>
              </a:ext>
            </a:extLst>
          </p:cNvPr>
          <p:cNvSpPr/>
          <p:nvPr/>
        </p:nvSpPr>
        <p:spPr>
          <a:xfrm>
            <a:off x="5115176" y="4145766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11DC6E91-A631-54AE-CCFD-79F2FC11C4E4}"/>
              </a:ext>
            </a:extLst>
          </p:cNvPr>
          <p:cNvSpPr/>
          <p:nvPr/>
        </p:nvSpPr>
        <p:spPr>
          <a:xfrm>
            <a:off x="5054079" y="4155954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CB44937A-4D83-9E54-D976-9FEF541303FB}"/>
              </a:ext>
            </a:extLst>
          </p:cNvPr>
          <p:cNvSpPr/>
          <p:nvPr/>
        </p:nvSpPr>
        <p:spPr>
          <a:xfrm>
            <a:off x="5471016" y="4163905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332CB641-B538-49A2-9F03-B46F52FB649B}"/>
              </a:ext>
            </a:extLst>
          </p:cNvPr>
          <p:cNvSpPr/>
          <p:nvPr/>
        </p:nvSpPr>
        <p:spPr>
          <a:xfrm>
            <a:off x="5538589" y="4145766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8FF736C-73D8-714C-678D-AB0028ED1BBE}"/>
              </a:ext>
            </a:extLst>
          </p:cNvPr>
          <p:cNvSpPr/>
          <p:nvPr/>
        </p:nvSpPr>
        <p:spPr>
          <a:xfrm>
            <a:off x="1249383" y="4606918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오산대학교</a:t>
            </a:r>
          </a:p>
        </p:txBody>
      </p:sp>
      <p:pic>
        <p:nvPicPr>
          <p:cNvPr id="101" name="Picture 13">
            <a:extLst>
              <a:ext uri="{FF2B5EF4-FFF2-40B4-BE49-F238E27FC236}">
                <a16:creationId xmlns:a16="http://schemas.microsoft.com/office/drawing/2014/main" id="{E2F17795-6BD1-DFAC-C259-375DBBBEAC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49802" y="4607572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E26834-93A9-6C98-6393-1D5CACE6B56D}"/>
              </a:ext>
            </a:extLst>
          </p:cNvPr>
          <p:cNvSpPr/>
          <p:nvPr/>
        </p:nvSpPr>
        <p:spPr>
          <a:xfrm>
            <a:off x="2144801" y="4607836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4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59B7C33E-9418-E8C6-ED78-E53C1EB48FF5}"/>
              </a:ext>
            </a:extLst>
          </p:cNvPr>
          <p:cNvGrpSpPr/>
          <p:nvPr/>
        </p:nvGrpSpPr>
        <p:grpSpPr>
          <a:xfrm>
            <a:off x="1573419" y="4371747"/>
            <a:ext cx="236445" cy="144462"/>
            <a:chOff x="2716253" y="2405617"/>
            <a:chExt cx="236445" cy="144462"/>
          </a:xfrm>
        </p:grpSpPr>
        <p:sp>
          <p:nvSpPr>
            <p:cNvPr id="104" name="Rectangle 191">
              <a:extLst>
                <a:ext uri="{FF2B5EF4-FFF2-40B4-BE49-F238E27FC236}">
                  <a16:creationId xmlns:a16="http://schemas.microsoft.com/office/drawing/2014/main" id="{47B76A23-E9FA-B5CA-4687-51C7BCA4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여</a:t>
              </a: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graphicFrame>
          <p:nvGraphicFramePr>
            <p:cNvPr id="105" name="개체 104">
              <a:extLst>
                <a:ext uri="{FF2B5EF4-FFF2-40B4-BE49-F238E27FC236}">
                  <a16:creationId xmlns:a16="http://schemas.microsoft.com/office/drawing/2014/main" id="{B95D17D3-D97C-3123-536B-7B6C9CBF553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3" name="개체 52">
                          <a:extLst>
                            <a:ext uri="{FF2B5EF4-FFF2-40B4-BE49-F238E27FC236}">
                              <a16:creationId xmlns:a16="http://schemas.microsoft.com/office/drawing/2014/main" id="{6F0DCA44-27E7-BD44-9A63-173E3EE87DB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D4402D2-704C-8AAB-A395-631A11C4A09F}"/>
              </a:ext>
            </a:extLst>
          </p:cNvPr>
          <p:cNvGrpSpPr/>
          <p:nvPr/>
        </p:nvGrpSpPr>
        <p:grpSpPr>
          <a:xfrm>
            <a:off x="1249383" y="4377633"/>
            <a:ext cx="237128" cy="144463"/>
            <a:chOff x="2864768" y="2513669"/>
            <a:chExt cx="237128" cy="144463"/>
          </a:xfrm>
        </p:grpSpPr>
        <p:sp>
          <p:nvSpPr>
            <p:cNvPr id="107" name="Rectangle 191">
              <a:extLst>
                <a:ext uri="{FF2B5EF4-FFF2-40B4-BE49-F238E27FC236}">
                  <a16:creationId xmlns:a16="http://schemas.microsoft.com/office/drawing/2014/main" id="{9C6F5167-660C-E1EA-BE4E-817095F44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128" y="2526153"/>
              <a:ext cx="8976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남</a:t>
              </a:r>
            </a:p>
          </p:txBody>
        </p:sp>
        <p:graphicFrame>
          <p:nvGraphicFramePr>
            <p:cNvPr id="108" name="개체 107">
              <a:extLst>
                <a:ext uri="{FF2B5EF4-FFF2-40B4-BE49-F238E27FC236}">
                  <a16:creationId xmlns:a16="http://schemas.microsoft.com/office/drawing/2014/main" id="{E9CED1F0-5B18-7EB5-8ADD-8BDA6557657D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670828447"/>
                </p:ext>
              </p:extLst>
            </p:nvPr>
          </p:nvGraphicFramePr>
          <p:xfrm>
            <a:off x="2864768" y="251366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6" imgW="145435" imgH="145435" progId="Visio.Drawing.11">
                    <p:embed/>
                  </p:oleObj>
                </mc:Choice>
                <mc:Fallback>
                  <p:oleObj name="Visio" r:id="rId6" imgW="145435" imgH="145435" progId="Visio.Drawing.11">
                    <p:embed/>
                    <p:pic>
                      <p:nvPicPr>
                        <p:cNvPr id="56" name="개체 55">
                          <a:extLst>
                            <a:ext uri="{FF2B5EF4-FFF2-40B4-BE49-F238E27FC236}">
                              <a16:creationId xmlns:a16="http://schemas.microsoft.com/office/drawing/2014/main" id="{B1DEEBAE-B34E-0399-97C0-9123A98AABFB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4768" y="251366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9904C923-509B-3FEC-EA26-3ED7D3A3F9F7}"/>
              </a:ext>
            </a:extLst>
          </p:cNvPr>
          <p:cNvSpPr/>
          <p:nvPr/>
        </p:nvSpPr>
        <p:spPr>
          <a:xfrm>
            <a:off x="4613062" y="3914503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4FF8199-9D64-8991-7E79-097A12595C98}"/>
              </a:ext>
            </a:extLst>
          </p:cNvPr>
          <p:cNvSpPr/>
          <p:nvPr/>
        </p:nvSpPr>
        <p:spPr>
          <a:xfrm>
            <a:off x="1253020" y="5057260"/>
            <a:ext cx="476033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AEE20337-1C51-3400-FAE3-13466C8570A7}"/>
              </a:ext>
            </a:extLst>
          </p:cNvPr>
          <p:cNvSpPr/>
          <p:nvPr/>
        </p:nvSpPr>
        <p:spPr>
          <a:xfrm>
            <a:off x="1253020" y="5291500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A8A88EEC-F8C7-ECB3-7F7D-39BAF8D05A18}"/>
              </a:ext>
            </a:extLst>
          </p:cNvPr>
          <p:cNvSpPr/>
          <p:nvPr/>
        </p:nvSpPr>
        <p:spPr>
          <a:xfrm>
            <a:off x="1253020" y="5525199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A4022994-45AF-BE7A-0C04-593ED7119E18}"/>
              </a:ext>
            </a:extLst>
          </p:cNvPr>
          <p:cNvSpPr/>
          <p:nvPr/>
        </p:nvSpPr>
        <p:spPr>
          <a:xfrm>
            <a:off x="3735858" y="5317333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4A5703F6-8899-6F98-7085-7A1772FF20AE}"/>
              </a:ext>
            </a:extLst>
          </p:cNvPr>
          <p:cNvSpPr/>
          <p:nvPr/>
        </p:nvSpPr>
        <p:spPr>
          <a:xfrm>
            <a:off x="3735858" y="5551032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116" name="Picture 13">
            <a:extLst>
              <a:ext uri="{FF2B5EF4-FFF2-40B4-BE49-F238E27FC236}">
                <a16:creationId xmlns:a16="http://schemas.microsoft.com/office/drawing/2014/main" id="{222C5FD4-8657-CD5C-B9A6-61AAAE5C23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598761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725375F4-88DF-0562-3D71-C22B9DA9D39E}"/>
              </a:ext>
            </a:extLst>
          </p:cNvPr>
          <p:cNvSpPr/>
          <p:nvPr/>
        </p:nvSpPr>
        <p:spPr>
          <a:xfrm>
            <a:off x="1239605" y="5987881"/>
            <a:ext cx="6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4A43646-8554-5CCB-B412-9DF7C8AFFE0B}"/>
              </a:ext>
            </a:extLst>
          </p:cNvPr>
          <p:cNvSpPr/>
          <p:nvPr/>
        </p:nvSpPr>
        <p:spPr>
          <a:xfrm>
            <a:off x="1244828" y="6456650"/>
            <a:ext cx="15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5AF7E437-A758-913E-8832-62EB02ACDAA0}"/>
              </a:ext>
            </a:extLst>
          </p:cNvPr>
          <p:cNvGrpSpPr/>
          <p:nvPr/>
        </p:nvGrpSpPr>
        <p:grpSpPr>
          <a:xfrm>
            <a:off x="276332" y="3489397"/>
            <a:ext cx="1651953" cy="144463"/>
            <a:chOff x="2156839" y="1593629"/>
            <a:chExt cx="1651953" cy="144463"/>
          </a:xfrm>
        </p:grpSpPr>
        <p:sp>
          <p:nvSpPr>
            <p:cNvPr id="120" name="Rectangle 191">
              <a:extLst>
                <a:ext uri="{FF2B5EF4-FFF2-40B4-BE49-F238E27FC236}">
                  <a16:creationId xmlns:a16="http://schemas.microsoft.com/office/drawing/2014/main" id="{3779A16A-E597-A54A-7B29-7F501730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121" name="개체 120">
              <a:extLst>
                <a:ext uri="{FF2B5EF4-FFF2-40B4-BE49-F238E27FC236}">
                  <a16:creationId xmlns:a16="http://schemas.microsoft.com/office/drawing/2014/main" id="{4C7F17B9-4A41-262B-1B46-6FEDDAF8F64F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772706869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8" imgW="145435" imgH="145435" progId="Visio.Drawing.11">
                    <p:embed/>
                  </p:oleObj>
                </mc:Choice>
                <mc:Fallback>
                  <p:oleObj name="Visio" r:id="rId8" imgW="145435" imgH="145435" progId="Visio.Drawing.11">
                    <p:embed/>
                    <p:pic>
                      <p:nvPicPr>
                        <p:cNvPr id="70" name="개체 69">
                          <a:extLst>
                            <a:ext uri="{FF2B5EF4-FFF2-40B4-BE49-F238E27FC236}">
                              <a16:creationId xmlns:a16="http://schemas.microsoft.com/office/drawing/2014/main" id="{25F321E1-FD0B-E926-F61F-1E1BE602DC3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pic>
        <p:nvPicPr>
          <p:cNvPr id="122" name="Picture 13">
            <a:extLst>
              <a:ext uri="{FF2B5EF4-FFF2-40B4-BE49-F238E27FC236}">
                <a16:creationId xmlns:a16="http://schemas.microsoft.com/office/drawing/2014/main" id="{22A03EBE-7CF2-1097-8816-41D320B441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4187" y="437597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3AAF8F5-135D-1DDC-D438-D1739AD603C8}"/>
              </a:ext>
            </a:extLst>
          </p:cNvPr>
          <p:cNvSpPr/>
          <p:nvPr/>
        </p:nvSpPr>
        <p:spPr>
          <a:xfrm>
            <a:off x="4613063" y="4376242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AA504C7-9B0D-19A3-58CA-0647CCC1D1AA}"/>
              </a:ext>
            </a:extLst>
          </p:cNvPr>
          <p:cNvSpPr/>
          <p:nvPr/>
        </p:nvSpPr>
        <p:spPr>
          <a:xfrm>
            <a:off x="5115176" y="4376242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CB065177-523B-26FC-1625-B28D1F6EA8A2}"/>
              </a:ext>
            </a:extLst>
          </p:cNvPr>
          <p:cNvSpPr/>
          <p:nvPr/>
        </p:nvSpPr>
        <p:spPr>
          <a:xfrm>
            <a:off x="5054079" y="438643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9EF73247-3B8D-59FC-A56C-5733D73C9106}"/>
              </a:ext>
            </a:extLst>
          </p:cNvPr>
          <p:cNvSpPr/>
          <p:nvPr/>
        </p:nvSpPr>
        <p:spPr>
          <a:xfrm>
            <a:off x="5471016" y="439438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76885806-85F7-332D-BF7D-1099FB9FCD26}"/>
              </a:ext>
            </a:extLst>
          </p:cNvPr>
          <p:cNvSpPr/>
          <p:nvPr/>
        </p:nvSpPr>
        <p:spPr>
          <a:xfrm>
            <a:off x="5538589" y="4376242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9831A4B-0A66-C66D-9EE5-534CDFC06A72}"/>
              </a:ext>
            </a:extLst>
          </p:cNvPr>
          <p:cNvSpPr>
            <a:spLocks noChangeAspect="1"/>
          </p:cNvSpPr>
          <p:nvPr/>
        </p:nvSpPr>
        <p:spPr>
          <a:xfrm>
            <a:off x="202609" y="260092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7B18D00-E128-93A7-EB53-F7F75E6F45BC}"/>
              </a:ext>
            </a:extLst>
          </p:cNvPr>
          <p:cNvSpPr>
            <a:spLocks noChangeAspect="1"/>
          </p:cNvSpPr>
          <p:nvPr/>
        </p:nvSpPr>
        <p:spPr>
          <a:xfrm>
            <a:off x="202609" y="378905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ECEDAB6-A11B-5E42-C18E-B485486B5833}"/>
              </a:ext>
            </a:extLst>
          </p:cNvPr>
          <p:cNvSpPr>
            <a:spLocks noChangeAspect="1"/>
          </p:cNvSpPr>
          <p:nvPr/>
        </p:nvSpPr>
        <p:spPr>
          <a:xfrm>
            <a:off x="202609" y="586518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FDED6C-8318-9442-19C3-A879E5592353}"/>
              </a:ext>
            </a:extLst>
          </p:cNvPr>
          <p:cNvGrpSpPr/>
          <p:nvPr/>
        </p:nvGrpSpPr>
        <p:grpSpPr>
          <a:xfrm>
            <a:off x="1229119" y="4834071"/>
            <a:ext cx="3869183" cy="147301"/>
            <a:chOff x="1229119" y="4562220"/>
            <a:chExt cx="3869183" cy="147301"/>
          </a:xfrm>
        </p:grpSpPr>
        <p:sp>
          <p:nvSpPr>
            <p:cNvPr id="17" name="Rectangle 191">
              <a:extLst>
                <a:ext uri="{FF2B5EF4-FFF2-40B4-BE49-F238E27FC236}">
                  <a16:creationId xmlns:a16="http://schemas.microsoft.com/office/drawing/2014/main" id="{AF29F2D5-918E-F5E1-05E8-B792F8107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2009"/>
              <a:ext cx="153888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거주 확인 후 신청</a:t>
              </a:r>
            </a:p>
          </p:txBody>
        </p: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C9E959B6-989C-C309-90B7-ECEA1EBAD4D4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33" name="Rectangle 191">
                <a:extLst>
                  <a:ext uri="{FF2B5EF4-FFF2-40B4-BE49-F238E27FC236}">
                    <a16:creationId xmlns:a16="http://schemas.microsoft.com/office/drawing/2014/main" id="{17F1CA43-76F8-539D-76A5-14C35822D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34" name="개체 33">
                <a:extLst>
                  <a:ext uri="{FF2B5EF4-FFF2-40B4-BE49-F238E27FC236}">
                    <a16:creationId xmlns:a16="http://schemas.microsoft.com/office/drawing/2014/main" id="{4F941DA8-FB26-4280-B46A-4168B66EF32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4" imgW="145435" imgH="145435" progId="Visio.Drawing.11">
                      <p:embed/>
                    </p:oleObj>
                  </mc:Choice>
                  <mc:Fallback>
                    <p:oleObj name="Visio" r:id="rId4" imgW="145435" imgH="145435" progId="Visio.Drawing.11">
                      <p:embed/>
                      <p:pic>
                        <p:nvPicPr>
                          <p:cNvPr id="34" name="개체 33">
                            <a:extLst>
                              <a:ext uri="{FF2B5EF4-FFF2-40B4-BE49-F238E27FC236}">
                                <a16:creationId xmlns:a16="http://schemas.microsoft.com/office/drawing/2014/main" id="{769E50A0-380B-A470-8F86-D279060DE6DE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9611E153-82BD-9558-EBD8-87C1B388A2A3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31" name="Rectangle 191">
                <a:extLst>
                  <a:ext uri="{FF2B5EF4-FFF2-40B4-BE49-F238E27FC236}">
                    <a16:creationId xmlns:a16="http://schemas.microsoft.com/office/drawing/2014/main" id="{5F82F4BC-1207-1AF7-1278-C556A9B09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32" name="개체 31">
                <a:extLst>
                  <a:ext uri="{FF2B5EF4-FFF2-40B4-BE49-F238E27FC236}">
                    <a16:creationId xmlns:a16="http://schemas.microsoft.com/office/drawing/2014/main" id="{7C4050E5-A4FA-3DE9-C239-D27EBAF5AFA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007315000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32" name="개체 31">
                            <a:extLst>
                              <a:ext uri="{FF2B5EF4-FFF2-40B4-BE49-F238E27FC236}">
                                <a16:creationId xmlns:a16="http://schemas.microsoft.com/office/drawing/2014/main" id="{242355F2-6C12-59F2-240B-26DFE9B643E9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24" name="Picture 13">
              <a:extLst>
                <a:ext uri="{FF2B5EF4-FFF2-40B4-BE49-F238E27FC236}">
                  <a16:creationId xmlns:a16="http://schemas.microsoft.com/office/drawing/2014/main" id="{57659B03-2B23-70B2-23C4-E2C959E39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F2332088-6DB5-FD46-F0D5-89585BCA60C5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27" name="Picture 13">
              <a:extLst>
                <a:ext uri="{FF2B5EF4-FFF2-40B4-BE49-F238E27FC236}">
                  <a16:creationId xmlns:a16="http://schemas.microsoft.com/office/drawing/2014/main" id="{0B225960-21E1-481F-D447-EB7F1D07E0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F9095620-FA93-D8DD-A043-E33288643D23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29" name="Picture 13">
              <a:extLst>
                <a:ext uri="{FF2B5EF4-FFF2-40B4-BE49-F238E27FC236}">
                  <a16:creationId xmlns:a16="http://schemas.microsoft.com/office/drawing/2014/main" id="{E5ABCA59-964C-225F-8709-2A9B746D4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1921FF6-FCC0-2668-00B7-961775A410A5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9173875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F49E5E-6234-D312-C963-47F7A58F4C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F97B600-55C6-B982-722F-2301A5E44FA3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 신청정보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10ED357-196B-8729-1252-8F51E2C7C94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특기생장학금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D489AC69-2CB9-B897-38B2-DCAA17721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61846"/>
              </p:ext>
            </p:extLst>
          </p:nvPr>
        </p:nvGraphicFramePr>
        <p:xfrm>
          <a:off x="6969418" y="2548005"/>
          <a:ext cx="2772114" cy="7158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특기생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장학금 신청정보가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특기생장학금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A315BCF-8A2F-18D7-3499-95C11EF31EE8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smrt_application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750B9F2-7B1F-35F0-9D88-37639EB63ED7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F04E7FF-99B2-2CEA-F83C-7CC3C5BEEC33}"/>
              </a:ext>
            </a:extLst>
          </p:cNvPr>
          <p:cNvSpPr/>
          <p:nvPr/>
        </p:nvSpPr>
        <p:spPr>
          <a:xfrm>
            <a:off x="292846" y="1448780"/>
            <a:ext cx="1099660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특기생</a:t>
            </a:r>
            <a:r>
              <a:rPr lang="ko-KR" altLang="en-US" sz="800" b="1" dirty="0">
                <a:solidFill>
                  <a:prstClr val="black"/>
                </a:solidFill>
              </a:rPr>
              <a:t> 장학금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CB29D23-231A-5F07-97DD-82C03FF3A658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F1DC219A-35FE-EB03-82AA-85B9D6F0A7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E8E2E699-95AB-4ABA-4E61-03678BC9A3F6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22F3805-7F5E-C33E-12BB-9FE7CC5D0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0753072"/>
              </p:ext>
            </p:extLst>
          </p:nvPr>
        </p:nvGraphicFramePr>
        <p:xfrm>
          <a:off x="272480" y="1645687"/>
          <a:ext cx="6517258" cy="375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0054">
                  <a:extLst>
                    <a:ext uri="{9D8B030D-6E8A-4147-A177-3AD203B41FA5}">
                      <a16:colId xmlns:a16="http://schemas.microsoft.com/office/drawing/2014/main" val="3668863434"/>
                    </a:ext>
                  </a:extLst>
                </a:gridCol>
                <a:gridCol w="4921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</a:t>
                      </a:r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특기생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장학금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 gridSpan="2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35">
                <a:tc rowSpan="4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전형별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상장사본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230354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수상실적확인서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4628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대회안내문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142794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자격증사본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331317"/>
                  </a:ext>
                </a:extLst>
              </a:tr>
              <a:tr h="234735">
                <a:tc rowSpan="8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공통 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958612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주민등록등본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16417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국민기초생활보장수급자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차상위계층확인서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한부모가족보호대상확인서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장애인증명서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3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418894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5FA9ABE1-F5E4-2B19-4204-9A7F8AEF2B1B}"/>
              </a:ext>
            </a:extLst>
          </p:cNvPr>
          <p:cNvSpPr/>
          <p:nvPr/>
        </p:nvSpPr>
        <p:spPr>
          <a:xfrm>
            <a:off x="1904260" y="332699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자격증사본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A063B7E-E19F-360C-8517-88233D3A083F}"/>
              </a:ext>
            </a:extLst>
          </p:cNvPr>
          <p:cNvSpPr/>
          <p:nvPr/>
        </p:nvSpPr>
        <p:spPr>
          <a:xfrm>
            <a:off x="1904260" y="356037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추천서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D7F1160-DE7F-FDDF-496C-7B01C9EBBE54}"/>
              </a:ext>
            </a:extLst>
          </p:cNvPr>
          <p:cNvSpPr/>
          <p:nvPr/>
        </p:nvSpPr>
        <p:spPr>
          <a:xfrm>
            <a:off x="1904260" y="40288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주민등록등본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4D070AC-C53B-36C8-0926-10267C3C8371}"/>
              </a:ext>
            </a:extLst>
          </p:cNvPr>
          <p:cNvSpPr/>
          <p:nvPr/>
        </p:nvSpPr>
        <p:spPr>
          <a:xfrm>
            <a:off x="1904260" y="427321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 err="1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국민기초생활보장수급자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9D30B02-D811-4935-97CF-24DF6D9EC885}"/>
              </a:ext>
            </a:extLst>
          </p:cNvPr>
          <p:cNvSpPr/>
          <p:nvPr/>
        </p:nvSpPr>
        <p:spPr>
          <a:xfrm>
            <a:off x="1904260" y="450974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차상위계층확인서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612668C-1020-F3DD-EAF8-0D2C527EF3BD}"/>
              </a:ext>
            </a:extLst>
          </p:cNvPr>
          <p:cNvSpPr/>
          <p:nvPr/>
        </p:nvSpPr>
        <p:spPr>
          <a:xfrm>
            <a:off x="1904260" y="473899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1F852B51-94F0-6DC6-5D97-240A12E080BE}"/>
              </a:ext>
            </a:extLst>
          </p:cNvPr>
          <p:cNvSpPr/>
          <p:nvPr/>
        </p:nvSpPr>
        <p:spPr>
          <a:xfrm>
            <a:off x="1904260" y="497718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837391C-8713-D62F-C786-F823BC6FD2CF}"/>
              </a:ext>
            </a:extLst>
          </p:cNvPr>
          <p:cNvSpPr txBox="1"/>
          <p:nvPr/>
        </p:nvSpPr>
        <p:spPr>
          <a:xfrm>
            <a:off x="1939541" y="5229200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EB455EDF-4D32-63FF-8405-0E9EB2E1D64C}"/>
              </a:ext>
            </a:extLst>
          </p:cNvPr>
          <p:cNvSpPr txBox="1"/>
          <p:nvPr/>
        </p:nvSpPr>
        <p:spPr>
          <a:xfrm>
            <a:off x="3125954" y="5229200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DD59A6-D39A-279F-095A-CE826F7FAC94}"/>
              </a:ext>
            </a:extLst>
          </p:cNvPr>
          <p:cNvSpPr/>
          <p:nvPr/>
        </p:nvSpPr>
        <p:spPr>
          <a:xfrm>
            <a:off x="3557570" y="332698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D2CE89-5FA7-1386-BD1A-18C47581D34E}"/>
              </a:ext>
            </a:extLst>
          </p:cNvPr>
          <p:cNvSpPr/>
          <p:nvPr/>
        </p:nvSpPr>
        <p:spPr>
          <a:xfrm>
            <a:off x="3557570" y="356565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2DFA10D1-2A0F-3E7A-8B01-E6EDE5F8E926}"/>
              </a:ext>
            </a:extLst>
          </p:cNvPr>
          <p:cNvSpPr/>
          <p:nvPr/>
        </p:nvSpPr>
        <p:spPr>
          <a:xfrm>
            <a:off x="3557570" y="402772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06CFBB1-1CA4-F7BE-B477-FCFE1D74540A}"/>
              </a:ext>
            </a:extLst>
          </p:cNvPr>
          <p:cNvSpPr/>
          <p:nvPr/>
        </p:nvSpPr>
        <p:spPr>
          <a:xfrm>
            <a:off x="3557570" y="427324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F49AC4D0-F85C-1DEF-45EB-45482C5884CF}"/>
              </a:ext>
            </a:extLst>
          </p:cNvPr>
          <p:cNvSpPr/>
          <p:nvPr/>
        </p:nvSpPr>
        <p:spPr>
          <a:xfrm>
            <a:off x="3557570" y="450912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B0F4583A-15E5-68FA-02E4-01E1C8D8F8AA}"/>
              </a:ext>
            </a:extLst>
          </p:cNvPr>
          <p:cNvSpPr/>
          <p:nvPr/>
        </p:nvSpPr>
        <p:spPr>
          <a:xfrm>
            <a:off x="3557570" y="473309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7C66CF21-28C7-FCB3-E04A-4E1211BB4329}"/>
              </a:ext>
            </a:extLst>
          </p:cNvPr>
          <p:cNvSpPr/>
          <p:nvPr/>
        </p:nvSpPr>
        <p:spPr>
          <a:xfrm>
            <a:off x="3557570" y="497904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2063540B-03BE-1CF9-78FF-EBEF4E6B3FAC}"/>
              </a:ext>
            </a:extLst>
          </p:cNvPr>
          <p:cNvGrpSpPr/>
          <p:nvPr/>
        </p:nvGrpSpPr>
        <p:grpSpPr>
          <a:xfrm>
            <a:off x="3429010" y="2394996"/>
            <a:ext cx="505750" cy="144462"/>
            <a:chOff x="2716253" y="2405617"/>
            <a:chExt cx="505750" cy="144462"/>
          </a:xfrm>
        </p:grpSpPr>
        <p:sp>
          <p:nvSpPr>
            <p:cNvPr id="110" name="Rectangle 191">
              <a:extLst>
                <a:ext uri="{FF2B5EF4-FFF2-40B4-BE49-F238E27FC236}">
                  <a16:creationId xmlns:a16="http://schemas.microsoft.com/office/drawing/2014/main" id="{C1457E6A-CD11-01F2-4A08-C8C7B73F1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학업성적</a:t>
              </a:r>
            </a:p>
          </p:txBody>
        </p:sp>
        <p:graphicFrame>
          <p:nvGraphicFramePr>
            <p:cNvPr id="111" name="개체 110">
              <a:extLst>
                <a:ext uri="{FF2B5EF4-FFF2-40B4-BE49-F238E27FC236}">
                  <a16:creationId xmlns:a16="http://schemas.microsoft.com/office/drawing/2014/main" id="{05CF281E-2775-A8C7-A87F-54A77DBC759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11" name="개체 110">
                          <a:extLst>
                            <a:ext uri="{FF2B5EF4-FFF2-40B4-BE49-F238E27FC236}">
                              <a16:creationId xmlns:a16="http://schemas.microsoft.com/office/drawing/2014/main" id="{ABD6F507-262F-5C51-B036-BDF4B6258EA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06890DEE-9E26-CD19-8ADC-E37DAC3C1FF0}"/>
              </a:ext>
            </a:extLst>
          </p:cNvPr>
          <p:cNvGrpSpPr/>
          <p:nvPr/>
        </p:nvGrpSpPr>
        <p:grpSpPr>
          <a:xfrm>
            <a:off x="4006768" y="2394996"/>
            <a:ext cx="326213" cy="144462"/>
            <a:chOff x="2716253" y="2405617"/>
            <a:chExt cx="326213" cy="144462"/>
          </a:xfrm>
        </p:grpSpPr>
        <p:sp>
          <p:nvSpPr>
            <p:cNvPr id="113" name="Rectangle 191">
              <a:extLst>
                <a:ext uri="{FF2B5EF4-FFF2-40B4-BE49-F238E27FC236}">
                  <a16:creationId xmlns:a16="http://schemas.microsoft.com/office/drawing/2014/main" id="{FF20812B-8117-7933-8BD6-37A1C5EF0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930" y="242398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기타</a:t>
              </a:r>
            </a:p>
          </p:txBody>
        </p:sp>
        <p:graphicFrame>
          <p:nvGraphicFramePr>
            <p:cNvPr id="114" name="개체 113">
              <a:extLst>
                <a:ext uri="{FF2B5EF4-FFF2-40B4-BE49-F238E27FC236}">
                  <a16:creationId xmlns:a16="http://schemas.microsoft.com/office/drawing/2014/main" id="{7D6B45A5-07BF-A81E-2168-26AE2112B29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14" name="개체 113">
                          <a:extLst>
                            <a:ext uri="{FF2B5EF4-FFF2-40B4-BE49-F238E27FC236}">
                              <a16:creationId xmlns:a16="http://schemas.microsoft.com/office/drawing/2014/main" id="{8B48C427-E720-6F9D-AA9F-7CCA84079EF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5" name="Rectangle 191">
            <a:extLst>
              <a:ext uri="{FF2B5EF4-FFF2-40B4-BE49-F238E27FC236}">
                <a16:creationId xmlns:a16="http://schemas.microsoft.com/office/drawing/2014/main" id="{5E6F67DA-5DD6-156F-FC9F-8812F35F02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2177" y="2413366"/>
            <a:ext cx="143949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입상실적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                                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8A04C5BE-C02F-5A8F-9442-ABCFDD6BB73B}"/>
              </a:ext>
            </a:extLst>
          </p:cNvPr>
          <p:cNvGrpSpPr/>
          <p:nvPr/>
        </p:nvGrpSpPr>
        <p:grpSpPr>
          <a:xfrm>
            <a:off x="2645151" y="2394996"/>
            <a:ext cx="318262" cy="144462"/>
            <a:chOff x="2716253" y="2405617"/>
            <a:chExt cx="318262" cy="144462"/>
          </a:xfrm>
        </p:grpSpPr>
        <p:sp>
          <p:nvSpPr>
            <p:cNvPr id="117" name="Rectangle 191">
              <a:extLst>
                <a:ext uri="{FF2B5EF4-FFF2-40B4-BE49-F238E27FC236}">
                  <a16:creationId xmlns:a16="http://schemas.microsoft.com/office/drawing/2014/main" id="{C303EA15-A634-6D6B-4718-FCCF4EDAD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단체</a:t>
              </a:r>
            </a:p>
          </p:txBody>
        </p:sp>
        <p:graphicFrame>
          <p:nvGraphicFramePr>
            <p:cNvPr id="118" name="개체 117">
              <a:extLst>
                <a:ext uri="{FF2B5EF4-FFF2-40B4-BE49-F238E27FC236}">
                  <a16:creationId xmlns:a16="http://schemas.microsoft.com/office/drawing/2014/main" id="{885D0C1D-8897-1693-62DD-8F6D8D3E02E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18" name="개체 117">
                          <a:extLst>
                            <a:ext uri="{FF2B5EF4-FFF2-40B4-BE49-F238E27FC236}">
                              <a16:creationId xmlns:a16="http://schemas.microsoft.com/office/drawing/2014/main" id="{EADED8A9-7A56-318A-1B6C-FF0122C869B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34F73802-E147-A536-02E6-23D1722DF071}"/>
              </a:ext>
            </a:extLst>
          </p:cNvPr>
          <p:cNvGrpSpPr/>
          <p:nvPr/>
        </p:nvGrpSpPr>
        <p:grpSpPr>
          <a:xfrm>
            <a:off x="2306629" y="2394996"/>
            <a:ext cx="318262" cy="144462"/>
            <a:chOff x="2716253" y="2405617"/>
            <a:chExt cx="318262" cy="144462"/>
          </a:xfrm>
        </p:grpSpPr>
        <p:sp>
          <p:nvSpPr>
            <p:cNvPr id="120" name="Rectangle 191">
              <a:extLst>
                <a:ext uri="{FF2B5EF4-FFF2-40B4-BE49-F238E27FC236}">
                  <a16:creationId xmlns:a16="http://schemas.microsoft.com/office/drawing/2014/main" id="{2D07510F-E988-2267-2C79-C439F11CB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개인</a:t>
              </a:r>
            </a:p>
          </p:txBody>
        </p:sp>
        <p:graphicFrame>
          <p:nvGraphicFramePr>
            <p:cNvPr id="121" name="개체 120">
              <a:extLst>
                <a:ext uri="{FF2B5EF4-FFF2-40B4-BE49-F238E27FC236}">
                  <a16:creationId xmlns:a16="http://schemas.microsoft.com/office/drawing/2014/main" id="{089CD103-E311-712B-A84A-7A4D896DED0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1" name="개체 120">
                          <a:extLst>
                            <a:ext uri="{FF2B5EF4-FFF2-40B4-BE49-F238E27FC236}">
                              <a16:creationId xmlns:a16="http://schemas.microsoft.com/office/drawing/2014/main" id="{88B3EF6E-4FF2-5440-9AC4-114E4D2C654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C2F6B982-4939-6158-DD46-7F5968CB01AB}"/>
              </a:ext>
            </a:extLst>
          </p:cNvPr>
          <p:cNvGrpSpPr/>
          <p:nvPr/>
        </p:nvGrpSpPr>
        <p:grpSpPr>
          <a:xfrm>
            <a:off x="2980970" y="2394996"/>
            <a:ext cx="318262" cy="144462"/>
            <a:chOff x="2716253" y="2405617"/>
            <a:chExt cx="318262" cy="144462"/>
          </a:xfrm>
        </p:grpSpPr>
        <p:sp>
          <p:nvSpPr>
            <p:cNvPr id="123" name="Rectangle 191">
              <a:extLst>
                <a:ext uri="{FF2B5EF4-FFF2-40B4-BE49-F238E27FC236}">
                  <a16:creationId xmlns:a16="http://schemas.microsoft.com/office/drawing/2014/main" id="{6B79B74A-B34B-3B30-CBE3-1A4EFDF33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979" y="2416036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기능</a:t>
              </a:r>
            </a:p>
          </p:txBody>
        </p:sp>
        <p:graphicFrame>
          <p:nvGraphicFramePr>
            <p:cNvPr id="124" name="개체 123">
              <a:extLst>
                <a:ext uri="{FF2B5EF4-FFF2-40B4-BE49-F238E27FC236}">
                  <a16:creationId xmlns:a16="http://schemas.microsoft.com/office/drawing/2014/main" id="{0840349F-75B2-8EF2-223C-AE053C8374C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6253" y="2405617"/>
            <a:ext cx="144462" cy="144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124" name="개체 123">
                          <a:extLst>
                            <a:ext uri="{FF2B5EF4-FFF2-40B4-BE49-F238E27FC236}">
                              <a16:creationId xmlns:a16="http://schemas.microsoft.com/office/drawing/2014/main" id="{69EBD64B-8C62-4113-AA1D-456AD41FB65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6253" y="2405617"/>
                          <a:ext cx="144462" cy="1444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25" name="개체 124">
            <a:extLst>
              <a:ext uri="{FF2B5EF4-FFF2-40B4-BE49-F238E27FC236}">
                <a16:creationId xmlns:a16="http://schemas.microsoft.com/office/drawing/2014/main" id="{62C63745-0F45-F25B-9E23-3573F04D2DB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306629" y="2394996"/>
          <a:ext cx="144462" cy="144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5" imgW="145435" imgH="145435" progId="Visio.Drawing.11">
                  <p:embed/>
                </p:oleObj>
              </mc:Choice>
              <mc:Fallback>
                <p:oleObj name="Visio" r:id="rId5" imgW="145435" imgH="145435" progId="Visio.Drawing.11">
                  <p:embed/>
                  <p:pic>
                    <p:nvPicPr>
                      <p:cNvPr id="125" name="개체 124">
                        <a:extLst>
                          <a:ext uri="{FF2B5EF4-FFF2-40B4-BE49-F238E27FC236}">
                            <a16:creationId xmlns:a16="http://schemas.microsoft.com/office/drawing/2014/main" id="{163F6676-9B43-388A-C58C-C95419D3B99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06629" y="2394996"/>
                        <a:ext cx="144462" cy="144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6350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7DB863B3-FC0E-E691-A19F-A47B13C9CF50}"/>
              </a:ext>
            </a:extLst>
          </p:cNvPr>
          <p:cNvSpPr/>
          <p:nvPr/>
        </p:nvSpPr>
        <p:spPr>
          <a:xfrm>
            <a:off x="1904260" y="262743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5E472565-8687-E72B-CB1A-274EFFDF8113}"/>
              </a:ext>
            </a:extLst>
          </p:cNvPr>
          <p:cNvSpPr/>
          <p:nvPr/>
        </p:nvSpPr>
        <p:spPr>
          <a:xfrm>
            <a:off x="3557570" y="262742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DC5C53D-11EC-220D-EA7E-DD373295804A}"/>
              </a:ext>
            </a:extLst>
          </p:cNvPr>
          <p:cNvSpPr/>
          <p:nvPr/>
        </p:nvSpPr>
        <p:spPr>
          <a:xfrm>
            <a:off x="1904260" y="309809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대회안내문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E1CCC31C-595E-EADC-3877-F2B4E8E3D8BF}"/>
              </a:ext>
            </a:extLst>
          </p:cNvPr>
          <p:cNvSpPr/>
          <p:nvPr/>
        </p:nvSpPr>
        <p:spPr>
          <a:xfrm>
            <a:off x="3557570" y="309809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8E70C959-DB00-8542-2786-062AB376EF90}"/>
              </a:ext>
            </a:extLst>
          </p:cNvPr>
          <p:cNvSpPr/>
          <p:nvPr/>
        </p:nvSpPr>
        <p:spPr>
          <a:xfrm>
            <a:off x="6397011" y="5517232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E33646F-D1AC-6DDB-2739-5A74B2671DA5}"/>
              </a:ext>
            </a:extLst>
          </p:cNvPr>
          <p:cNvSpPr/>
          <p:nvPr/>
        </p:nvSpPr>
        <p:spPr>
          <a:xfrm>
            <a:off x="2913769" y="379988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BDB3FB2-95EA-55D1-0D15-BF1A7FA867C9}"/>
              </a:ext>
            </a:extLst>
          </p:cNvPr>
          <p:cNvSpPr/>
          <p:nvPr/>
        </p:nvSpPr>
        <p:spPr>
          <a:xfrm>
            <a:off x="4566310" y="379987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" name="Rectangle 191">
            <a:extLst>
              <a:ext uri="{FF2B5EF4-FFF2-40B4-BE49-F238E27FC236}">
                <a16:creationId xmlns:a16="http://schemas.microsoft.com/office/drawing/2014/main" id="{5A8B2A2D-5B82-3263-78F3-AA81905F9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498" y="3815162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첨부</a:t>
            </a:r>
          </a:p>
        </p:txBody>
      </p:sp>
      <p:sp>
        <p:nvSpPr>
          <p:cNvPr id="17" name="Rectangle 191">
            <a:extLst>
              <a:ext uri="{FF2B5EF4-FFF2-40B4-BE49-F238E27FC236}">
                <a16:creationId xmlns:a16="http://schemas.microsoft.com/office/drawing/2014/main" id="{B22D771F-51C6-445F-F9BA-C37554580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4260" y="3815588"/>
            <a:ext cx="35907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거주기간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69425E0-2982-028B-505D-CEE13912A527}"/>
              </a:ext>
            </a:extLst>
          </p:cNvPr>
          <p:cNvSpPr/>
          <p:nvPr/>
        </p:nvSpPr>
        <p:spPr>
          <a:xfrm>
            <a:off x="2287592" y="3794230"/>
            <a:ext cx="360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년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BB1566D-439D-74F7-D096-2AEB051189AC}"/>
              </a:ext>
            </a:extLst>
          </p:cNvPr>
          <p:cNvSpPr>
            <a:spLocks noChangeAspect="1"/>
          </p:cNvSpPr>
          <p:nvPr/>
        </p:nvSpPr>
        <p:spPr>
          <a:xfrm>
            <a:off x="202609" y="156385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E19DBEC1-1F1B-5A46-8265-66B6E44CC846}"/>
              </a:ext>
            </a:extLst>
          </p:cNvPr>
          <p:cNvSpPr>
            <a:spLocks noChangeAspect="1"/>
          </p:cNvSpPr>
          <p:nvPr/>
        </p:nvSpPr>
        <p:spPr>
          <a:xfrm>
            <a:off x="6221107" y="555034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1C8F5048-0929-78D5-85F8-DA6B28B63603}"/>
              </a:ext>
            </a:extLst>
          </p:cNvPr>
          <p:cNvGrpSpPr/>
          <p:nvPr/>
        </p:nvGrpSpPr>
        <p:grpSpPr>
          <a:xfrm>
            <a:off x="1902104" y="2860748"/>
            <a:ext cx="3147201" cy="147301"/>
            <a:chOff x="1824628" y="2860748"/>
            <a:chExt cx="3147201" cy="147301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061EB634-E385-6297-04C0-DCFC494560FC}"/>
                </a:ext>
              </a:extLst>
            </p:cNvPr>
            <p:cNvSpPr/>
            <p:nvPr/>
          </p:nvSpPr>
          <p:spPr>
            <a:xfrm>
              <a:off x="3561076" y="2862398"/>
              <a:ext cx="1106482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수상실적확인서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55D9B1B-B087-9996-D6AB-1BDC4D4F77B1}"/>
                </a:ext>
              </a:extLst>
            </p:cNvPr>
            <p:cNvSpPr/>
            <p:nvPr/>
          </p:nvSpPr>
          <p:spPr>
            <a:xfrm>
              <a:off x="4707655" y="2862390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  <p:sp>
          <p:nvSpPr>
            <p:cNvPr id="29" name="Rectangle 191">
              <a:extLst>
                <a:ext uri="{FF2B5EF4-FFF2-40B4-BE49-F238E27FC236}">
                  <a16:creationId xmlns:a16="http://schemas.microsoft.com/office/drawing/2014/main" id="{DA6B840A-A7D1-8F26-843B-157558FBB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249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순위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9CE24F-1BB7-922A-3B3F-F576A4DFA3C1}"/>
                </a:ext>
              </a:extLst>
            </p:cNvPr>
            <p:cNvSpPr/>
            <p:nvPr/>
          </p:nvSpPr>
          <p:spPr>
            <a:xfrm>
              <a:off x="2936732" y="2862398"/>
              <a:ext cx="36000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동매달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Rectangle 191">
              <a:extLst>
                <a:ext uri="{FF2B5EF4-FFF2-40B4-BE49-F238E27FC236}">
                  <a16:creationId xmlns:a16="http://schemas.microsoft.com/office/drawing/2014/main" id="{087D521D-1CF5-102F-D197-25E8FF4CB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796" y="2880537"/>
              <a:ext cx="17953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첨부</a:t>
              </a:r>
            </a:p>
          </p:txBody>
        </p:sp>
        <p:sp>
          <p:nvSpPr>
            <p:cNvPr id="32" name="Rectangle 191">
              <a:extLst>
                <a:ext uri="{FF2B5EF4-FFF2-40B4-BE49-F238E27FC236}">
                  <a16:creationId xmlns:a16="http://schemas.microsoft.com/office/drawing/2014/main" id="{6B2DD2A2-2519-933C-3D09-AB81D732F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628" y="2880537"/>
              <a:ext cx="35907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대회규모</a:t>
              </a:r>
            </a:p>
          </p:txBody>
        </p:sp>
        <p:pic>
          <p:nvPicPr>
            <p:cNvPr id="33" name="Picture 13">
              <a:extLst>
                <a:ext uri="{FF2B5EF4-FFF2-40B4-BE49-F238E27FC236}">
                  <a16:creationId xmlns:a16="http://schemas.microsoft.com/office/drawing/2014/main" id="{D36F25C3-95C5-FCBF-B89C-56565F2ADB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3135" y="2860748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26DF7C-FB73-24AA-A224-0A3D42B481E9}"/>
                </a:ext>
              </a:extLst>
            </p:cNvPr>
            <p:cNvSpPr/>
            <p:nvPr/>
          </p:nvSpPr>
          <p:spPr>
            <a:xfrm>
              <a:off x="2203245" y="2862398"/>
              <a:ext cx="35765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국제</a:t>
              </a: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3F441C-DAD1-BEDA-A37E-2A0C2F07A4A2}"/>
              </a:ext>
            </a:extLst>
          </p:cNvPr>
          <p:cNvSpPr/>
          <p:nvPr/>
        </p:nvSpPr>
        <p:spPr>
          <a:xfrm>
            <a:off x="668524" y="2826674"/>
            <a:ext cx="612121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3965900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7D4B3A-E39C-AD2A-AD3A-9BF6B69E91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BA13DE9F-D289-E1B0-A96C-4ABDB2DA038B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C82A1DE1-9B9A-94E2-5E7A-936E20CE012D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0C4C07B7-7F90-8BE6-90FD-2674B0B9C9A6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B1CDCB1A-6E2F-F22F-4559-16FBDE86C757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EBA4B16D-47D1-ED64-502C-79B5CE418CF5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5D0BFA7E-ABC9-678C-4F0C-C61EE6505CCC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A9514734-2C93-0B4F-BE49-EF8F57909781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9514AC08-F9D8-0431-9DB4-CD5BAC352533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C91E1DFD-1272-C564-5E23-9A414F32808D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192EA847-4137-EB58-FBDE-757F8F582440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2D8F1833-2D20-B80A-2AE6-9B2D1060C471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C951A522-A04A-7279-B344-9FF124403E61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D1087F6A-233D-D0EA-56AF-8D2E4B70879C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2A8D9F3B-89D0-A259-8BC4-0B9EDF1986AE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0945557D-4FFA-C3BD-B5E6-CC701A1E7E67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E6CA6844-CB77-3949-B30C-9DF432F7DA77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A34EFCBB-B2B9-02B7-341A-7B68B8EFE872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535C644E-DA9A-A18D-FE0A-E82CE067251C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C9334CC9-4749-E188-CB07-0D77468CC9D1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99D9FB83-4BBE-6C77-AD2A-C51601E00BBA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FD810368-B0F7-0AA3-A0C3-5DEC35013E8B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1A94AF19-A3CA-DBFF-953E-90C35DFE203A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12308EC0-FEBF-2FE8-8D8A-C7C2FA11C4C7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7E488D7B-F358-D1EA-4008-61EB0EA294C1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8932EE25-FD4B-CC5D-9249-FD572AEE8984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92B152BE-18C3-0A5A-B9A3-3ADB6ABA6F09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83">
            <a:extLst>
              <a:ext uri="{FF2B5EF4-FFF2-40B4-BE49-F238E27FC236}">
                <a16:creationId xmlns:a16="http://schemas.microsoft.com/office/drawing/2014/main" id="{2D86E27D-4BDD-D9CA-67FE-3B09EAFDDBD3}"/>
              </a:ext>
            </a:extLst>
          </p:cNvPr>
          <p:cNvSpPr/>
          <p:nvPr/>
        </p:nvSpPr>
        <p:spPr>
          <a:xfrm>
            <a:off x="7581292" y="2985588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</a:p>
        </p:txBody>
      </p:sp>
      <p:cxnSp>
        <p:nvCxnSpPr>
          <p:cNvPr id="3" name="꺾인 연결선 111">
            <a:extLst>
              <a:ext uri="{FF2B5EF4-FFF2-40B4-BE49-F238E27FC236}">
                <a16:creationId xmlns:a16="http://schemas.microsoft.com/office/drawing/2014/main" id="{376D358A-FF03-C5C0-898A-C1CE18B08AE6}"/>
              </a:ext>
            </a:extLst>
          </p:cNvPr>
          <p:cNvCxnSpPr>
            <a:cxnSpLocks/>
            <a:stCxn id="2" idx="3"/>
            <a:endCxn id="88" idx="2"/>
          </p:cNvCxnSpPr>
          <p:nvPr/>
        </p:nvCxnSpPr>
        <p:spPr>
          <a:xfrm flipV="1">
            <a:off x="8516684" y="2923881"/>
            <a:ext cx="14073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83">
            <a:extLst>
              <a:ext uri="{FF2B5EF4-FFF2-40B4-BE49-F238E27FC236}">
                <a16:creationId xmlns:a16="http://schemas.microsoft.com/office/drawing/2014/main" id="{4B117A75-BDDD-5C38-E6DA-E6C8DBB78041}"/>
              </a:ext>
            </a:extLst>
          </p:cNvPr>
          <p:cNvSpPr/>
          <p:nvPr/>
        </p:nvSpPr>
        <p:spPr>
          <a:xfrm>
            <a:off x="7238558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7" name="꺾인 연결선 111">
            <a:extLst>
              <a:ext uri="{FF2B5EF4-FFF2-40B4-BE49-F238E27FC236}">
                <a16:creationId xmlns:a16="http://schemas.microsoft.com/office/drawing/2014/main" id="{7A9FB177-0772-6D08-1C7B-9CEA02E889B7}"/>
              </a:ext>
            </a:extLst>
          </p:cNvPr>
          <p:cNvCxnSpPr>
            <a:cxnSpLocks/>
            <a:stCxn id="6" idx="3"/>
            <a:endCxn id="2" idx="2"/>
          </p:cNvCxnSpPr>
          <p:nvPr/>
        </p:nvCxnSpPr>
        <p:spPr>
          <a:xfrm flipV="1">
            <a:off x="7941332" y="3157726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D3624459-577A-1AA9-5434-8D774E65346F}"/>
              </a:ext>
            </a:extLst>
          </p:cNvPr>
          <p:cNvSpPr/>
          <p:nvPr/>
        </p:nvSpPr>
        <p:spPr>
          <a:xfrm>
            <a:off x="6511852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06E39A95-75F6-D50A-AC45-55E48E1613DF}"/>
              </a:ext>
            </a:extLst>
          </p:cNvPr>
          <p:cNvSpPr/>
          <p:nvPr/>
        </p:nvSpPr>
        <p:spPr>
          <a:xfrm>
            <a:off x="5785225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22435E3B-9069-1E91-CE23-7F95CBD73825}"/>
              </a:ext>
            </a:extLst>
          </p:cNvPr>
          <p:cNvSpPr/>
          <p:nvPr/>
        </p:nvSpPr>
        <p:spPr>
          <a:xfrm>
            <a:off x="7581292" y="3424686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</a:p>
        </p:txBody>
      </p:sp>
      <p:cxnSp>
        <p:nvCxnSpPr>
          <p:cNvPr id="15" name="꺾인 연결선 111">
            <a:extLst>
              <a:ext uri="{FF2B5EF4-FFF2-40B4-BE49-F238E27FC236}">
                <a16:creationId xmlns:a16="http://schemas.microsoft.com/office/drawing/2014/main" id="{B6054F2D-B7FE-89F1-F0B6-26C1247608FA}"/>
              </a:ext>
            </a:extLst>
          </p:cNvPr>
          <p:cNvCxnSpPr>
            <a:cxnSpLocks/>
            <a:stCxn id="13" idx="3"/>
            <a:endCxn id="88" idx="2"/>
          </p:cNvCxnSpPr>
          <p:nvPr/>
        </p:nvCxnSpPr>
        <p:spPr>
          <a:xfrm flipV="1">
            <a:off x="8516684" y="2923881"/>
            <a:ext cx="140735" cy="586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83">
            <a:extLst>
              <a:ext uri="{FF2B5EF4-FFF2-40B4-BE49-F238E27FC236}">
                <a16:creationId xmlns:a16="http://schemas.microsoft.com/office/drawing/2014/main" id="{8DD1B523-330A-308A-8ADA-382C97864678}"/>
              </a:ext>
            </a:extLst>
          </p:cNvPr>
          <p:cNvSpPr/>
          <p:nvPr/>
        </p:nvSpPr>
        <p:spPr>
          <a:xfrm>
            <a:off x="7238558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17" name="꺾인 연결선 111">
            <a:extLst>
              <a:ext uri="{FF2B5EF4-FFF2-40B4-BE49-F238E27FC236}">
                <a16:creationId xmlns:a16="http://schemas.microsoft.com/office/drawing/2014/main" id="{4875DD84-8E8E-1C59-9EC2-07DC8768A862}"/>
              </a:ext>
            </a:extLst>
          </p:cNvPr>
          <p:cNvCxnSpPr>
            <a:cxnSpLocks/>
            <a:stCxn id="16" idx="3"/>
            <a:endCxn id="13" idx="2"/>
          </p:cNvCxnSpPr>
          <p:nvPr/>
        </p:nvCxnSpPr>
        <p:spPr>
          <a:xfrm flipV="1">
            <a:off x="7941332" y="3596824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모서리가 둥근 직사각형 83">
            <a:extLst>
              <a:ext uri="{FF2B5EF4-FFF2-40B4-BE49-F238E27FC236}">
                <a16:creationId xmlns:a16="http://schemas.microsoft.com/office/drawing/2014/main" id="{54EB7D99-F80E-DAEF-45EC-2EA117836D0E}"/>
              </a:ext>
            </a:extLst>
          </p:cNvPr>
          <p:cNvSpPr/>
          <p:nvPr/>
        </p:nvSpPr>
        <p:spPr>
          <a:xfrm>
            <a:off x="6511852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0" name="모서리가 둥근 직사각형 83">
            <a:extLst>
              <a:ext uri="{FF2B5EF4-FFF2-40B4-BE49-F238E27FC236}">
                <a16:creationId xmlns:a16="http://schemas.microsoft.com/office/drawing/2014/main" id="{A95C0775-A513-7198-B13E-F8C79E2C0AB4}"/>
              </a:ext>
            </a:extLst>
          </p:cNvPr>
          <p:cNvSpPr/>
          <p:nvPr/>
        </p:nvSpPr>
        <p:spPr>
          <a:xfrm>
            <a:off x="5785225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6A91B269-986C-55F9-1A10-8BB9A5CD40FC}"/>
              </a:ext>
            </a:extLst>
          </p:cNvPr>
          <p:cNvSpPr/>
          <p:nvPr/>
        </p:nvSpPr>
        <p:spPr>
          <a:xfrm>
            <a:off x="7581292" y="3873849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 장학금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A71D5905-4AFC-5F8A-9EFA-999E44A8B41F}"/>
              </a:ext>
            </a:extLst>
          </p:cNvPr>
          <p:cNvCxnSpPr>
            <a:cxnSpLocks/>
            <a:stCxn id="22" idx="3"/>
            <a:endCxn id="88" idx="2"/>
          </p:cNvCxnSpPr>
          <p:nvPr/>
        </p:nvCxnSpPr>
        <p:spPr>
          <a:xfrm flipV="1">
            <a:off x="8516684" y="2923881"/>
            <a:ext cx="140735" cy="103603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82A03203-95B5-6ADA-CD83-1EA340998EAE}"/>
              </a:ext>
            </a:extLst>
          </p:cNvPr>
          <p:cNvSpPr/>
          <p:nvPr/>
        </p:nvSpPr>
        <p:spPr>
          <a:xfrm>
            <a:off x="7238558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25" name="꺾인 연결선 111">
            <a:extLst>
              <a:ext uri="{FF2B5EF4-FFF2-40B4-BE49-F238E27FC236}">
                <a16:creationId xmlns:a16="http://schemas.microsoft.com/office/drawing/2014/main" id="{A68C6ACB-1556-8952-7229-5367FCD4E2C6}"/>
              </a:ext>
            </a:extLst>
          </p:cNvPr>
          <p:cNvCxnSpPr>
            <a:cxnSpLocks/>
            <a:stCxn id="24" idx="3"/>
            <a:endCxn id="22" idx="2"/>
          </p:cNvCxnSpPr>
          <p:nvPr/>
        </p:nvCxnSpPr>
        <p:spPr>
          <a:xfrm flipV="1">
            <a:off x="7941332" y="4045987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83">
            <a:extLst>
              <a:ext uri="{FF2B5EF4-FFF2-40B4-BE49-F238E27FC236}">
                <a16:creationId xmlns:a16="http://schemas.microsoft.com/office/drawing/2014/main" id="{F48F4D31-E0C4-1AB3-0C3B-5C57131556DF}"/>
              </a:ext>
            </a:extLst>
          </p:cNvPr>
          <p:cNvSpPr/>
          <p:nvPr/>
        </p:nvSpPr>
        <p:spPr>
          <a:xfrm>
            <a:off x="6511852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7" name="모서리가 둥근 직사각형 83">
            <a:extLst>
              <a:ext uri="{FF2B5EF4-FFF2-40B4-BE49-F238E27FC236}">
                <a16:creationId xmlns:a16="http://schemas.microsoft.com/office/drawing/2014/main" id="{6CAF3BE8-2B68-4FD6-6B8A-DC855EC71E1E}"/>
              </a:ext>
            </a:extLst>
          </p:cNvPr>
          <p:cNvSpPr/>
          <p:nvPr/>
        </p:nvSpPr>
        <p:spPr>
          <a:xfrm>
            <a:off x="5785225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9" name="모서리가 둥근 직사각형 83">
            <a:extLst>
              <a:ext uri="{FF2B5EF4-FFF2-40B4-BE49-F238E27FC236}">
                <a16:creationId xmlns:a16="http://schemas.microsoft.com/office/drawing/2014/main" id="{76122F32-A345-B069-91A9-27625DB3C1CF}"/>
              </a:ext>
            </a:extLst>
          </p:cNvPr>
          <p:cNvSpPr/>
          <p:nvPr/>
        </p:nvSpPr>
        <p:spPr>
          <a:xfrm>
            <a:off x="7581292" y="4313670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0" name="꺾인 연결선 111">
            <a:extLst>
              <a:ext uri="{FF2B5EF4-FFF2-40B4-BE49-F238E27FC236}">
                <a16:creationId xmlns:a16="http://schemas.microsoft.com/office/drawing/2014/main" id="{51281D47-5751-6C5F-D070-3BA48788F8A0}"/>
              </a:ext>
            </a:extLst>
          </p:cNvPr>
          <p:cNvCxnSpPr>
            <a:cxnSpLocks/>
            <a:stCxn id="29" idx="3"/>
            <a:endCxn id="88" idx="2"/>
          </p:cNvCxnSpPr>
          <p:nvPr/>
        </p:nvCxnSpPr>
        <p:spPr>
          <a:xfrm flipV="1">
            <a:off x="8516684" y="2923881"/>
            <a:ext cx="140735" cy="147585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모서리가 둥근 직사각형 83">
            <a:extLst>
              <a:ext uri="{FF2B5EF4-FFF2-40B4-BE49-F238E27FC236}">
                <a16:creationId xmlns:a16="http://schemas.microsoft.com/office/drawing/2014/main" id="{739C5E36-892C-59BD-A064-233598D332FB}"/>
              </a:ext>
            </a:extLst>
          </p:cNvPr>
          <p:cNvSpPr/>
          <p:nvPr/>
        </p:nvSpPr>
        <p:spPr>
          <a:xfrm>
            <a:off x="7238558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2" name="꺾인 연결선 111">
            <a:extLst>
              <a:ext uri="{FF2B5EF4-FFF2-40B4-BE49-F238E27FC236}">
                <a16:creationId xmlns:a16="http://schemas.microsoft.com/office/drawing/2014/main" id="{7891EC47-2E91-ECD4-0556-F12E9AD95880}"/>
              </a:ext>
            </a:extLst>
          </p:cNvPr>
          <p:cNvCxnSpPr>
            <a:cxnSpLocks/>
            <a:stCxn id="31" idx="3"/>
            <a:endCxn id="29" idx="2"/>
          </p:cNvCxnSpPr>
          <p:nvPr/>
        </p:nvCxnSpPr>
        <p:spPr>
          <a:xfrm flipV="1">
            <a:off x="7941332" y="4485808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4EA765FA-C73B-35FA-10D3-D13FE2D5F8A0}"/>
              </a:ext>
            </a:extLst>
          </p:cNvPr>
          <p:cNvSpPr/>
          <p:nvPr/>
        </p:nvSpPr>
        <p:spPr>
          <a:xfrm>
            <a:off x="6511852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A61659EE-896F-1023-CCC3-0F832DC03304}"/>
              </a:ext>
            </a:extLst>
          </p:cNvPr>
          <p:cNvSpPr/>
          <p:nvPr/>
        </p:nvSpPr>
        <p:spPr>
          <a:xfrm>
            <a:off x="5785225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36" name="모서리가 둥근 직사각형 83">
            <a:extLst>
              <a:ext uri="{FF2B5EF4-FFF2-40B4-BE49-F238E27FC236}">
                <a16:creationId xmlns:a16="http://schemas.microsoft.com/office/drawing/2014/main" id="{A7050783-CDC3-A6C3-20C8-7CBA9971D1EB}"/>
              </a:ext>
            </a:extLst>
          </p:cNvPr>
          <p:cNvSpPr/>
          <p:nvPr/>
        </p:nvSpPr>
        <p:spPr>
          <a:xfrm>
            <a:off x="7581292" y="4758817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cxnSp>
        <p:nvCxnSpPr>
          <p:cNvPr id="37" name="꺾인 연결선 111">
            <a:extLst>
              <a:ext uri="{FF2B5EF4-FFF2-40B4-BE49-F238E27FC236}">
                <a16:creationId xmlns:a16="http://schemas.microsoft.com/office/drawing/2014/main" id="{D2C3E5B8-1167-92C7-64E8-6D27CAA16274}"/>
              </a:ext>
            </a:extLst>
          </p:cNvPr>
          <p:cNvCxnSpPr>
            <a:cxnSpLocks/>
            <a:stCxn id="36" idx="3"/>
            <a:endCxn id="88" idx="2"/>
          </p:cNvCxnSpPr>
          <p:nvPr/>
        </p:nvCxnSpPr>
        <p:spPr>
          <a:xfrm flipV="1">
            <a:off x="8516684" y="2923881"/>
            <a:ext cx="140735" cy="19210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모서리가 둥근 직사각형 83">
            <a:extLst>
              <a:ext uri="{FF2B5EF4-FFF2-40B4-BE49-F238E27FC236}">
                <a16:creationId xmlns:a16="http://schemas.microsoft.com/office/drawing/2014/main" id="{05778899-FB86-DA52-44A0-D86220310BA3}"/>
              </a:ext>
            </a:extLst>
          </p:cNvPr>
          <p:cNvSpPr/>
          <p:nvPr/>
        </p:nvSpPr>
        <p:spPr>
          <a:xfrm>
            <a:off x="7238558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9" name="꺾인 연결선 111">
            <a:extLst>
              <a:ext uri="{FF2B5EF4-FFF2-40B4-BE49-F238E27FC236}">
                <a16:creationId xmlns:a16="http://schemas.microsoft.com/office/drawing/2014/main" id="{5B06097B-0444-0ACA-82CC-3DFE4707997D}"/>
              </a:ext>
            </a:extLst>
          </p:cNvPr>
          <p:cNvCxnSpPr>
            <a:cxnSpLocks/>
            <a:stCxn id="38" idx="3"/>
            <a:endCxn id="36" idx="2"/>
          </p:cNvCxnSpPr>
          <p:nvPr/>
        </p:nvCxnSpPr>
        <p:spPr>
          <a:xfrm flipV="1">
            <a:off x="7941332" y="4930955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83">
            <a:extLst>
              <a:ext uri="{FF2B5EF4-FFF2-40B4-BE49-F238E27FC236}">
                <a16:creationId xmlns:a16="http://schemas.microsoft.com/office/drawing/2014/main" id="{E24EEEF1-B44B-7809-6EBE-8BDA1737719C}"/>
              </a:ext>
            </a:extLst>
          </p:cNvPr>
          <p:cNvSpPr/>
          <p:nvPr/>
        </p:nvSpPr>
        <p:spPr>
          <a:xfrm>
            <a:off x="6511852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4F0CC474-D78C-A86F-3D9E-776DFD05A6A5}"/>
              </a:ext>
            </a:extLst>
          </p:cNvPr>
          <p:cNvSpPr/>
          <p:nvPr/>
        </p:nvSpPr>
        <p:spPr>
          <a:xfrm>
            <a:off x="5785225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</p:spTree>
    <p:extLst>
      <p:ext uri="{BB962C8B-B14F-4D97-AF65-F5344CB8AC3E}">
        <p14:creationId xmlns:p14="http://schemas.microsoft.com/office/powerpoint/2010/main" val="243432774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50298-47FE-4FF1-6A30-7729ED70DC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1778C28-8466-0D10-781A-67874C988192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8031387-F241-D74B-3D9B-D0D787E6D858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0181E65-CBDC-6A7E-9AFC-0BC3F89C1C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7639713"/>
              </p:ext>
            </p:extLst>
          </p:nvPr>
        </p:nvGraphicFramePr>
        <p:xfrm>
          <a:off x="6969418" y="2548005"/>
          <a:ext cx="2772114" cy="30729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탭 메뉴 중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 장학금 공고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접수중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현재 접수기간일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마감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접수기간이 지난 경우의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공고 대상 장학금 신청을 등록한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심사중으로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선발로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예비로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탈락으로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회원이 취소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선발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지급완료로 처리한 상태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8696857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9E1E546F-732F-18C7-1A5A-6F1037135F28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84C0D0D-F6A2-6749-5474-2CBD6BE7EC63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E5289156-661C-51F0-7F66-895C05AF7F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533F05C7-1D76-A71D-7409-4094912609C1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DF8DA44-83EE-06C4-C448-AFB034AC130C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91536C6-EA58-B8D4-D8FA-A3E33B05B700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82B96B2-628A-012C-9F73-4DE4B9E921CE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868A963-B9D9-9703-5AC5-B4F1EC4117B1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D6BC78-1071-FF4F-1C18-2761D0F536F8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070796-DFC7-420D-B517-D96234E48950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E54844D-F6D5-B99E-D537-98C09135E86E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99A1933-97DA-97BB-7487-22A43F39775D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21256F0-31EF-B4A6-4BC9-36511E660A34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ECFFB88-A5CD-4440-F3F1-2E9EB057562A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A0E3154-2B2E-55CD-3B34-8EF790C9E01C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행복기숙사 </a:t>
            </a:r>
            <a:r>
              <a:rPr lang="ko-KR" altLang="en-US" sz="700" dirty="0" err="1">
                <a:solidFill>
                  <a:schemeClr val="bg1"/>
                </a:solidFill>
              </a:rPr>
              <a:t>입사비</a:t>
            </a:r>
            <a:endParaRPr lang="ko-KR" altLang="en-US" sz="700" dirty="0">
              <a:solidFill>
                <a:schemeClr val="bg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70DD960-3BE6-C746-6928-D713B046CE1D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CA06E768-BA7F-8D73-8681-116374B6CE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4614180"/>
              </p:ext>
            </p:extLst>
          </p:nvPr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+mn-ea"/>
                        </a:rPr>
                        <a:t>행복기숙사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+mn-ea"/>
                        </a:rPr>
                        <a:t>입사비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행복기숙사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입사비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D2B87F1C-47BD-8537-7018-25FEF1D1A05F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7B6173E-26A6-1DE9-CC50-BA9FBFEB7CA2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D1B3F5-122A-3F65-6C90-C1FBFD779613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C6042035-6488-D207-0E43-206830767F0F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3BB41B3-FF3B-32A9-E858-CE86680E9EE0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9D16D4A3-2AD1-BD86-60DF-B1D167AA74F9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2A33D85-5619-411E-578E-E96A51BCA656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3D5940F-0357-206C-C7A6-68F725835485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100931455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B698F8-E28F-F24F-A131-796893C27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696297F-8FB0-C527-16D7-50A4A4A5773F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0DCA0F8-A2D8-D8B5-81CD-5D918CC73ECF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8C437B1-404B-DDBE-C93E-3C551CFCA9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7817562"/>
              </p:ext>
            </p:extLst>
          </p:nvPr>
        </p:nvGraphicFramePr>
        <p:xfrm>
          <a:off x="6969418" y="2548005"/>
          <a:ext cx="2772114" cy="10270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설정 화면으로 이동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신청완료 시 보임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열람 화면으로 이동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지급완료 시 보임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8696857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18AE487E-55AB-98CA-B3B3-2065F94C8B2C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D9442AC-F63A-4346-829D-2D2D99B9AE08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BFC2A9F0-4896-C104-5FBB-CAA7949EE6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2718A294-8B72-6974-EA81-715C0525A837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A0E5432-BE7B-643F-F0AA-C159705DEB58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2D2B8C2-AB6A-01D9-BDD6-BE9752232F03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7F19B28-9808-6753-8740-B282B464892C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1439082-F65F-3E15-372E-ADABBA6F11A4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CEB736-1562-DBDC-8584-F8ADEA52C3B6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8B66451-FF8C-B910-88E0-1B2FC455FA91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B0A580E-7C99-0767-F2F1-5E8D87DCE405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2FA6AB6-D329-5196-83FC-0CF03F13399E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DE8B9FC-E6B7-5B73-E842-E274336B74B4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56BDA4A-E2F3-38FB-6525-97742C8FE51E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F15C085-C657-8331-F9C8-46308C8ED716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행복기숙사 </a:t>
            </a:r>
            <a:r>
              <a:rPr lang="ko-KR" altLang="en-US" sz="700" dirty="0" err="1">
                <a:solidFill>
                  <a:schemeClr val="bg1"/>
                </a:solidFill>
              </a:rPr>
              <a:t>입사비</a:t>
            </a:r>
            <a:endParaRPr lang="ko-KR" altLang="en-US" sz="700" dirty="0">
              <a:solidFill>
                <a:schemeClr val="bg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6665B4C-343B-0F4D-0C87-C331F30BEF41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C557F46A-A9D5-1F29-FA3E-4F7351B09FAC}"/>
              </a:ext>
            </a:extLst>
          </p:cNvPr>
          <p:cNvGraphicFramePr>
            <a:graphicFrameLocks noGrp="1"/>
          </p:cNvGraphicFramePr>
          <p:nvPr/>
        </p:nvGraphicFramePr>
        <p:xfrm>
          <a:off x="273050" y="2548005"/>
          <a:ext cx="6505965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4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83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657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869487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562776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9747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신청정보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+mn-ea"/>
                        </a:rPr>
                        <a:t>행복기숙사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+mn-ea"/>
                        </a:rPr>
                        <a:t>입사비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행복기숙사 입사비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83900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행복기숙사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입사비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9356785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0A3F5CED-7B0A-CC1D-86AA-74CF757DDFC2}"/>
              </a:ext>
            </a:extLst>
          </p:cNvPr>
          <p:cNvSpPr/>
          <p:nvPr/>
        </p:nvSpPr>
        <p:spPr>
          <a:xfrm>
            <a:off x="6373058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F132007-9D44-47E9-F2C3-AFD415F649A6}"/>
              </a:ext>
            </a:extLst>
          </p:cNvPr>
          <p:cNvSpPr/>
          <p:nvPr/>
        </p:nvSpPr>
        <p:spPr>
          <a:xfrm>
            <a:off x="6373058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8411974-7663-4A91-E748-E2734A25922C}"/>
              </a:ext>
            </a:extLst>
          </p:cNvPr>
          <p:cNvSpPr/>
          <p:nvPr/>
        </p:nvSpPr>
        <p:spPr>
          <a:xfrm>
            <a:off x="6373058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242ECCA-D529-2838-A94A-1ABA23DBB87A}"/>
              </a:ext>
            </a:extLst>
          </p:cNvPr>
          <p:cNvSpPr/>
          <p:nvPr/>
        </p:nvSpPr>
        <p:spPr>
          <a:xfrm>
            <a:off x="6373058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A659ADE-3144-6127-1D07-1C3877375EC9}"/>
              </a:ext>
            </a:extLst>
          </p:cNvPr>
          <p:cNvSpPr/>
          <p:nvPr/>
        </p:nvSpPr>
        <p:spPr>
          <a:xfrm>
            <a:off x="6373058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138344BA-AD1D-DE7F-875D-65E2B40A39AF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8455675-E307-2769-D20F-2317F666EF33}"/>
              </a:ext>
            </a:extLst>
          </p:cNvPr>
          <p:cNvSpPr/>
          <p:nvPr/>
        </p:nvSpPr>
        <p:spPr>
          <a:xfrm>
            <a:off x="6373058" y="4224456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C63B6D3-1397-6DEA-5698-583193D09339}"/>
              </a:ext>
            </a:extLst>
          </p:cNvPr>
          <p:cNvSpPr/>
          <p:nvPr/>
        </p:nvSpPr>
        <p:spPr>
          <a:xfrm>
            <a:off x="6373058" y="44910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37687121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D15D78-2E3C-7614-0BFF-363433A27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D7975FF-4CD0-9033-EAD9-4BC0A2182768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CB1B385-916C-D217-5FD5-FDB5E2D7728D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799EC6ED-744F-CB0A-C1BF-4F9FAAFE2D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609683"/>
              </p:ext>
            </p:extLst>
          </p:nvPr>
        </p:nvGraphicFramePr>
        <p:xfrm>
          <a:off x="6969418" y="2548005"/>
          <a:ext cx="2772114" cy="28982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고등학생장학금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신청건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설정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이름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신청자 회원의 이름을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작성한 보호자 이름이며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연락처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본인 연락처이며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연락처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보호자 연락처이며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이메일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본인 이메일 주소이며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 기숙사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개봉동기숙사형청년주택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독산동기숙사형청년주택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대구행복기숙사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동소문행복기숙사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부경대행복기숙사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세종대공동캠퍼스행복기숙사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천안행복기숙사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홍제행복기숙사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사립행복기숙사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 선택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FDC87ECD-2BED-4A2C-D7F1-9BE612EC664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F55AE81-A072-7D80-3430-CFA026082CF4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900EC495-EE9B-C467-002E-FB1F6E2CCA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018F9C51-66C4-C137-4BA1-F0B6EBDF3E36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5A39537-75E2-509C-3AAB-338517C1E808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1E7756F-ADF3-6CB8-0336-53DDF3696EBF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DFE1BEB-FE26-508B-6F60-4F04DC0CA1CC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8670797-29D7-736C-754A-297A15A427DD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374D6F6-8EEE-0B42-AE68-4478DCEF1F47}"/>
              </a:ext>
            </a:extLst>
          </p:cNvPr>
          <p:cNvSpPr/>
          <p:nvPr/>
        </p:nvSpPr>
        <p:spPr>
          <a:xfrm>
            <a:off x="165100" y="1790190"/>
            <a:ext cx="6732116" cy="495117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A670CC6-3FD5-CE49-88D2-B304447596B3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E795A47-1647-E2F9-533B-E3760E35D0A6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DA8C25-1D2B-462E-2FE8-744712B0BD88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1D0C8BC-E411-F325-43FE-92A21DD5BBB1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C47E05F-E2FE-C0E2-4C43-2D59787C47FF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AAB080A-A9FA-25BE-F080-7DAF576EFA6A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행복기숙사 </a:t>
            </a:r>
            <a:r>
              <a:rPr lang="ko-KR" altLang="en-US" sz="700" dirty="0" err="1">
                <a:solidFill>
                  <a:schemeClr val="bg1"/>
                </a:solidFill>
              </a:rPr>
              <a:t>입사비</a:t>
            </a:r>
            <a:endParaRPr lang="ko-KR" altLang="en-US" sz="700" dirty="0">
              <a:solidFill>
                <a:schemeClr val="bg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463BE0D-16AD-3A22-8290-72E46C654304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D71AF3B-BFC3-16B6-AAFB-57B92FFA7976}"/>
              </a:ext>
            </a:extLst>
          </p:cNvPr>
          <p:cNvSpPr/>
          <p:nvPr/>
        </p:nvSpPr>
        <p:spPr>
          <a:xfrm>
            <a:off x="273050" y="2536851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798C1B7A-03B6-D9B0-60D0-E79951DA518B}"/>
              </a:ext>
            </a:extLst>
          </p:cNvPr>
          <p:cNvGrpSpPr/>
          <p:nvPr/>
        </p:nvGrpSpPr>
        <p:grpSpPr>
          <a:xfrm>
            <a:off x="6728560" y="2716540"/>
            <a:ext cx="77080" cy="612000"/>
            <a:chOff x="6781481" y="1888563"/>
            <a:chExt cx="77080" cy="61200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EA59006-D5C0-CF24-6F17-99B97AB00DED}"/>
                </a:ext>
              </a:extLst>
            </p:cNvPr>
            <p:cNvSpPr/>
            <p:nvPr/>
          </p:nvSpPr>
          <p:spPr>
            <a:xfrm>
              <a:off x="6786561" y="1888563"/>
              <a:ext cx="72000" cy="61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674C69F9-758A-2895-2118-50D34A6724F2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24BAF07-EA57-56C9-7552-48F51F3292FD}"/>
              </a:ext>
            </a:extLst>
          </p:cNvPr>
          <p:cNvSpPr/>
          <p:nvPr/>
        </p:nvSpPr>
        <p:spPr>
          <a:xfrm>
            <a:off x="258997" y="2716871"/>
            <a:ext cx="6464483" cy="60045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</a:t>
            </a:r>
            <a:r>
              <a:rPr lang="ko-KR" altLang="en-US" sz="700" dirty="0" err="1">
                <a:solidFill>
                  <a:prstClr val="black"/>
                </a:solidFill>
              </a:rPr>
              <a:t>수집・이용</a:t>
            </a:r>
            <a:r>
              <a:rPr lang="ko-KR" altLang="en-US" sz="700" dirty="0">
                <a:solidFill>
                  <a:prstClr val="black"/>
                </a:solidFill>
              </a:rPr>
              <a:t> 내역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1CB8ACC-B97C-BDBF-210F-DDCFFF4562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7693645"/>
              </p:ext>
            </p:extLst>
          </p:nvPr>
        </p:nvGraphicFramePr>
        <p:xfrm>
          <a:off x="266947" y="6005440"/>
          <a:ext cx="6530741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01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9E2EA65E-E091-E870-15D8-F8F82218DF81}"/>
              </a:ext>
            </a:extLst>
          </p:cNvPr>
          <p:cNvSpPr/>
          <p:nvPr/>
        </p:nvSpPr>
        <p:spPr>
          <a:xfrm>
            <a:off x="281001" y="5825073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53" name="Picture 13">
            <a:extLst>
              <a:ext uri="{FF2B5EF4-FFF2-40B4-BE49-F238E27FC236}">
                <a16:creationId xmlns:a16="http://schemas.microsoft.com/office/drawing/2014/main" id="{D0978CA7-7E4A-FD1A-22E8-4B961451F0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6043723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4" name="직사각형 53">
            <a:extLst>
              <a:ext uri="{FF2B5EF4-FFF2-40B4-BE49-F238E27FC236}">
                <a16:creationId xmlns:a16="http://schemas.microsoft.com/office/drawing/2014/main" id="{65548345-9A96-E928-1F67-52008968BD1D}"/>
              </a:ext>
            </a:extLst>
          </p:cNvPr>
          <p:cNvSpPr/>
          <p:nvPr/>
        </p:nvSpPr>
        <p:spPr>
          <a:xfrm>
            <a:off x="1239605" y="6043987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22F770-CE8D-A4A4-E622-0FCE1F7111EC}"/>
              </a:ext>
            </a:extLst>
          </p:cNvPr>
          <p:cNvSpPr/>
          <p:nvPr/>
        </p:nvSpPr>
        <p:spPr>
          <a:xfrm>
            <a:off x="1244828" y="6512756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336607C5-F605-F37F-B26E-BD78AB4D22C4}"/>
              </a:ext>
            </a:extLst>
          </p:cNvPr>
          <p:cNvGrpSpPr/>
          <p:nvPr/>
        </p:nvGrpSpPr>
        <p:grpSpPr>
          <a:xfrm>
            <a:off x="253943" y="3344853"/>
            <a:ext cx="1651953" cy="144463"/>
            <a:chOff x="2156839" y="1593629"/>
            <a:chExt cx="1651953" cy="144463"/>
          </a:xfrm>
        </p:grpSpPr>
        <p:sp>
          <p:nvSpPr>
            <p:cNvPr id="58" name="Rectangle 191">
              <a:extLst>
                <a:ext uri="{FF2B5EF4-FFF2-40B4-BE49-F238E27FC236}">
                  <a16:creationId xmlns:a16="http://schemas.microsoft.com/office/drawing/2014/main" id="{6D0E7BDE-2F66-6F87-9B04-9E6CC34A7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59" name="개체 58">
              <a:extLst>
                <a:ext uri="{FF2B5EF4-FFF2-40B4-BE49-F238E27FC236}">
                  <a16:creationId xmlns:a16="http://schemas.microsoft.com/office/drawing/2014/main" id="{1903CE90-9A3A-E292-FB07-06A253616783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967931934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67" name="개체 66">
                          <a:extLst>
                            <a:ext uri="{FF2B5EF4-FFF2-40B4-BE49-F238E27FC236}">
                              <a16:creationId xmlns:a16="http://schemas.microsoft.com/office/drawing/2014/main" id="{729B2406-DE6B-6706-D53F-95BC9628F4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9351D0CE-5999-3ED5-54AA-DC0D1C42CAB1}"/>
              </a:ext>
            </a:extLst>
          </p:cNvPr>
          <p:cNvSpPr>
            <a:spLocks noChangeAspect="1"/>
          </p:cNvSpPr>
          <p:nvPr/>
        </p:nvSpPr>
        <p:spPr>
          <a:xfrm>
            <a:off x="202609" y="26448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E4602276-A231-D350-4D56-E2BF7F691269}"/>
              </a:ext>
            </a:extLst>
          </p:cNvPr>
          <p:cNvSpPr>
            <a:spLocks noChangeAspect="1"/>
          </p:cNvSpPr>
          <p:nvPr/>
        </p:nvSpPr>
        <p:spPr>
          <a:xfrm>
            <a:off x="202609" y="592542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8C871C0-F940-2BA0-CCFD-5167A4F7D68B}"/>
              </a:ext>
            </a:extLst>
          </p:cNvPr>
          <p:cNvSpPr/>
          <p:nvPr/>
        </p:nvSpPr>
        <p:spPr>
          <a:xfrm>
            <a:off x="273050" y="3552833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9A3C7686-E8E4-8E7E-E924-A89DF278C9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7380317"/>
              </p:ext>
            </p:extLst>
          </p:nvPr>
        </p:nvGraphicFramePr>
        <p:xfrm>
          <a:off x="258996" y="3725747"/>
          <a:ext cx="6520019" cy="2069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97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1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932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6010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연락처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54225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 기숙사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0648979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0775587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82" name="Picture 13">
            <a:extLst>
              <a:ext uri="{FF2B5EF4-FFF2-40B4-BE49-F238E27FC236}">
                <a16:creationId xmlns:a16="http://schemas.microsoft.com/office/drawing/2014/main" id="{A13E13FE-1299-4898-2907-2A57DF1541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0334" y="399749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86ED11E4-D1B6-5B2D-FFBE-0F14CAF10241}"/>
              </a:ext>
            </a:extLst>
          </p:cNvPr>
          <p:cNvSpPr/>
          <p:nvPr/>
        </p:nvSpPr>
        <p:spPr>
          <a:xfrm>
            <a:off x="4589210" y="3997762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63E4E19-17C7-C733-C1F0-AF142B15D55D}"/>
              </a:ext>
            </a:extLst>
          </p:cNvPr>
          <p:cNvSpPr/>
          <p:nvPr/>
        </p:nvSpPr>
        <p:spPr>
          <a:xfrm>
            <a:off x="5091323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AB61C841-3FA4-C50F-C200-4BF302234039}"/>
              </a:ext>
            </a:extLst>
          </p:cNvPr>
          <p:cNvSpPr/>
          <p:nvPr/>
        </p:nvSpPr>
        <p:spPr>
          <a:xfrm>
            <a:off x="5030226" y="400795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807C27A-4810-7ED3-A4E4-D9FFA495A6AE}"/>
              </a:ext>
            </a:extLst>
          </p:cNvPr>
          <p:cNvSpPr/>
          <p:nvPr/>
        </p:nvSpPr>
        <p:spPr>
          <a:xfrm>
            <a:off x="5447163" y="401590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8EC8A36-0793-E19F-B3AD-BDB9245C79EF}"/>
              </a:ext>
            </a:extLst>
          </p:cNvPr>
          <p:cNvSpPr/>
          <p:nvPr/>
        </p:nvSpPr>
        <p:spPr>
          <a:xfrm>
            <a:off x="5514736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43858899-157F-C2DB-BCF4-B897AE9C24F9}"/>
              </a:ext>
            </a:extLst>
          </p:cNvPr>
          <p:cNvSpPr/>
          <p:nvPr/>
        </p:nvSpPr>
        <p:spPr>
          <a:xfrm>
            <a:off x="1572115" y="468100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오산대학교</a:t>
            </a:r>
          </a:p>
        </p:txBody>
      </p:sp>
      <p:pic>
        <p:nvPicPr>
          <p:cNvPr id="92" name="Picture 13">
            <a:extLst>
              <a:ext uri="{FF2B5EF4-FFF2-40B4-BE49-F238E27FC236}">
                <a16:creationId xmlns:a16="http://schemas.microsoft.com/office/drawing/2014/main" id="{6B1087D1-FEC6-1F75-2804-36AF38C4AE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0716" y="468165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9A35BBF4-AAF8-CDA5-21CF-851839176AC3}"/>
              </a:ext>
            </a:extLst>
          </p:cNvPr>
          <p:cNvSpPr/>
          <p:nvPr/>
        </p:nvSpPr>
        <p:spPr>
          <a:xfrm>
            <a:off x="2705715" y="4681919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50526D9-1C6A-FFE1-4489-9AB0D6638978}"/>
              </a:ext>
            </a:extLst>
          </p:cNvPr>
          <p:cNvSpPr/>
          <p:nvPr/>
        </p:nvSpPr>
        <p:spPr>
          <a:xfrm>
            <a:off x="3413432" y="468100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경영학과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59B7D68-5EC6-D9F7-E9FD-3E29CBC5892A}"/>
              </a:ext>
            </a:extLst>
          </p:cNvPr>
          <p:cNvSpPr/>
          <p:nvPr/>
        </p:nvSpPr>
        <p:spPr>
          <a:xfrm>
            <a:off x="4589209" y="3766499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1618229-D42E-A96A-7BCD-C9EB109ED1CB}"/>
              </a:ext>
            </a:extLst>
          </p:cNvPr>
          <p:cNvSpPr/>
          <p:nvPr/>
        </p:nvSpPr>
        <p:spPr>
          <a:xfrm>
            <a:off x="1792424" y="5140815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D415DEDA-4E4D-E333-9345-BECEB5E03BAC}"/>
              </a:ext>
            </a:extLst>
          </p:cNvPr>
          <p:cNvSpPr/>
          <p:nvPr/>
        </p:nvSpPr>
        <p:spPr>
          <a:xfrm>
            <a:off x="1268922" y="5141419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7A2724E9-7F3D-AFAB-4AB8-950B7330DCD1}"/>
              </a:ext>
            </a:extLst>
          </p:cNvPr>
          <p:cNvSpPr/>
          <p:nvPr/>
        </p:nvSpPr>
        <p:spPr>
          <a:xfrm>
            <a:off x="1268922" y="5375659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34CE8E12-8653-1CA3-E76E-2EE80EB2A631}"/>
              </a:ext>
            </a:extLst>
          </p:cNvPr>
          <p:cNvSpPr/>
          <p:nvPr/>
        </p:nvSpPr>
        <p:spPr>
          <a:xfrm>
            <a:off x="1268922" y="5609358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6F55D5B-748F-3580-0345-6B3BD65DC308}"/>
              </a:ext>
            </a:extLst>
          </p:cNvPr>
          <p:cNvSpPr/>
          <p:nvPr/>
        </p:nvSpPr>
        <p:spPr>
          <a:xfrm>
            <a:off x="3751760" y="5401492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48A8FE2-D6B0-CFC9-D6C7-2D9610178AFB}"/>
              </a:ext>
            </a:extLst>
          </p:cNvPr>
          <p:cNvSpPr/>
          <p:nvPr/>
        </p:nvSpPr>
        <p:spPr>
          <a:xfrm>
            <a:off x="3751760" y="5635191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sp>
        <p:nvSpPr>
          <p:cNvPr id="102" name="Rectangle 191">
            <a:extLst>
              <a:ext uri="{FF2B5EF4-FFF2-40B4-BE49-F238E27FC236}">
                <a16:creationId xmlns:a16="http://schemas.microsoft.com/office/drawing/2014/main" id="{32C999D7-4317-559B-5741-834393787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7436" y="4694136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학교명</a:t>
            </a:r>
          </a:p>
        </p:txBody>
      </p:sp>
      <p:sp>
        <p:nvSpPr>
          <p:cNvPr id="103" name="Rectangle 191">
            <a:extLst>
              <a:ext uri="{FF2B5EF4-FFF2-40B4-BE49-F238E27FC236}">
                <a16:creationId xmlns:a16="http://schemas.microsoft.com/office/drawing/2014/main" id="{62B2AE13-D413-93BC-8A38-AF9B1DB78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530" y="469470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학년</a:t>
            </a:r>
          </a:p>
        </p:txBody>
      </p:sp>
      <p:sp>
        <p:nvSpPr>
          <p:cNvPr id="104" name="Rectangle 191">
            <a:extLst>
              <a:ext uri="{FF2B5EF4-FFF2-40B4-BE49-F238E27FC236}">
                <a16:creationId xmlns:a16="http://schemas.microsoft.com/office/drawing/2014/main" id="{93BA113A-BBA0-A627-0970-3FE142DC7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5170" y="469470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전공</a:t>
            </a:r>
          </a:p>
        </p:txBody>
      </p:sp>
      <p:pic>
        <p:nvPicPr>
          <p:cNvPr id="105" name="Picture 13">
            <a:extLst>
              <a:ext uri="{FF2B5EF4-FFF2-40B4-BE49-F238E27FC236}">
                <a16:creationId xmlns:a16="http://schemas.microsoft.com/office/drawing/2014/main" id="{AF58452A-D27D-976B-9FBB-7AC3549B9B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3937" y="399749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F3ABF05-272D-D05F-3633-FFD12604DB31}"/>
              </a:ext>
            </a:extLst>
          </p:cNvPr>
          <p:cNvSpPr/>
          <p:nvPr/>
        </p:nvSpPr>
        <p:spPr>
          <a:xfrm>
            <a:off x="1272813" y="3997762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4B6249D-A43E-6647-0A33-E99911C27494}"/>
              </a:ext>
            </a:extLst>
          </p:cNvPr>
          <p:cNvSpPr/>
          <p:nvPr/>
        </p:nvSpPr>
        <p:spPr>
          <a:xfrm>
            <a:off x="1774926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F0479268-DFBB-3051-89FD-DB726A4E9B5C}"/>
              </a:ext>
            </a:extLst>
          </p:cNvPr>
          <p:cNvSpPr/>
          <p:nvPr/>
        </p:nvSpPr>
        <p:spPr>
          <a:xfrm>
            <a:off x="1713829" y="400795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C467364-7CB4-8E2F-2064-86DE902CD132}"/>
              </a:ext>
            </a:extLst>
          </p:cNvPr>
          <p:cNvSpPr/>
          <p:nvPr/>
        </p:nvSpPr>
        <p:spPr>
          <a:xfrm>
            <a:off x="2130766" y="401590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68ED1AC-E188-37E3-3E51-33F0E3278F4D}"/>
              </a:ext>
            </a:extLst>
          </p:cNvPr>
          <p:cNvSpPr/>
          <p:nvPr/>
        </p:nvSpPr>
        <p:spPr>
          <a:xfrm>
            <a:off x="2198339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1AEE97E-4BE3-2DF3-250F-77B86FD6BEA6}"/>
              </a:ext>
            </a:extLst>
          </p:cNvPr>
          <p:cNvSpPr/>
          <p:nvPr/>
        </p:nvSpPr>
        <p:spPr>
          <a:xfrm>
            <a:off x="1277436" y="4227177"/>
            <a:ext cx="595041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honggil12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Rectangle 191">
            <a:extLst>
              <a:ext uri="{FF2B5EF4-FFF2-40B4-BE49-F238E27FC236}">
                <a16:creationId xmlns:a16="http://schemas.microsoft.com/office/drawing/2014/main" id="{55AED023-6232-952B-CA10-667C155E7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028" y="4245316"/>
            <a:ext cx="7854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lvl="0" latinLnBrk="0">
              <a:defRPr/>
            </a:pPr>
            <a:r>
              <a:rPr kumimoji="0" lang="en-US" altLang="ko-KR" sz="7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</a:rPr>
              <a:t>@</a:t>
            </a:r>
            <a:endParaRPr kumimoji="0" lang="ko-KR" altLang="en-US" sz="7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B81C1A0D-07D5-0449-66ED-34380B7D3113}"/>
              </a:ext>
            </a:extLst>
          </p:cNvPr>
          <p:cNvSpPr/>
          <p:nvPr/>
        </p:nvSpPr>
        <p:spPr>
          <a:xfrm>
            <a:off x="3310761" y="4227274"/>
            <a:ext cx="649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직접입력</a:t>
            </a:r>
          </a:p>
        </p:txBody>
      </p:sp>
      <p:pic>
        <p:nvPicPr>
          <p:cNvPr id="114" name="Picture 13">
            <a:extLst>
              <a:ext uri="{FF2B5EF4-FFF2-40B4-BE49-F238E27FC236}">
                <a16:creationId xmlns:a16="http://schemas.microsoft.com/office/drawing/2014/main" id="{BBC3A684-4BDF-4F96-4DC9-E69F6038D3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3933" y="422853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58781330-C087-42D8-49CE-9954049BED94}"/>
              </a:ext>
            </a:extLst>
          </p:cNvPr>
          <p:cNvSpPr/>
          <p:nvPr/>
        </p:nvSpPr>
        <p:spPr>
          <a:xfrm>
            <a:off x="2006213" y="4227177"/>
            <a:ext cx="1278601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r>
              <a:rPr lang="en-US" altLang="ko-KR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naver.com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404B1A8F-2B03-89A9-19F8-9A9F6A09D2D9}"/>
              </a:ext>
            </a:extLst>
          </p:cNvPr>
          <p:cNvSpPr>
            <a:spLocks noChangeAspect="1"/>
          </p:cNvSpPr>
          <p:nvPr/>
        </p:nvSpPr>
        <p:spPr>
          <a:xfrm>
            <a:off x="200472" y="365401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C6D66CA5-7D3B-5C31-9D04-BBF7DAE098E9}"/>
              </a:ext>
            </a:extLst>
          </p:cNvPr>
          <p:cNvGrpSpPr/>
          <p:nvPr/>
        </p:nvGrpSpPr>
        <p:grpSpPr>
          <a:xfrm>
            <a:off x="1260923" y="4921066"/>
            <a:ext cx="3869183" cy="147301"/>
            <a:chOff x="1229119" y="4562220"/>
            <a:chExt cx="3869183" cy="147301"/>
          </a:xfrm>
        </p:grpSpPr>
        <p:sp>
          <p:nvSpPr>
            <p:cNvPr id="118" name="Rectangle 191">
              <a:extLst>
                <a:ext uri="{FF2B5EF4-FFF2-40B4-BE49-F238E27FC236}">
                  <a16:creationId xmlns:a16="http://schemas.microsoft.com/office/drawing/2014/main" id="{5AF79E4C-DC35-F490-52BF-2330901AD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2009"/>
              <a:ext cx="153888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거주 확인 후 신청</a:t>
              </a:r>
            </a:p>
          </p:txBody>
        </p:sp>
        <p:grpSp>
          <p:nvGrpSpPr>
            <p:cNvPr id="119" name="그룹 118">
              <a:extLst>
                <a:ext uri="{FF2B5EF4-FFF2-40B4-BE49-F238E27FC236}">
                  <a16:creationId xmlns:a16="http://schemas.microsoft.com/office/drawing/2014/main" id="{FED487DF-1995-A917-CB5C-D285DD245A04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129" name="Rectangle 191">
                <a:extLst>
                  <a:ext uri="{FF2B5EF4-FFF2-40B4-BE49-F238E27FC236}">
                    <a16:creationId xmlns:a16="http://schemas.microsoft.com/office/drawing/2014/main" id="{9A3FDA3D-2CF9-AF9A-27E8-0E1A70B2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30" name="개체 129">
                <a:extLst>
                  <a:ext uri="{FF2B5EF4-FFF2-40B4-BE49-F238E27FC236}">
                    <a16:creationId xmlns:a16="http://schemas.microsoft.com/office/drawing/2014/main" id="{0A0724E0-B77F-16B6-BCE1-DD8AAF6E4F14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91" name="개체 90">
                            <a:extLst>
                              <a:ext uri="{FF2B5EF4-FFF2-40B4-BE49-F238E27FC236}">
                                <a16:creationId xmlns:a16="http://schemas.microsoft.com/office/drawing/2014/main" id="{9C147DE0-EF04-649B-0042-315BA4D28194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76FA36C6-628F-2FF5-82E0-00CF26601517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127" name="Rectangle 191">
                <a:extLst>
                  <a:ext uri="{FF2B5EF4-FFF2-40B4-BE49-F238E27FC236}">
                    <a16:creationId xmlns:a16="http://schemas.microsoft.com/office/drawing/2014/main" id="{928E3C49-9672-B565-28A9-48F10E740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128" name="개체 127">
                <a:extLst>
                  <a:ext uri="{FF2B5EF4-FFF2-40B4-BE49-F238E27FC236}">
                    <a16:creationId xmlns:a16="http://schemas.microsoft.com/office/drawing/2014/main" id="{14F7F4E5-3D44-3B65-ECF2-C690E1980186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323697321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89" name="개체 88">
                            <a:extLst>
                              <a:ext uri="{FF2B5EF4-FFF2-40B4-BE49-F238E27FC236}">
                                <a16:creationId xmlns:a16="http://schemas.microsoft.com/office/drawing/2014/main" id="{C3B82577-896F-78A1-14B6-C5E2AE1D4AEE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121" name="Picture 13">
              <a:extLst>
                <a:ext uri="{FF2B5EF4-FFF2-40B4-BE49-F238E27FC236}">
                  <a16:creationId xmlns:a16="http://schemas.microsoft.com/office/drawing/2014/main" id="{0624BD48-8D3D-5CB4-B711-BF2BAF0EC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C1A185FB-5454-1E5C-524B-FD313EC7EE80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123" name="Picture 13">
              <a:extLst>
                <a:ext uri="{FF2B5EF4-FFF2-40B4-BE49-F238E27FC236}">
                  <a16:creationId xmlns:a16="http://schemas.microsoft.com/office/drawing/2014/main" id="{3BD8085A-7F51-9FFA-802E-F857269632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FBC7375A-E401-E6BC-AFE0-3D0AB8E22176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125" name="Picture 13">
              <a:extLst>
                <a:ext uri="{FF2B5EF4-FFF2-40B4-BE49-F238E27FC236}">
                  <a16:creationId xmlns:a16="http://schemas.microsoft.com/office/drawing/2014/main" id="{743ECE2E-B6C5-596F-B205-57D327FA7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56E96BD1-E2E6-7947-6E04-651D1352DF2C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A8049260-BFFB-5297-8582-32F3204BCFE2}"/>
              </a:ext>
            </a:extLst>
          </p:cNvPr>
          <p:cNvSpPr/>
          <p:nvPr/>
        </p:nvSpPr>
        <p:spPr>
          <a:xfrm>
            <a:off x="253943" y="4894778"/>
            <a:ext cx="653579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6" name="Picture 13">
            <a:extLst>
              <a:ext uri="{FF2B5EF4-FFF2-40B4-BE49-F238E27FC236}">
                <a16:creationId xmlns:a16="http://schemas.microsoft.com/office/drawing/2014/main" id="{89649A13-60AA-CDF3-4D78-D95D619D4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7943" y="445148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69A9E003-BE23-AF1F-F427-2A7283A2B64D}"/>
              </a:ext>
            </a:extLst>
          </p:cNvPr>
          <p:cNvSpPr/>
          <p:nvPr/>
        </p:nvSpPr>
        <p:spPr>
          <a:xfrm>
            <a:off x="1277436" y="4451745"/>
            <a:ext cx="142310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세종대공동캠퍼스행복기숙사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연합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A0F54A2-6824-47D2-59B0-55DF63AC2543}"/>
              </a:ext>
            </a:extLst>
          </p:cNvPr>
          <p:cNvSpPr/>
          <p:nvPr/>
        </p:nvSpPr>
        <p:spPr>
          <a:xfrm>
            <a:off x="253943" y="4417698"/>
            <a:ext cx="653579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Rectangle 191">
            <a:extLst>
              <a:ext uri="{FF2B5EF4-FFF2-40B4-BE49-F238E27FC236}">
                <a16:creationId xmlns:a16="http://schemas.microsoft.com/office/drawing/2014/main" id="{B060023A-FC95-E104-9F71-722B865D9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448" y="5850068"/>
            <a:ext cx="162224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사립행복기숙사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신청자만 계좌정보 기재</a:t>
            </a:r>
          </a:p>
        </p:txBody>
      </p:sp>
    </p:spTree>
    <p:extLst>
      <p:ext uri="{BB962C8B-B14F-4D97-AF65-F5344CB8AC3E}">
        <p14:creationId xmlns:p14="http://schemas.microsoft.com/office/powerpoint/2010/main" val="168315041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50544-4681-6CEF-39E6-A26343ED69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5637130-3457-98D8-36F2-7DF9757ADC78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58434A3-4C29-E332-6572-1FFCCF2E43DD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7C52B261-7259-E8C6-07FD-CA7CE9BB9E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5340917"/>
              </p:ext>
            </p:extLst>
          </p:nvPr>
        </p:nvGraphicFramePr>
        <p:xfrm>
          <a:off x="6969418" y="2548005"/>
          <a:ext cx="2772114" cy="22928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학교명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재학 학교명이며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재학 학교의 학년이며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수정이 가능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(1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~ 4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학년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전공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재학 학교의 전공이며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신청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최종전입일자로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본인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보호자 중 선택 및 전입일자를 설정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 시 설정한 신청자 주소로 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 찾기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주소검색 팝업창에서 해당 주소 검색 및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] 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우편번호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기본주소가 주소란에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상세주소 직접입력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은행명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설정한신청자 본인 계좌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은행명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예금주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자동 신청자의 회원 이름을 자동으로 표시하며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계좌번호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 본인 계좌의 계좌번호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442969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94EDED0C-84F8-8BC2-3F07-85A8F11BD7A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038B31-C5D9-4D56-8B85-093AC3ADE1F8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E56ADBDA-FF5E-5BCA-20A7-53D60C5F0C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9A87428F-374F-CF60-388A-2C068A97AD88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5A74F01-85BD-2F48-78A2-27C284D41E7F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4E6761B-596A-01C9-79E2-824D0376E5E6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2FB5595-6DE6-F010-ACC5-A1F709F2ED9D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BA66D81-AE59-D4D7-2B97-A6E49DDBDECB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A7E76A4-F993-DE88-4FB0-34AADACB5031}"/>
              </a:ext>
            </a:extLst>
          </p:cNvPr>
          <p:cNvSpPr/>
          <p:nvPr/>
        </p:nvSpPr>
        <p:spPr>
          <a:xfrm>
            <a:off x="165100" y="1790190"/>
            <a:ext cx="6732116" cy="495117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AD4EBB1-5283-5C2D-AD0A-29573649215E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AAE537-4911-EC43-DD5C-608E095A66A5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01CAAD0-859E-02BD-4860-F0FFB326C482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87FF1B0-EA38-4517-8FBF-6BFDC1771A66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21EF772-BAF0-A036-E3A2-6BF3852131C6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8A8C1BC-8DE2-BCCD-E571-A21E6523DC2C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행복기숙사 </a:t>
            </a:r>
            <a:r>
              <a:rPr lang="ko-KR" altLang="en-US" sz="700" dirty="0" err="1">
                <a:solidFill>
                  <a:schemeClr val="bg1"/>
                </a:solidFill>
              </a:rPr>
              <a:t>입사비</a:t>
            </a:r>
            <a:endParaRPr lang="ko-KR" altLang="en-US" sz="700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C650125-C73D-EDC7-481A-18769A62CD32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8F59109-7DC0-EAB7-0852-6D899C813EF1}"/>
              </a:ext>
            </a:extLst>
          </p:cNvPr>
          <p:cNvSpPr/>
          <p:nvPr/>
        </p:nvSpPr>
        <p:spPr>
          <a:xfrm>
            <a:off x="273050" y="2536851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220D868-709E-F532-4550-91A4B47E9087}"/>
              </a:ext>
            </a:extLst>
          </p:cNvPr>
          <p:cNvGrpSpPr/>
          <p:nvPr/>
        </p:nvGrpSpPr>
        <p:grpSpPr>
          <a:xfrm>
            <a:off x="6728560" y="2716540"/>
            <a:ext cx="77080" cy="612000"/>
            <a:chOff x="6781481" y="1888563"/>
            <a:chExt cx="77080" cy="612000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BAFABF9F-B861-0F9D-D27A-C8958142CE5A}"/>
                </a:ext>
              </a:extLst>
            </p:cNvPr>
            <p:cNvSpPr/>
            <p:nvPr/>
          </p:nvSpPr>
          <p:spPr>
            <a:xfrm>
              <a:off x="6786561" y="1888563"/>
              <a:ext cx="72000" cy="61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53293DA-87A5-D766-D3CE-7FC69C9A140A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9ABCDD9-2428-2439-2016-B7A6E2A2A5DE}"/>
              </a:ext>
            </a:extLst>
          </p:cNvPr>
          <p:cNvSpPr/>
          <p:nvPr/>
        </p:nvSpPr>
        <p:spPr>
          <a:xfrm>
            <a:off x="258997" y="2716871"/>
            <a:ext cx="6464483" cy="60045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</a:t>
            </a:r>
            <a:r>
              <a:rPr lang="ko-KR" altLang="en-US" sz="700" dirty="0" err="1">
                <a:solidFill>
                  <a:prstClr val="black"/>
                </a:solidFill>
              </a:rPr>
              <a:t>수집・이용</a:t>
            </a:r>
            <a:r>
              <a:rPr lang="ko-KR" altLang="en-US" sz="700" dirty="0">
                <a:solidFill>
                  <a:prstClr val="black"/>
                </a:solidFill>
              </a:rPr>
              <a:t> 내역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B08569B-8B75-5CC1-72D4-9E24575F06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797423"/>
              </p:ext>
            </p:extLst>
          </p:nvPr>
        </p:nvGraphicFramePr>
        <p:xfrm>
          <a:off x="266947" y="6005440"/>
          <a:ext cx="6530741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01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ECF4636E-7757-F02B-8079-3873764E07EF}"/>
              </a:ext>
            </a:extLst>
          </p:cNvPr>
          <p:cNvSpPr/>
          <p:nvPr/>
        </p:nvSpPr>
        <p:spPr>
          <a:xfrm>
            <a:off x="281001" y="5825073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26" name="Picture 13">
            <a:extLst>
              <a:ext uri="{FF2B5EF4-FFF2-40B4-BE49-F238E27FC236}">
                <a16:creationId xmlns:a16="http://schemas.microsoft.com/office/drawing/2014/main" id="{5DA6DADA-9C92-3292-64E8-57AFA1F24D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6043723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5AC85C39-0BFE-EFF5-39B5-3C8C650F7AD6}"/>
              </a:ext>
            </a:extLst>
          </p:cNvPr>
          <p:cNvSpPr/>
          <p:nvPr/>
        </p:nvSpPr>
        <p:spPr>
          <a:xfrm>
            <a:off x="1239605" y="6043987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7167F28-252B-381F-5AA4-729F0835707A}"/>
              </a:ext>
            </a:extLst>
          </p:cNvPr>
          <p:cNvSpPr/>
          <p:nvPr/>
        </p:nvSpPr>
        <p:spPr>
          <a:xfrm>
            <a:off x="1244828" y="6512756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BF56FD9-A416-D2D6-B673-48B8BF5E9FF8}"/>
              </a:ext>
            </a:extLst>
          </p:cNvPr>
          <p:cNvGrpSpPr/>
          <p:nvPr/>
        </p:nvGrpSpPr>
        <p:grpSpPr>
          <a:xfrm>
            <a:off x="253943" y="3344853"/>
            <a:ext cx="1651953" cy="144463"/>
            <a:chOff x="2156839" y="1593629"/>
            <a:chExt cx="1651953" cy="144463"/>
          </a:xfrm>
        </p:grpSpPr>
        <p:sp>
          <p:nvSpPr>
            <p:cNvPr id="30" name="Rectangle 191">
              <a:extLst>
                <a:ext uri="{FF2B5EF4-FFF2-40B4-BE49-F238E27FC236}">
                  <a16:creationId xmlns:a16="http://schemas.microsoft.com/office/drawing/2014/main" id="{6D34121F-3C81-27A6-C820-F3DB23A64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31" name="개체 30">
              <a:extLst>
                <a:ext uri="{FF2B5EF4-FFF2-40B4-BE49-F238E27FC236}">
                  <a16:creationId xmlns:a16="http://schemas.microsoft.com/office/drawing/2014/main" id="{0E278ECD-83A2-79CD-EC60-44E8457C985D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464032043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9" name="개체 58">
                          <a:extLst>
                            <a:ext uri="{FF2B5EF4-FFF2-40B4-BE49-F238E27FC236}">
                              <a16:creationId xmlns:a16="http://schemas.microsoft.com/office/drawing/2014/main" id="{1903CE90-9A3A-E292-FB07-06A25361678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2" name="타원 31">
            <a:extLst>
              <a:ext uri="{FF2B5EF4-FFF2-40B4-BE49-F238E27FC236}">
                <a16:creationId xmlns:a16="http://schemas.microsoft.com/office/drawing/2014/main" id="{8532B3C6-EACF-5AA3-A045-95EF1DA1FC64}"/>
              </a:ext>
            </a:extLst>
          </p:cNvPr>
          <p:cNvSpPr>
            <a:spLocks noChangeAspect="1"/>
          </p:cNvSpPr>
          <p:nvPr/>
        </p:nvSpPr>
        <p:spPr>
          <a:xfrm>
            <a:off x="202609" y="26448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C26AB282-977D-4B45-0C5E-666FF69B59D4}"/>
              </a:ext>
            </a:extLst>
          </p:cNvPr>
          <p:cNvSpPr>
            <a:spLocks noChangeAspect="1"/>
          </p:cNvSpPr>
          <p:nvPr/>
        </p:nvSpPr>
        <p:spPr>
          <a:xfrm>
            <a:off x="202609" y="592542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C9DDD31-410A-3C6C-394A-E8D98E493A32}"/>
              </a:ext>
            </a:extLst>
          </p:cNvPr>
          <p:cNvSpPr/>
          <p:nvPr/>
        </p:nvSpPr>
        <p:spPr>
          <a:xfrm>
            <a:off x="273050" y="3552833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94F97C11-F068-775C-6F50-6F0B969845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0519690"/>
              </p:ext>
            </p:extLst>
          </p:nvPr>
        </p:nvGraphicFramePr>
        <p:xfrm>
          <a:off x="258996" y="3725747"/>
          <a:ext cx="6520019" cy="2069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97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1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932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6010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연락처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54225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 기숙사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0648979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0775587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36" name="Picture 13">
            <a:extLst>
              <a:ext uri="{FF2B5EF4-FFF2-40B4-BE49-F238E27FC236}">
                <a16:creationId xmlns:a16="http://schemas.microsoft.com/office/drawing/2014/main" id="{B9573884-1482-7988-1191-C76BB52448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0334" y="399749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81BEF5-D26A-D02A-8243-733FEFD6BE2F}"/>
              </a:ext>
            </a:extLst>
          </p:cNvPr>
          <p:cNvSpPr/>
          <p:nvPr/>
        </p:nvSpPr>
        <p:spPr>
          <a:xfrm>
            <a:off x="4589210" y="3997762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38AAFA2-7504-7F9F-C4CF-5091A7A7CF23}"/>
              </a:ext>
            </a:extLst>
          </p:cNvPr>
          <p:cNvSpPr/>
          <p:nvPr/>
        </p:nvSpPr>
        <p:spPr>
          <a:xfrm>
            <a:off x="5091323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CC2888F-7ECA-DD6E-89E1-B2BA71797296}"/>
              </a:ext>
            </a:extLst>
          </p:cNvPr>
          <p:cNvSpPr/>
          <p:nvPr/>
        </p:nvSpPr>
        <p:spPr>
          <a:xfrm>
            <a:off x="5030226" y="400795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93046F8-DBF0-1F47-770E-B489DCA45509}"/>
              </a:ext>
            </a:extLst>
          </p:cNvPr>
          <p:cNvSpPr/>
          <p:nvPr/>
        </p:nvSpPr>
        <p:spPr>
          <a:xfrm>
            <a:off x="5447163" y="401590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BC48324-3BA5-C6DE-8DDD-E647243D20A2}"/>
              </a:ext>
            </a:extLst>
          </p:cNvPr>
          <p:cNvSpPr/>
          <p:nvPr/>
        </p:nvSpPr>
        <p:spPr>
          <a:xfrm>
            <a:off x="5514736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068D909-4C45-E7DE-6019-4D5944BA10DE}"/>
              </a:ext>
            </a:extLst>
          </p:cNvPr>
          <p:cNvSpPr/>
          <p:nvPr/>
        </p:nvSpPr>
        <p:spPr>
          <a:xfrm>
            <a:off x="1572115" y="468100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오산대학교</a:t>
            </a:r>
          </a:p>
        </p:txBody>
      </p:sp>
      <p:pic>
        <p:nvPicPr>
          <p:cNvPr id="43" name="Picture 13">
            <a:extLst>
              <a:ext uri="{FF2B5EF4-FFF2-40B4-BE49-F238E27FC236}">
                <a16:creationId xmlns:a16="http://schemas.microsoft.com/office/drawing/2014/main" id="{F9A0E70C-88A2-FC9E-83F5-364ED65E50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0716" y="468165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4" name="직사각형 43">
            <a:extLst>
              <a:ext uri="{FF2B5EF4-FFF2-40B4-BE49-F238E27FC236}">
                <a16:creationId xmlns:a16="http://schemas.microsoft.com/office/drawing/2014/main" id="{441CF63B-AEC1-4C4E-A0CE-EEAF4BEEAFA2}"/>
              </a:ext>
            </a:extLst>
          </p:cNvPr>
          <p:cNvSpPr/>
          <p:nvPr/>
        </p:nvSpPr>
        <p:spPr>
          <a:xfrm>
            <a:off x="2705715" y="4681919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F3FE094-79AC-CDFD-6A15-DB1BFB36E574}"/>
              </a:ext>
            </a:extLst>
          </p:cNvPr>
          <p:cNvSpPr/>
          <p:nvPr/>
        </p:nvSpPr>
        <p:spPr>
          <a:xfrm>
            <a:off x="3413432" y="4681001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경영학과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ECB1553-A13C-4179-0030-9AB7A9019B2D}"/>
              </a:ext>
            </a:extLst>
          </p:cNvPr>
          <p:cNvSpPr/>
          <p:nvPr/>
        </p:nvSpPr>
        <p:spPr>
          <a:xfrm>
            <a:off x="4589209" y="3766499"/>
            <a:ext cx="86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04E4BAA-275B-951F-E911-8E71CAE392D7}"/>
              </a:ext>
            </a:extLst>
          </p:cNvPr>
          <p:cNvSpPr/>
          <p:nvPr/>
        </p:nvSpPr>
        <p:spPr>
          <a:xfrm>
            <a:off x="1792424" y="5140815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5893C7C-99FF-1FB0-D2D6-A425DEBF9A3B}"/>
              </a:ext>
            </a:extLst>
          </p:cNvPr>
          <p:cNvSpPr/>
          <p:nvPr/>
        </p:nvSpPr>
        <p:spPr>
          <a:xfrm>
            <a:off x="1268922" y="5141419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71A2483-3D70-B8FD-EAC7-BF4848BB7619}"/>
              </a:ext>
            </a:extLst>
          </p:cNvPr>
          <p:cNvSpPr/>
          <p:nvPr/>
        </p:nvSpPr>
        <p:spPr>
          <a:xfrm>
            <a:off x="1268922" y="5375659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46D00218-F7C8-F701-ADEC-A799FF306E44}"/>
              </a:ext>
            </a:extLst>
          </p:cNvPr>
          <p:cNvSpPr/>
          <p:nvPr/>
        </p:nvSpPr>
        <p:spPr>
          <a:xfrm>
            <a:off x="1268922" y="5609358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1EEF3EC-617F-136C-4F55-5B1216573CFC}"/>
              </a:ext>
            </a:extLst>
          </p:cNvPr>
          <p:cNvSpPr/>
          <p:nvPr/>
        </p:nvSpPr>
        <p:spPr>
          <a:xfrm>
            <a:off x="3751760" y="5401492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E75A1B4-53F6-8C76-BC2F-B9AB986EF95B}"/>
              </a:ext>
            </a:extLst>
          </p:cNvPr>
          <p:cNvSpPr/>
          <p:nvPr/>
        </p:nvSpPr>
        <p:spPr>
          <a:xfrm>
            <a:off x="3751760" y="5635191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sp>
        <p:nvSpPr>
          <p:cNvPr id="54" name="Rectangle 191">
            <a:extLst>
              <a:ext uri="{FF2B5EF4-FFF2-40B4-BE49-F238E27FC236}">
                <a16:creationId xmlns:a16="http://schemas.microsoft.com/office/drawing/2014/main" id="{37F977B0-187A-20A5-AD70-C918D180F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7436" y="4694136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학교명</a:t>
            </a:r>
          </a:p>
        </p:txBody>
      </p:sp>
      <p:sp>
        <p:nvSpPr>
          <p:cNvPr id="56" name="Rectangle 191">
            <a:extLst>
              <a:ext uri="{FF2B5EF4-FFF2-40B4-BE49-F238E27FC236}">
                <a16:creationId xmlns:a16="http://schemas.microsoft.com/office/drawing/2014/main" id="{A2047978-C1C2-7281-EFED-C8B43802F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530" y="469470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학년</a:t>
            </a:r>
          </a:p>
        </p:txBody>
      </p:sp>
      <p:sp>
        <p:nvSpPr>
          <p:cNvPr id="57" name="Rectangle 191">
            <a:extLst>
              <a:ext uri="{FF2B5EF4-FFF2-40B4-BE49-F238E27FC236}">
                <a16:creationId xmlns:a16="http://schemas.microsoft.com/office/drawing/2014/main" id="{2D09BDCC-355D-735B-CA3A-FFC8A26ED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5170" y="4694707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전공</a:t>
            </a:r>
          </a:p>
        </p:txBody>
      </p:sp>
      <p:pic>
        <p:nvPicPr>
          <p:cNvPr id="58" name="Picture 13">
            <a:extLst>
              <a:ext uri="{FF2B5EF4-FFF2-40B4-BE49-F238E27FC236}">
                <a16:creationId xmlns:a16="http://schemas.microsoft.com/office/drawing/2014/main" id="{90FFE078-C757-E671-54DC-6A36EE9910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3937" y="3997498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9" name="직사각형 58">
            <a:extLst>
              <a:ext uri="{FF2B5EF4-FFF2-40B4-BE49-F238E27FC236}">
                <a16:creationId xmlns:a16="http://schemas.microsoft.com/office/drawing/2014/main" id="{8012D3D0-58CC-5007-C692-876973A17BA5}"/>
              </a:ext>
            </a:extLst>
          </p:cNvPr>
          <p:cNvSpPr/>
          <p:nvPr/>
        </p:nvSpPr>
        <p:spPr>
          <a:xfrm>
            <a:off x="1272813" y="3997762"/>
            <a:ext cx="24588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ED6D5BFA-46BD-5515-9B68-9301A242096E}"/>
              </a:ext>
            </a:extLst>
          </p:cNvPr>
          <p:cNvSpPr/>
          <p:nvPr/>
        </p:nvSpPr>
        <p:spPr>
          <a:xfrm>
            <a:off x="1774926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46BE171-9C6B-2635-587E-B555353984A5}"/>
              </a:ext>
            </a:extLst>
          </p:cNvPr>
          <p:cNvSpPr/>
          <p:nvPr/>
        </p:nvSpPr>
        <p:spPr>
          <a:xfrm>
            <a:off x="1713829" y="4007950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AF180A8D-2106-5978-D5CA-82B7A0FAA5C6}"/>
              </a:ext>
            </a:extLst>
          </p:cNvPr>
          <p:cNvSpPr/>
          <p:nvPr/>
        </p:nvSpPr>
        <p:spPr>
          <a:xfrm>
            <a:off x="2130766" y="401590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693C587-9A75-627B-EE65-2EAE3142DF07}"/>
              </a:ext>
            </a:extLst>
          </p:cNvPr>
          <p:cNvSpPr/>
          <p:nvPr/>
        </p:nvSpPr>
        <p:spPr>
          <a:xfrm>
            <a:off x="2198339" y="3997762"/>
            <a:ext cx="325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0B70045-CA9E-F5A1-4953-D0CF19E5DED6}"/>
              </a:ext>
            </a:extLst>
          </p:cNvPr>
          <p:cNvSpPr/>
          <p:nvPr/>
        </p:nvSpPr>
        <p:spPr>
          <a:xfrm>
            <a:off x="1277436" y="4227177"/>
            <a:ext cx="595041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honggil12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Rectangle 191">
            <a:extLst>
              <a:ext uri="{FF2B5EF4-FFF2-40B4-BE49-F238E27FC236}">
                <a16:creationId xmlns:a16="http://schemas.microsoft.com/office/drawing/2014/main" id="{7E6EFEB6-7608-2DC4-52CB-216B902B3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028" y="4245316"/>
            <a:ext cx="7854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lvl="0" latinLnBrk="0">
              <a:defRPr/>
            </a:pPr>
            <a:r>
              <a:rPr kumimoji="0" lang="en-US" altLang="ko-KR" sz="7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</a:rPr>
              <a:t>@</a:t>
            </a:r>
            <a:endParaRPr kumimoji="0" lang="ko-KR" altLang="en-US" sz="7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DE84416F-5264-2A7E-362D-9F6D256D9E82}"/>
              </a:ext>
            </a:extLst>
          </p:cNvPr>
          <p:cNvSpPr/>
          <p:nvPr/>
        </p:nvSpPr>
        <p:spPr>
          <a:xfrm>
            <a:off x="3310761" y="4227274"/>
            <a:ext cx="64913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직접입력</a:t>
            </a:r>
          </a:p>
        </p:txBody>
      </p:sp>
      <p:pic>
        <p:nvPicPr>
          <p:cNvPr id="67" name="Picture 13">
            <a:extLst>
              <a:ext uri="{FF2B5EF4-FFF2-40B4-BE49-F238E27FC236}">
                <a16:creationId xmlns:a16="http://schemas.microsoft.com/office/drawing/2014/main" id="{FD41973F-196F-C3CA-7603-2746E67E94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3933" y="4228530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43A96C-D4A0-0DC9-F87F-71C830B4A67B}"/>
              </a:ext>
            </a:extLst>
          </p:cNvPr>
          <p:cNvSpPr/>
          <p:nvPr/>
        </p:nvSpPr>
        <p:spPr>
          <a:xfrm>
            <a:off x="2006213" y="4227177"/>
            <a:ext cx="1278601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r>
              <a:rPr lang="en-US" altLang="ko-KR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naver.com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025BEA17-18B7-835E-F6AA-27C9FBEBE2FE}"/>
              </a:ext>
            </a:extLst>
          </p:cNvPr>
          <p:cNvSpPr>
            <a:spLocks noChangeAspect="1"/>
          </p:cNvSpPr>
          <p:nvPr/>
        </p:nvSpPr>
        <p:spPr>
          <a:xfrm>
            <a:off x="200472" y="365401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F113B5AA-882C-42C1-3719-BAA600C4A2EA}"/>
              </a:ext>
            </a:extLst>
          </p:cNvPr>
          <p:cNvGrpSpPr/>
          <p:nvPr/>
        </p:nvGrpSpPr>
        <p:grpSpPr>
          <a:xfrm>
            <a:off x="1260923" y="4921066"/>
            <a:ext cx="3869183" cy="147301"/>
            <a:chOff x="1229119" y="4562220"/>
            <a:chExt cx="3869183" cy="147301"/>
          </a:xfrm>
        </p:grpSpPr>
        <p:sp>
          <p:nvSpPr>
            <p:cNvPr id="71" name="Rectangle 191">
              <a:extLst>
                <a:ext uri="{FF2B5EF4-FFF2-40B4-BE49-F238E27FC236}">
                  <a16:creationId xmlns:a16="http://schemas.microsoft.com/office/drawing/2014/main" id="{964A40E7-F18E-6E21-A8D5-F4BBD496E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2009"/>
              <a:ext cx="153888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거주 확인 후 신청</a:t>
              </a: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331993ED-E3EE-100B-815C-C91C2455C35F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85" name="Rectangle 191">
                <a:extLst>
                  <a:ext uri="{FF2B5EF4-FFF2-40B4-BE49-F238E27FC236}">
                    <a16:creationId xmlns:a16="http://schemas.microsoft.com/office/drawing/2014/main" id="{517A001F-7FDC-AA5B-B756-866C441C5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162" name="개체 161">
                <a:extLst>
                  <a:ext uri="{FF2B5EF4-FFF2-40B4-BE49-F238E27FC236}">
                    <a16:creationId xmlns:a16="http://schemas.microsoft.com/office/drawing/2014/main" id="{6253ED85-9D15-B12E-6E5D-414C5C64EE71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130" name="개체 129">
                            <a:extLst>
                              <a:ext uri="{FF2B5EF4-FFF2-40B4-BE49-F238E27FC236}">
                                <a16:creationId xmlns:a16="http://schemas.microsoft.com/office/drawing/2014/main" id="{0A0724E0-B77F-16B6-BCE1-DD8AAF6E4F14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BB8D034-E693-B80C-C857-98B362BAC7E1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83" name="Rectangle 191">
                <a:extLst>
                  <a:ext uri="{FF2B5EF4-FFF2-40B4-BE49-F238E27FC236}">
                    <a16:creationId xmlns:a16="http://schemas.microsoft.com/office/drawing/2014/main" id="{C99D1EC1-AA2C-CD68-844A-8C164664A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84" name="개체 83">
                <a:extLst>
                  <a:ext uri="{FF2B5EF4-FFF2-40B4-BE49-F238E27FC236}">
                    <a16:creationId xmlns:a16="http://schemas.microsoft.com/office/drawing/2014/main" id="{B0FE1734-CD15-C5E9-F12E-25E30E9A4A9C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073880453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128" name="개체 127">
                            <a:extLst>
                              <a:ext uri="{FF2B5EF4-FFF2-40B4-BE49-F238E27FC236}">
                                <a16:creationId xmlns:a16="http://schemas.microsoft.com/office/drawing/2014/main" id="{14F7F4E5-3D44-3B65-ECF2-C690E1980186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75" name="Picture 13">
              <a:extLst>
                <a:ext uri="{FF2B5EF4-FFF2-40B4-BE49-F238E27FC236}">
                  <a16:creationId xmlns:a16="http://schemas.microsoft.com/office/drawing/2014/main" id="{3FFEB5BE-E3B2-55FE-B3F3-5834ECA730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A92C0FB6-0A08-5D5A-DEBD-870C3A7324A4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77" name="Picture 13">
              <a:extLst>
                <a:ext uri="{FF2B5EF4-FFF2-40B4-BE49-F238E27FC236}">
                  <a16:creationId xmlns:a16="http://schemas.microsoft.com/office/drawing/2014/main" id="{2209E3AF-0FDA-9B34-9026-2D5330EA3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34AE7401-3748-95DC-D6EF-331F8DE1E05F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79" name="Picture 13">
              <a:extLst>
                <a:ext uri="{FF2B5EF4-FFF2-40B4-BE49-F238E27FC236}">
                  <a16:creationId xmlns:a16="http://schemas.microsoft.com/office/drawing/2014/main" id="{5DEEC790-EBB1-89E1-B4D6-DE9C8CFA1A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912F4B33-A716-DB70-C725-5C1F396D1E0D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8984C048-F74B-AFF1-200F-7CD811730686}"/>
              </a:ext>
            </a:extLst>
          </p:cNvPr>
          <p:cNvSpPr/>
          <p:nvPr/>
        </p:nvSpPr>
        <p:spPr>
          <a:xfrm>
            <a:off x="253943" y="4894778"/>
            <a:ext cx="653579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64" name="Picture 13">
            <a:extLst>
              <a:ext uri="{FF2B5EF4-FFF2-40B4-BE49-F238E27FC236}">
                <a16:creationId xmlns:a16="http://schemas.microsoft.com/office/drawing/2014/main" id="{774E5855-0A63-693D-EB8E-634C59E5E4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7943" y="445148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C2785C50-E327-F0DE-9352-10C5329C5504}"/>
              </a:ext>
            </a:extLst>
          </p:cNvPr>
          <p:cNvSpPr/>
          <p:nvPr/>
        </p:nvSpPr>
        <p:spPr>
          <a:xfrm>
            <a:off x="1277436" y="4451745"/>
            <a:ext cx="1423105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세종대공동캠퍼스행복기숙사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연합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3D0D1380-0F47-2393-07A1-A57B5914FDDD}"/>
              </a:ext>
            </a:extLst>
          </p:cNvPr>
          <p:cNvSpPr/>
          <p:nvPr/>
        </p:nvSpPr>
        <p:spPr>
          <a:xfrm>
            <a:off x="253943" y="4417698"/>
            <a:ext cx="6535794" cy="216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7" name="Rectangle 191">
            <a:extLst>
              <a:ext uri="{FF2B5EF4-FFF2-40B4-BE49-F238E27FC236}">
                <a16:creationId xmlns:a16="http://schemas.microsoft.com/office/drawing/2014/main" id="{5425DDE6-3024-DD4F-AC80-647F6A817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448" y="5850068"/>
            <a:ext cx="162224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사립행복기숙사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신청자만 계좌정보 기재</a:t>
            </a:r>
          </a:p>
        </p:txBody>
      </p:sp>
    </p:spTree>
    <p:extLst>
      <p:ext uri="{BB962C8B-B14F-4D97-AF65-F5344CB8AC3E}">
        <p14:creationId xmlns:p14="http://schemas.microsoft.com/office/powerpoint/2010/main" val="57793434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2745A-8130-E02A-7157-1573358230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63CA13B-91F6-FDDE-89E6-115039B7E797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6E90755-6D4F-F203-8E01-5C4578C265BD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2D45A539-2390-93CF-A2E6-A84D269076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220614"/>
              </p:ext>
            </p:extLst>
          </p:nvPr>
        </p:nvGraphicFramePr>
        <p:xfrm>
          <a:off x="6969418" y="2548005"/>
          <a:ext cx="2772114" cy="308952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회원이 신청한 공고의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가족관계증명서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재학증명서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건강보험자격득실확인서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서약서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 서류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제출 서류 파일 다운로드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양식받기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서약서 양식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9F7FA62-0444-0E98-23BC-55BDF91F931B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06CF115-1AE7-9843-F85B-15C7327D9CD1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E2C7298-2C5C-09EE-D70C-3095C6BD54B5}"/>
              </a:ext>
            </a:extLst>
          </p:cNvPr>
          <p:cNvSpPr/>
          <p:nvPr/>
        </p:nvSpPr>
        <p:spPr>
          <a:xfrm>
            <a:off x="292846" y="1448780"/>
            <a:ext cx="1304844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행복기숙사</a:t>
            </a:r>
            <a:r>
              <a:rPr lang="ko-KR" altLang="en-US" sz="800" b="1" dirty="0">
                <a:solidFill>
                  <a:prstClr val="black"/>
                </a:solidFill>
              </a:rPr>
              <a:t> </a:t>
            </a:r>
            <a:r>
              <a:rPr lang="ko-KR" altLang="en-US" sz="800" b="1" dirty="0" err="1">
                <a:solidFill>
                  <a:prstClr val="black"/>
                </a:solidFill>
              </a:rPr>
              <a:t>입사비</a:t>
            </a:r>
            <a:r>
              <a:rPr lang="ko-KR" altLang="en-US" sz="800" b="1" dirty="0">
                <a:solidFill>
                  <a:prstClr val="black"/>
                </a:solidFill>
              </a:rPr>
              <a:t>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781F774-E400-868B-9D74-DA99A3BEDDFA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5FE56300-2ECE-9E34-8448-EDE0679017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16D8E6E2-3DA9-0F82-A317-D3C9DD0C0042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9FD87AA-7E1A-84C5-1949-EB55B535F997}"/>
              </a:ext>
            </a:extLst>
          </p:cNvPr>
          <p:cNvSpPr/>
          <p:nvPr/>
        </p:nvSpPr>
        <p:spPr>
          <a:xfrm>
            <a:off x="6397011" y="456314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0241CFE-83DC-C8C0-2BFF-94776F02A43E}"/>
              </a:ext>
            </a:extLst>
          </p:cNvPr>
          <p:cNvSpPr/>
          <p:nvPr/>
        </p:nvSpPr>
        <p:spPr>
          <a:xfrm>
            <a:off x="5936915" y="456314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BE3200DE-DE3E-240D-9B45-F24C51FA5942}"/>
              </a:ext>
            </a:extLst>
          </p:cNvPr>
          <p:cNvSpPr>
            <a:spLocks noChangeAspect="1"/>
          </p:cNvSpPr>
          <p:nvPr/>
        </p:nvSpPr>
        <p:spPr>
          <a:xfrm>
            <a:off x="5773339" y="459384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BDB82EA-356E-69C2-2A58-CE3F743467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63211"/>
              </p:ext>
            </p:extLst>
          </p:nvPr>
        </p:nvGraphicFramePr>
        <p:xfrm>
          <a:off x="269272" y="1628406"/>
          <a:ext cx="6517257" cy="2850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685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행복기숙사 입사비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행복기숙사 입사비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780625"/>
                  </a:ext>
                </a:extLst>
              </a:tr>
              <a:tr h="356266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0061422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건강보험자격득실확인서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1754730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서약서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1334131"/>
                  </a:ext>
                </a:extLst>
              </a:tr>
              <a:tr h="365663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기타 및 추가서류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659452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1248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A796503-78F1-629C-F76A-5EF70D9A07E4}"/>
              </a:ext>
            </a:extLst>
          </p:cNvPr>
          <p:cNvSpPr/>
          <p:nvPr/>
        </p:nvSpPr>
        <p:spPr>
          <a:xfrm>
            <a:off x="1444710" y="237024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F400F59-F0D3-B43E-244B-75ADCF7187C4}"/>
              </a:ext>
            </a:extLst>
          </p:cNvPr>
          <p:cNvSpPr/>
          <p:nvPr/>
        </p:nvSpPr>
        <p:spPr>
          <a:xfrm>
            <a:off x="3097708" y="237023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7CD15FC-0660-72D5-E840-E4321D6351DB}"/>
              </a:ext>
            </a:extLst>
          </p:cNvPr>
          <p:cNvSpPr/>
          <p:nvPr/>
        </p:nvSpPr>
        <p:spPr>
          <a:xfrm>
            <a:off x="3409617" y="23702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7C94C6D-0391-894A-C0B5-9830ADC77A3E}"/>
              </a:ext>
            </a:extLst>
          </p:cNvPr>
          <p:cNvSpPr/>
          <p:nvPr/>
        </p:nvSpPr>
        <p:spPr>
          <a:xfrm>
            <a:off x="1444710" y="260091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7C696F6-9FB6-27BE-9EA9-92E54C097BE9}"/>
              </a:ext>
            </a:extLst>
          </p:cNvPr>
          <p:cNvSpPr/>
          <p:nvPr/>
        </p:nvSpPr>
        <p:spPr>
          <a:xfrm>
            <a:off x="3097708" y="260090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1F922E2-03FC-D06D-5338-F0390A8C2A1E}"/>
              </a:ext>
            </a:extLst>
          </p:cNvPr>
          <p:cNvSpPr/>
          <p:nvPr/>
        </p:nvSpPr>
        <p:spPr>
          <a:xfrm>
            <a:off x="3409617" y="26009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" name="Rectangle 191">
            <a:extLst>
              <a:ext uri="{FF2B5EF4-FFF2-40B4-BE49-F238E27FC236}">
                <a16:creationId xmlns:a16="http://schemas.microsoft.com/office/drawing/2014/main" id="{1141AE84-2CC7-00EB-73F9-211BA60AC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2798560"/>
            <a:ext cx="1933223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보호자 주민등록초본 제출 시 가족관계증명서 제출 필수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73103FD-4DFD-D315-C222-B34BED887D23}"/>
              </a:ext>
            </a:extLst>
          </p:cNvPr>
          <p:cNvSpPr/>
          <p:nvPr/>
        </p:nvSpPr>
        <p:spPr>
          <a:xfrm>
            <a:off x="1444710" y="29609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재학증명서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D9FF95B-581D-296D-66F7-3D74553367BF}"/>
              </a:ext>
            </a:extLst>
          </p:cNvPr>
          <p:cNvSpPr/>
          <p:nvPr/>
        </p:nvSpPr>
        <p:spPr>
          <a:xfrm>
            <a:off x="3097708" y="29609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741CF23-CC3B-23F6-2525-ABF73606D0E1}"/>
              </a:ext>
            </a:extLst>
          </p:cNvPr>
          <p:cNvSpPr/>
          <p:nvPr/>
        </p:nvSpPr>
        <p:spPr>
          <a:xfrm>
            <a:off x="3409617" y="296094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Rectangle 191">
            <a:extLst>
              <a:ext uri="{FF2B5EF4-FFF2-40B4-BE49-F238E27FC236}">
                <a16:creationId xmlns:a16="http://schemas.microsoft.com/office/drawing/2014/main" id="{D4609230-F208-4F04-781C-0B04CC7FB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3154768"/>
            <a:ext cx="3835987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신입생의 경우 합격증명서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합격통지서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또는 대학지원수험표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휴학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졸업 유예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졸업의 경우 해당하는 증명서 제출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3655FE3-2B1A-2C7C-A311-BC13ED13E9E2}"/>
              </a:ext>
            </a:extLst>
          </p:cNvPr>
          <p:cNvSpPr/>
          <p:nvPr/>
        </p:nvSpPr>
        <p:spPr>
          <a:xfrm>
            <a:off x="1444710" y="33152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건강보험자격득실확인서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13E58CA-83F0-95D3-DF02-E09EAF5E3487}"/>
              </a:ext>
            </a:extLst>
          </p:cNvPr>
          <p:cNvSpPr/>
          <p:nvPr/>
        </p:nvSpPr>
        <p:spPr>
          <a:xfrm>
            <a:off x="3097708" y="331528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2E33A4B-6E6A-D0C4-0A56-B5C45C24C92F}"/>
              </a:ext>
            </a:extLst>
          </p:cNvPr>
          <p:cNvSpPr/>
          <p:nvPr/>
        </p:nvSpPr>
        <p:spPr>
          <a:xfrm>
            <a:off x="3409617" y="331528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29" name="Rectangle 191">
            <a:extLst>
              <a:ext uri="{FF2B5EF4-FFF2-40B4-BE49-F238E27FC236}">
                <a16:creationId xmlns:a16="http://schemas.microsoft.com/office/drawing/2014/main" id="{A5BB620D-3AB0-7443-A4C0-85F4D5580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3512937"/>
            <a:ext cx="1981312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취업준비생은 필수 제출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단기 근로 경우 근로계약서 제출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DBDDD29-E9B1-0A3E-7F94-AD57B063868E}"/>
              </a:ext>
            </a:extLst>
          </p:cNvPr>
          <p:cNvGrpSpPr/>
          <p:nvPr/>
        </p:nvGrpSpPr>
        <p:grpSpPr>
          <a:xfrm>
            <a:off x="1444710" y="3686385"/>
            <a:ext cx="2702354" cy="144016"/>
            <a:chOff x="3327015" y="1986936"/>
            <a:chExt cx="2702354" cy="144016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478955C-62C8-4B75-2F2C-56CF0B7F3C21}"/>
                </a:ext>
              </a:extLst>
            </p:cNvPr>
            <p:cNvSpPr/>
            <p:nvPr/>
          </p:nvSpPr>
          <p:spPr>
            <a:xfrm>
              <a:off x="3327015" y="198694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서약서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06D1EC97-6079-8647-9577-A36D92BEF51B}"/>
                </a:ext>
              </a:extLst>
            </p:cNvPr>
            <p:cNvSpPr/>
            <p:nvPr/>
          </p:nvSpPr>
          <p:spPr>
            <a:xfrm>
              <a:off x="4980013" y="198693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8E2656-7CA3-446B-598E-AE0BE9BE8BC8}"/>
                </a:ext>
              </a:extLst>
            </p:cNvPr>
            <p:cNvSpPr/>
            <p:nvPr/>
          </p:nvSpPr>
          <p:spPr>
            <a:xfrm>
              <a:off x="5288523" y="198693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BBF7BE-B6F9-DFA5-1D0E-F64A4EBEB8E2}"/>
                </a:ext>
              </a:extLst>
            </p:cNvPr>
            <p:cNvSpPr/>
            <p:nvPr/>
          </p:nvSpPr>
          <p:spPr>
            <a:xfrm>
              <a:off x="5603914" y="198693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FA01D92-8BFF-93B9-5FE9-9BFE1B8DA618}"/>
              </a:ext>
            </a:extLst>
          </p:cNvPr>
          <p:cNvSpPr/>
          <p:nvPr/>
        </p:nvSpPr>
        <p:spPr>
          <a:xfrm>
            <a:off x="1444710" y="39114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기타추가서류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1D6E62-3604-4D9C-CAFD-E89B078FF7F8}"/>
              </a:ext>
            </a:extLst>
          </p:cNvPr>
          <p:cNvSpPr/>
          <p:nvPr/>
        </p:nvSpPr>
        <p:spPr>
          <a:xfrm>
            <a:off x="3097708" y="39114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</a:t>
            </a:r>
          </a:p>
        </p:txBody>
      </p:sp>
      <p:sp>
        <p:nvSpPr>
          <p:cNvPr id="38" name="Rectangle 191">
            <a:extLst>
              <a:ext uri="{FF2B5EF4-FFF2-40B4-BE49-F238E27FC236}">
                <a16:creationId xmlns:a16="http://schemas.microsoft.com/office/drawing/2014/main" id="{1BE1B9C0-B689-A630-DA35-3E094C3BD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4108949"/>
            <a:ext cx="2172069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기숙사 거주증명서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기숙사 납입증명서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건강보험납입증명서 등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1C0C8B16-D433-BE5E-2300-EF917405A85E}"/>
              </a:ext>
            </a:extLst>
          </p:cNvPr>
          <p:cNvGrpSpPr/>
          <p:nvPr/>
        </p:nvGrpSpPr>
        <p:grpSpPr>
          <a:xfrm>
            <a:off x="1456460" y="4301121"/>
            <a:ext cx="1105196" cy="128396"/>
            <a:chOff x="3438680" y="4305150"/>
            <a:chExt cx="1105196" cy="128396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6965835-DD5F-69A2-2E71-4C09BED04796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1" name="Picture 10">
              <a:extLst>
                <a:ext uri="{FF2B5EF4-FFF2-40B4-BE49-F238E27FC236}">
                  <a16:creationId xmlns:a16="http://schemas.microsoft.com/office/drawing/2014/main" id="{3B8D2342-149D-6DF3-F453-36118FEFF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F4435B63-6930-4676-2339-B6BEDDDE7D4E}"/>
              </a:ext>
            </a:extLst>
          </p:cNvPr>
          <p:cNvGrpSpPr/>
          <p:nvPr/>
        </p:nvGrpSpPr>
        <p:grpSpPr>
          <a:xfrm>
            <a:off x="2642873" y="4301121"/>
            <a:ext cx="1105196" cy="128396"/>
            <a:chOff x="3438680" y="4305150"/>
            <a:chExt cx="1105196" cy="12839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C311FD7-8C2F-C473-8008-126FBC756FE0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4" name="Picture 10">
              <a:extLst>
                <a:ext uri="{FF2B5EF4-FFF2-40B4-BE49-F238E27FC236}">
                  <a16:creationId xmlns:a16="http://schemas.microsoft.com/office/drawing/2014/main" id="{1702B22A-A777-E6E7-67ED-EDA4ED1ECE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46" name="타원 45">
            <a:extLst>
              <a:ext uri="{FF2B5EF4-FFF2-40B4-BE49-F238E27FC236}">
                <a16:creationId xmlns:a16="http://schemas.microsoft.com/office/drawing/2014/main" id="{A8E9EE14-0592-D500-4816-1B84710294B9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D78F8A7-F326-99FB-2AE0-5D47E8B4BE35}"/>
              </a:ext>
            </a:extLst>
          </p:cNvPr>
          <p:cNvSpPr/>
          <p:nvPr/>
        </p:nvSpPr>
        <p:spPr>
          <a:xfrm>
            <a:off x="268381" y="2338976"/>
            <a:ext cx="6517256" cy="2139849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7502807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CC105D-D54C-6F08-C74E-09E6C7576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4AEA102-1833-1ED5-74BB-617BA7B686B2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121F3B5-4F03-7768-A3A9-1FB877D8B80B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D42040B0-1820-13DF-C858-4DA9DD7E11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0828246"/>
              </p:ext>
            </p:extLst>
          </p:nvPr>
        </p:nvGraphicFramePr>
        <p:xfrm>
          <a:off x="6969418" y="2548005"/>
          <a:ext cx="2772114" cy="157656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기타 및 추가서류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추가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첨부파일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[x]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첨부된 파일 삭제 처리 된다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신청정보 설정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행복기숙사입사비에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접수관리에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B7430EC6-EA45-FF74-6075-3D908EAA169E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2F17CB0-FF18-2246-23B3-4BF8563C82B4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8AAEBD0-CFA9-E90D-99F5-88C1FC41C98F}"/>
              </a:ext>
            </a:extLst>
          </p:cNvPr>
          <p:cNvSpPr/>
          <p:nvPr/>
        </p:nvSpPr>
        <p:spPr>
          <a:xfrm>
            <a:off x="292846" y="1448780"/>
            <a:ext cx="1304844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행복기숙사</a:t>
            </a:r>
            <a:r>
              <a:rPr lang="ko-KR" altLang="en-US" sz="800" b="1" dirty="0">
                <a:solidFill>
                  <a:prstClr val="black"/>
                </a:solidFill>
              </a:rPr>
              <a:t> </a:t>
            </a:r>
            <a:r>
              <a:rPr lang="ko-KR" altLang="en-US" sz="800" b="1" dirty="0" err="1">
                <a:solidFill>
                  <a:prstClr val="black"/>
                </a:solidFill>
              </a:rPr>
              <a:t>입사비</a:t>
            </a:r>
            <a:r>
              <a:rPr lang="ko-KR" altLang="en-US" sz="800" b="1" dirty="0">
                <a:solidFill>
                  <a:prstClr val="black"/>
                </a:solidFill>
              </a:rPr>
              <a:t>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ADF8E83-97D6-B496-7910-2C5EDD9100AE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5C5B6C59-7797-59BA-4EFC-79B6130C06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C6DD56CF-9F05-3410-B07D-636407F5912F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2BA0CED-DA3B-C58B-42DA-D24D73ADD33A}"/>
              </a:ext>
            </a:extLst>
          </p:cNvPr>
          <p:cNvSpPr/>
          <p:nvPr/>
        </p:nvSpPr>
        <p:spPr>
          <a:xfrm>
            <a:off x="6397011" y="456314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7C1CCBF-2414-9B62-21AB-F86C4CD87F59}"/>
              </a:ext>
            </a:extLst>
          </p:cNvPr>
          <p:cNvSpPr/>
          <p:nvPr/>
        </p:nvSpPr>
        <p:spPr>
          <a:xfrm>
            <a:off x="5936915" y="456314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4C40516-94FA-5F46-A6FB-0DB378DA0A9C}"/>
              </a:ext>
            </a:extLst>
          </p:cNvPr>
          <p:cNvSpPr>
            <a:spLocks noChangeAspect="1"/>
          </p:cNvSpPr>
          <p:nvPr/>
        </p:nvSpPr>
        <p:spPr>
          <a:xfrm>
            <a:off x="5773339" y="459384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6E367DE-D827-F405-B29A-C52EF0173357}"/>
              </a:ext>
            </a:extLst>
          </p:cNvPr>
          <p:cNvGraphicFramePr>
            <a:graphicFrameLocks noGrp="1"/>
          </p:cNvGraphicFramePr>
          <p:nvPr/>
        </p:nvGraphicFramePr>
        <p:xfrm>
          <a:off x="269272" y="1628406"/>
          <a:ext cx="6517257" cy="2850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685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행복기숙사 입사비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행복기숙사 입사비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780625"/>
                  </a:ext>
                </a:extLst>
              </a:tr>
              <a:tr h="356266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0061422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건강보험자격득실확인서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1754730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서약서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1334131"/>
                  </a:ext>
                </a:extLst>
              </a:tr>
              <a:tr h="365663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기타 및 추가서류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659452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1248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54BFE78-5E81-4B49-DC33-6F2D6FCD8E4C}"/>
              </a:ext>
            </a:extLst>
          </p:cNvPr>
          <p:cNvSpPr/>
          <p:nvPr/>
        </p:nvSpPr>
        <p:spPr>
          <a:xfrm>
            <a:off x="1444710" y="237024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686199-47D8-448F-D25F-4535DEB95411}"/>
              </a:ext>
            </a:extLst>
          </p:cNvPr>
          <p:cNvSpPr/>
          <p:nvPr/>
        </p:nvSpPr>
        <p:spPr>
          <a:xfrm>
            <a:off x="3097708" y="237023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C493D69-404E-4992-1798-5492341A50BA}"/>
              </a:ext>
            </a:extLst>
          </p:cNvPr>
          <p:cNvSpPr/>
          <p:nvPr/>
        </p:nvSpPr>
        <p:spPr>
          <a:xfrm>
            <a:off x="3409617" y="23702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3F71E24-3242-04AB-1664-F5170C0D3781}"/>
              </a:ext>
            </a:extLst>
          </p:cNvPr>
          <p:cNvSpPr/>
          <p:nvPr/>
        </p:nvSpPr>
        <p:spPr>
          <a:xfrm>
            <a:off x="1444710" y="260091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051808-F0BF-252E-C5DC-00FDE5A8418B}"/>
              </a:ext>
            </a:extLst>
          </p:cNvPr>
          <p:cNvSpPr/>
          <p:nvPr/>
        </p:nvSpPr>
        <p:spPr>
          <a:xfrm>
            <a:off x="3097708" y="260090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5AB782-9940-43C4-C510-EFC7553729D0}"/>
              </a:ext>
            </a:extLst>
          </p:cNvPr>
          <p:cNvSpPr/>
          <p:nvPr/>
        </p:nvSpPr>
        <p:spPr>
          <a:xfrm>
            <a:off x="3409617" y="26009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" name="Rectangle 191">
            <a:extLst>
              <a:ext uri="{FF2B5EF4-FFF2-40B4-BE49-F238E27FC236}">
                <a16:creationId xmlns:a16="http://schemas.microsoft.com/office/drawing/2014/main" id="{46B18664-4340-E14C-5F67-1DBF125B3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2798560"/>
            <a:ext cx="1933223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보호자 주민등록초본 제출 시 가족관계증명서 제출 필수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45AED67-3247-ED70-FAE3-35869D7F7470}"/>
              </a:ext>
            </a:extLst>
          </p:cNvPr>
          <p:cNvSpPr/>
          <p:nvPr/>
        </p:nvSpPr>
        <p:spPr>
          <a:xfrm>
            <a:off x="1444710" y="29609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재학증명서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7BF5E29-71DE-606B-83E5-78CB62B32A67}"/>
              </a:ext>
            </a:extLst>
          </p:cNvPr>
          <p:cNvSpPr/>
          <p:nvPr/>
        </p:nvSpPr>
        <p:spPr>
          <a:xfrm>
            <a:off x="3097708" y="2960948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9169C5E-1DCC-6390-902C-4AF4E6623FBB}"/>
              </a:ext>
            </a:extLst>
          </p:cNvPr>
          <p:cNvSpPr/>
          <p:nvPr/>
        </p:nvSpPr>
        <p:spPr>
          <a:xfrm>
            <a:off x="3409617" y="296094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Rectangle 191">
            <a:extLst>
              <a:ext uri="{FF2B5EF4-FFF2-40B4-BE49-F238E27FC236}">
                <a16:creationId xmlns:a16="http://schemas.microsoft.com/office/drawing/2014/main" id="{2F96DB68-9507-360B-5DA2-EB51A76FD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3154768"/>
            <a:ext cx="3835987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신입생의 경우 합격증명서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합격통지서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또는 대학지원수험표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휴학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졸업 유예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졸업의 경우 해당하는 증명서 제출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CEFDD7A-ADEC-ADC4-573A-503986D9719E}"/>
              </a:ext>
            </a:extLst>
          </p:cNvPr>
          <p:cNvSpPr/>
          <p:nvPr/>
        </p:nvSpPr>
        <p:spPr>
          <a:xfrm>
            <a:off x="1444710" y="33152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건강보험자격득실확인서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D421C0F-5127-7F5D-E2DC-7DECD843B504}"/>
              </a:ext>
            </a:extLst>
          </p:cNvPr>
          <p:cNvSpPr/>
          <p:nvPr/>
        </p:nvSpPr>
        <p:spPr>
          <a:xfrm>
            <a:off x="3097708" y="331528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7371108-DF48-BAA7-73CF-2302A78417B7}"/>
              </a:ext>
            </a:extLst>
          </p:cNvPr>
          <p:cNvSpPr/>
          <p:nvPr/>
        </p:nvSpPr>
        <p:spPr>
          <a:xfrm>
            <a:off x="3409617" y="331528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29" name="Rectangle 191">
            <a:extLst>
              <a:ext uri="{FF2B5EF4-FFF2-40B4-BE49-F238E27FC236}">
                <a16:creationId xmlns:a16="http://schemas.microsoft.com/office/drawing/2014/main" id="{C2DF8850-F6A7-5698-70A7-D2E0EA5BC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3512937"/>
            <a:ext cx="1981312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취업준비생은 필수 제출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단기 근로 경우 근로계약서 제출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771B3B34-61BD-9388-23C8-D3E5A0BB79D7}"/>
              </a:ext>
            </a:extLst>
          </p:cNvPr>
          <p:cNvGrpSpPr/>
          <p:nvPr/>
        </p:nvGrpSpPr>
        <p:grpSpPr>
          <a:xfrm>
            <a:off x="1444710" y="3686385"/>
            <a:ext cx="2702354" cy="144016"/>
            <a:chOff x="3327015" y="1986936"/>
            <a:chExt cx="2702354" cy="144016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046880-57AC-33E2-F67B-178A48598EE2}"/>
                </a:ext>
              </a:extLst>
            </p:cNvPr>
            <p:cNvSpPr/>
            <p:nvPr/>
          </p:nvSpPr>
          <p:spPr>
            <a:xfrm>
              <a:off x="3327015" y="198694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서약서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22755AC-7D8A-DA7E-6FB4-31A78FFD64BA}"/>
                </a:ext>
              </a:extLst>
            </p:cNvPr>
            <p:cNvSpPr/>
            <p:nvPr/>
          </p:nvSpPr>
          <p:spPr>
            <a:xfrm>
              <a:off x="4980013" y="1986936"/>
              <a:ext cx="264174" cy="14401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제출</a:t>
              </a: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861A108-591F-8A9B-327C-76D64C120288}"/>
                </a:ext>
              </a:extLst>
            </p:cNvPr>
            <p:cNvSpPr/>
            <p:nvPr/>
          </p:nvSpPr>
          <p:spPr>
            <a:xfrm>
              <a:off x="5288523" y="198693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07636F4-995D-B455-0B2E-3D955BDCB875}"/>
                </a:ext>
              </a:extLst>
            </p:cNvPr>
            <p:cNvSpPr/>
            <p:nvPr/>
          </p:nvSpPr>
          <p:spPr>
            <a:xfrm>
              <a:off x="5603914" y="1986936"/>
              <a:ext cx="425455" cy="144016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양식받기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5EAA54F-7BD7-556A-BD86-214B25FCD374}"/>
              </a:ext>
            </a:extLst>
          </p:cNvPr>
          <p:cNvSpPr/>
          <p:nvPr/>
        </p:nvSpPr>
        <p:spPr>
          <a:xfrm>
            <a:off x="1444710" y="391141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기타추가서류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C031FCD-17AF-E9E9-C503-0AAA1B918558}"/>
              </a:ext>
            </a:extLst>
          </p:cNvPr>
          <p:cNvSpPr/>
          <p:nvPr/>
        </p:nvSpPr>
        <p:spPr>
          <a:xfrm>
            <a:off x="3097708" y="391140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</a:t>
            </a:r>
          </a:p>
        </p:txBody>
      </p:sp>
      <p:sp>
        <p:nvSpPr>
          <p:cNvPr id="38" name="Rectangle 191">
            <a:extLst>
              <a:ext uri="{FF2B5EF4-FFF2-40B4-BE49-F238E27FC236}">
                <a16:creationId xmlns:a16="http://schemas.microsoft.com/office/drawing/2014/main" id="{E20A19EF-8D67-0419-88C6-7348493086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4108949"/>
            <a:ext cx="2172069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기숙사 거주증명서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기숙사 납입증명서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건강보험납입증명서 등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CA88D193-42FB-82B0-0DD6-B68588465A31}"/>
              </a:ext>
            </a:extLst>
          </p:cNvPr>
          <p:cNvGrpSpPr/>
          <p:nvPr/>
        </p:nvGrpSpPr>
        <p:grpSpPr>
          <a:xfrm>
            <a:off x="1456460" y="4301121"/>
            <a:ext cx="1105196" cy="128396"/>
            <a:chOff x="3438680" y="4305150"/>
            <a:chExt cx="1105196" cy="128396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244F230-AB7F-B9BD-CC11-22FF6EE4D136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1" name="Picture 10">
              <a:extLst>
                <a:ext uri="{FF2B5EF4-FFF2-40B4-BE49-F238E27FC236}">
                  <a16:creationId xmlns:a16="http://schemas.microsoft.com/office/drawing/2014/main" id="{5E678B7E-D64E-5375-B257-9B1680994C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13528726-BF6A-CF44-7F69-CA6ADDAF909E}"/>
              </a:ext>
            </a:extLst>
          </p:cNvPr>
          <p:cNvGrpSpPr/>
          <p:nvPr/>
        </p:nvGrpSpPr>
        <p:grpSpPr>
          <a:xfrm>
            <a:off x="2642873" y="4301121"/>
            <a:ext cx="1105196" cy="128396"/>
            <a:chOff x="3438680" y="4305150"/>
            <a:chExt cx="1105196" cy="12839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E14A67C-38F4-EE2B-BFFA-967F365B46DE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4" name="Picture 10">
              <a:extLst>
                <a:ext uri="{FF2B5EF4-FFF2-40B4-BE49-F238E27FC236}">
                  <a16:creationId xmlns:a16="http://schemas.microsoft.com/office/drawing/2014/main" id="{FAA6E353-8C04-9BFB-C47F-34E13A9A2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46" name="타원 45">
            <a:extLst>
              <a:ext uri="{FF2B5EF4-FFF2-40B4-BE49-F238E27FC236}">
                <a16:creationId xmlns:a16="http://schemas.microsoft.com/office/drawing/2014/main" id="{6A16C34C-85DE-E59E-732A-C87B5784D3E3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68283CE-4CDB-9382-0604-C56CD433B2B1}"/>
              </a:ext>
            </a:extLst>
          </p:cNvPr>
          <p:cNvSpPr/>
          <p:nvPr/>
        </p:nvSpPr>
        <p:spPr>
          <a:xfrm>
            <a:off x="268381" y="2338976"/>
            <a:ext cx="6517256" cy="2139849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853776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55B58B-B40B-9A2B-7386-3735A9D0D1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D6AECF3-701D-8A87-8897-0A45F7BBE26F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98B5799-5A00-91F7-8D9B-C46D808D7888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997E9E4-A9DF-646D-1D06-54184BDFC0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5610347"/>
              </p:ext>
            </p:extLst>
          </p:nvPr>
        </p:nvGraphicFramePr>
        <p:xfrm>
          <a:off x="6969418" y="2548005"/>
          <a:ext cx="2772114" cy="1734217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행복기숙사입사비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계좌정보가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1697020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11C9F7C0-EAC5-F36D-1B86-E3F35FE0373E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613D72D-6F60-32FE-06C6-9EAB5AAB4DC3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CDD4C0DD-24C9-83F1-9D26-C2DA83857D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FC940094-C123-B788-A183-EF5C0BFDDFA0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76948DD-87DA-1736-48A0-4547EC83AF70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C9D2B02-EEA6-67F8-2F35-930BF5A61C25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0781241-455F-02E4-C66F-A3D37436FEED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26F2511-38A0-F262-1A85-73A7AC7781CB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7255084-0EE0-624F-2964-66796C605BB0}"/>
              </a:ext>
            </a:extLst>
          </p:cNvPr>
          <p:cNvSpPr/>
          <p:nvPr/>
        </p:nvSpPr>
        <p:spPr>
          <a:xfrm>
            <a:off x="165100" y="1790189"/>
            <a:ext cx="6732116" cy="500048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6BBD963-4735-6BBC-EE64-AA08259F201C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778774-A68F-5305-0922-8771FF7A229F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62B763-31C9-F00D-566C-6977C7E72DF4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81BBE4-DE2C-D365-23C0-C057ECA3895A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B49B510-6C01-4F98-B606-C95D30655B36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28EEC80-C88D-E1D4-0DEC-567D99845D7C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행복기숙사 </a:t>
            </a:r>
            <a:r>
              <a:rPr lang="ko-KR" altLang="en-US" sz="700" dirty="0" err="1">
                <a:solidFill>
                  <a:schemeClr val="bg1"/>
                </a:solidFill>
              </a:rPr>
              <a:t>입사비</a:t>
            </a:r>
            <a:endParaRPr lang="ko-KR" altLang="en-US" sz="700" dirty="0">
              <a:solidFill>
                <a:schemeClr val="bg1"/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F79C262-173D-1410-C726-BB599CFE2828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평생교육장려금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E0B6ED6-E512-9195-52C5-8E1BF166C600}"/>
              </a:ext>
            </a:extLst>
          </p:cNvPr>
          <p:cNvSpPr/>
          <p:nvPr/>
        </p:nvSpPr>
        <p:spPr>
          <a:xfrm>
            <a:off x="273050" y="2536851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EF7C93FB-93CE-C495-1A2C-E7D03F7EC1EE}"/>
              </a:ext>
            </a:extLst>
          </p:cNvPr>
          <p:cNvGrpSpPr/>
          <p:nvPr/>
        </p:nvGrpSpPr>
        <p:grpSpPr>
          <a:xfrm>
            <a:off x="6728560" y="2716540"/>
            <a:ext cx="77080" cy="612000"/>
            <a:chOff x="6781481" y="1888563"/>
            <a:chExt cx="77080" cy="612000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65A7BEBF-8873-10E5-4878-290BC0A75AA7}"/>
                </a:ext>
              </a:extLst>
            </p:cNvPr>
            <p:cNvSpPr/>
            <p:nvPr/>
          </p:nvSpPr>
          <p:spPr>
            <a:xfrm>
              <a:off x="6786561" y="1888563"/>
              <a:ext cx="72000" cy="61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9E005D0E-6B59-EA66-F659-D8248F448F6B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5F0C679A-26C0-1B5E-CC7D-FB2A8A194D77}"/>
              </a:ext>
            </a:extLst>
          </p:cNvPr>
          <p:cNvSpPr/>
          <p:nvPr/>
        </p:nvSpPr>
        <p:spPr>
          <a:xfrm>
            <a:off x="258997" y="2716871"/>
            <a:ext cx="6464483" cy="60045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</a:t>
            </a:r>
            <a:r>
              <a:rPr lang="ko-KR" altLang="en-US" sz="700" dirty="0" err="1">
                <a:solidFill>
                  <a:prstClr val="black"/>
                </a:solidFill>
              </a:rPr>
              <a:t>수집・이용</a:t>
            </a:r>
            <a:r>
              <a:rPr lang="ko-KR" altLang="en-US" sz="700" dirty="0">
                <a:solidFill>
                  <a:prstClr val="black"/>
                </a:solidFill>
              </a:rPr>
              <a:t> 내역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C1EB7A21-3136-A35F-7F5D-0992CE9E0CF2}"/>
              </a:ext>
            </a:extLst>
          </p:cNvPr>
          <p:cNvSpPr/>
          <p:nvPr/>
        </p:nvSpPr>
        <p:spPr>
          <a:xfrm>
            <a:off x="281001" y="3552914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F9C9CA51-6C4F-5B08-DBA0-3BA0265F86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9119854"/>
              </p:ext>
            </p:extLst>
          </p:nvPr>
        </p:nvGraphicFramePr>
        <p:xfrm>
          <a:off x="266947" y="3725828"/>
          <a:ext cx="6520019" cy="2069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97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1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2932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6010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연락처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보호자 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54225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신청 기숙사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42180199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최종전입일자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5451537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주소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162364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576740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D3F65396-7698-BB47-64E9-673939D236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885741"/>
              </p:ext>
            </p:extLst>
          </p:nvPr>
        </p:nvGraphicFramePr>
        <p:xfrm>
          <a:off x="266947" y="6033493"/>
          <a:ext cx="6530741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01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4" name="직사각형 83">
            <a:extLst>
              <a:ext uri="{FF2B5EF4-FFF2-40B4-BE49-F238E27FC236}">
                <a16:creationId xmlns:a16="http://schemas.microsoft.com/office/drawing/2014/main" id="{5E94C0B3-F1EA-C421-DA4A-69F01C973C98}"/>
              </a:ext>
            </a:extLst>
          </p:cNvPr>
          <p:cNvSpPr/>
          <p:nvPr/>
        </p:nvSpPr>
        <p:spPr>
          <a:xfrm>
            <a:off x="281001" y="5853126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85" name="Picture 13">
            <a:extLst>
              <a:ext uri="{FF2B5EF4-FFF2-40B4-BE49-F238E27FC236}">
                <a16:creationId xmlns:a16="http://schemas.microsoft.com/office/drawing/2014/main" id="{92DFBB60-A220-0D42-9B60-A739DE2B6A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8285" y="399757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20AEB-2336-C2CC-E164-3E4E7B5BA7D1}"/>
              </a:ext>
            </a:extLst>
          </p:cNvPr>
          <p:cNvSpPr/>
          <p:nvPr/>
        </p:nvSpPr>
        <p:spPr>
          <a:xfrm>
            <a:off x="4597161" y="3997843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6313EEF-E54F-7964-93DD-3D8FE58FC2F5}"/>
              </a:ext>
            </a:extLst>
          </p:cNvPr>
          <p:cNvSpPr/>
          <p:nvPr/>
        </p:nvSpPr>
        <p:spPr>
          <a:xfrm>
            <a:off x="5099274" y="3997843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F4D0948-4016-D450-598E-5C7FBF3A0C7A}"/>
              </a:ext>
            </a:extLst>
          </p:cNvPr>
          <p:cNvSpPr/>
          <p:nvPr/>
        </p:nvSpPr>
        <p:spPr>
          <a:xfrm>
            <a:off x="5038177" y="400803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5DB91A8-7F58-30AC-FB90-B04B8CC16791}"/>
              </a:ext>
            </a:extLst>
          </p:cNvPr>
          <p:cNvSpPr/>
          <p:nvPr/>
        </p:nvSpPr>
        <p:spPr>
          <a:xfrm>
            <a:off x="5455114" y="401598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01AA6EDD-6633-0F52-9204-7A8128DA720B}"/>
              </a:ext>
            </a:extLst>
          </p:cNvPr>
          <p:cNvSpPr/>
          <p:nvPr/>
        </p:nvSpPr>
        <p:spPr>
          <a:xfrm>
            <a:off x="5522687" y="3997843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735E749-B91A-C8B2-7544-0DB2432EE32A}"/>
              </a:ext>
            </a:extLst>
          </p:cNvPr>
          <p:cNvSpPr/>
          <p:nvPr/>
        </p:nvSpPr>
        <p:spPr>
          <a:xfrm>
            <a:off x="1580066" y="4678972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오산대학교</a:t>
            </a:r>
          </a:p>
        </p:txBody>
      </p:sp>
      <p:pic>
        <p:nvPicPr>
          <p:cNvPr id="92" name="Picture 13">
            <a:extLst>
              <a:ext uri="{FF2B5EF4-FFF2-40B4-BE49-F238E27FC236}">
                <a16:creationId xmlns:a16="http://schemas.microsoft.com/office/drawing/2014/main" id="{B45BE5AA-8168-465C-2567-F10BB54416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8667" y="4679626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D4A1DCCC-7CAC-5643-357A-AC0E1818201F}"/>
              </a:ext>
            </a:extLst>
          </p:cNvPr>
          <p:cNvSpPr/>
          <p:nvPr/>
        </p:nvSpPr>
        <p:spPr>
          <a:xfrm>
            <a:off x="2713666" y="4679890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학년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D792E34-7614-DB4F-9B34-FEC44D4877D9}"/>
              </a:ext>
            </a:extLst>
          </p:cNvPr>
          <p:cNvSpPr/>
          <p:nvPr/>
        </p:nvSpPr>
        <p:spPr>
          <a:xfrm>
            <a:off x="3421383" y="4678972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경영학과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A0FAD3AA-52F4-CB65-5ECC-2C6807B942A3}"/>
              </a:ext>
            </a:extLst>
          </p:cNvPr>
          <p:cNvSpPr/>
          <p:nvPr/>
        </p:nvSpPr>
        <p:spPr>
          <a:xfrm>
            <a:off x="4597160" y="3766580"/>
            <a:ext cx="86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홍길동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8C0E08C-FED2-13E0-7520-2F1256C933C8}"/>
              </a:ext>
            </a:extLst>
          </p:cNvPr>
          <p:cNvSpPr/>
          <p:nvPr/>
        </p:nvSpPr>
        <p:spPr>
          <a:xfrm>
            <a:off x="1276873" y="5149370"/>
            <a:ext cx="476033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2F8307B-0E22-A494-FFD9-CB3B4771C288}"/>
              </a:ext>
            </a:extLst>
          </p:cNvPr>
          <p:cNvSpPr/>
          <p:nvPr/>
        </p:nvSpPr>
        <p:spPr>
          <a:xfrm>
            <a:off x="1276873" y="5375659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C1F0D4B-65B4-1A4C-4C36-17FD6B6A3345}"/>
              </a:ext>
            </a:extLst>
          </p:cNvPr>
          <p:cNvSpPr/>
          <p:nvPr/>
        </p:nvSpPr>
        <p:spPr>
          <a:xfrm>
            <a:off x="1276873" y="5601407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30336788-65A7-D17D-F50A-C3E053BCB00B}"/>
              </a:ext>
            </a:extLst>
          </p:cNvPr>
          <p:cNvSpPr/>
          <p:nvPr/>
        </p:nvSpPr>
        <p:spPr>
          <a:xfrm>
            <a:off x="3759711" y="5401492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FF46173-8AB3-FB67-26CA-AE6857F57F23}"/>
              </a:ext>
            </a:extLst>
          </p:cNvPr>
          <p:cNvSpPr/>
          <p:nvPr/>
        </p:nvSpPr>
        <p:spPr>
          <a:xfrm>
            <a:off x="3759711" y="5627240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pic>
        <p:nvPicPr>
          <p:cNvPr id="102" name="Picture 13">
            <a:extLst>
              <a:ext uri="{FF2B5EF4-FFF2-40B4-BE49-F238E27FC236}">
                <a16:creationId xmlns:a16="http://schemas.microsoft.com/office/drawing/2014/main" id="{DAF4A758-A2D6-FF9D-F604-CDFBF40395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929" y="6071776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A9E915C-B26F-7649-FDAC-D0A75C97BAE2}"/>
              </a:ext>
            </a:extLst>
          </p:cNvPr>
          <p:cNvSpPr/>
          <p:nvPr/>
        </p:nvSpPr>
        <p:spPr>
          <a:xfrm>
            <a:off x="1239605" y="6072040"/>
            <a:ext cx="6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444C8848-CD1E-A917-1966-877A023D48B2}"/>
              </a:ext>
            </a:extLst>
          </p:cNvPr>
          <p:cNvSpPr/>
          <p:nvPr/>
        </p:nvSpPr>
        <p:spPr>
          <a:xfrm>
            <a:off x="1244828" y="6540809"/>
            <a:ext cx="15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F3C8BFF0-5532-022A-36C2-C660271DA5A5}"/>
              </a:ext>
            </a:extLst>
          </p:cNvPr>
          <p:cNvGrpSpPr/>
          <p:nvPr/>
        </p:nvGrpSpPr>
        <p:grpSpPr>
          <a:xfrm>
            <a:off x="253943" y="3344853"/>
            <a:ext cx="1651953" cy="144463"/>
            <a:chOff x="2156839" y="1593629"/>
            <a:chExt cx="1651953" cy="144463"/>
          </a:xfrm>
        </p:grpSpPr>
        <p:sp>
          <p:nvSpPr>
            <p:cNvPr id="106" name="Rectangle 191">
              <a:extLst>
                <a:ext uri="{FF2B5EF4-FFF2-40B4-BE49-F238E27FC236}">
                  <a16:creationId xmlns:a16="http://schemas.microsoft.com/office/drawing/2014/main" id="{D7B6B7A4-AABE-54CB-BE9E-ABBC05D75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107" name="개체 106">
              <a:extLst>
                <a:ext uri="{FF2B5EF4-FFF2-40B4-BE49-F238E27FC236}">
                  <a16:creationId xmlns:a16="http://schemas.microsoft.com/office/drawing/2014/main" id="{2A90EBA5-328A-E0E1-BA84-0358927B79D0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993921972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4" imgW="145435" imgH="145435" progId="Visio.Drawing.11">
                    <p:embed/>
                  </p:oleObj>
                </mc:Choice>
                <mc:Fallback>
                  <p:oleObj name="Visio" r:id="rId4" imgW="145435" imgH="145435" progId="Visio.Drawing.11">
                    <p:embed/>
                    <p:pic>
                      <p:nvPicPr>
                        <p:cNvPr id="59" name="개체 58">
                          <a:extLst>
                            <a:ext uri="{FF2B5EF4-FFF2-40B4-BE49-F238E27FC236}">
                              <a16:creationId xmlns:a16="http://schemas.microsoft.com/office/drawing/2014/main" id="{1903CE90-9A3A-E292-FB07-06A25361678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8" name="Rectangle 191">
            <a:extLst>
              <a:ext uri="{FF2B5EF4-FFF2-40B4-BE49-F238E27FC236}">
                <a16:creationId xmlns:a16="http://schemas.microsoft.com/office/drawing/2014/main" id="{404B8D31-AD8E-FF2A-DC53-F2E182C87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387" y="4692107"/>
            <a:ext cx="269304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학교명</a:t>
            </a:r>
          </a:p>
        </p:txBody>
      </p:sp>
      <p:sp>
        <p:nvSpPr>
          <p:cNvPr id="109" name="Rectangle 191">
            <a:extLst>
              <a:ext uri="{FF2B5EF4-FFF2-40B4-BE49-F238E27FC236}">
                <a16:creationId xmlns:a16="http://schemas.microsoft.com/office/drawing/2014/main" id="{12641C8A-0650-1329-C00B-A044F7011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481" y="4692678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학년</a:t>
            </a:r>
          </a:p>
        </p:txBody>
      </p:sp>
      <p:sp>
        <p:nvSpPr>
          <p:cNvPr id="110" name="Rectangle 191">
            <a:extLst>
              <a:ext uri="{FF2B5EF4-FFF2-40B4-BE49-F238E27FC236}">
                <a16:creationId xmlns:a16="http://schemas.microsoft.com/office/drawing/2014/main" id="{56236A58-7936-2BBA-33A4-CBC8AE76D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3121" y="4692678"/>
            <a:ext cx="17953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전공</a:t>
            </a:r>
          </a:p>
        </p:txBody>
      </p:sp>
      <p:pic>
        <p:nvPicPr>
          <p:cNvPr id="111" name="Picture 13">
            <a:extLst>
              <a:ext uri="{FF2B5EF4-FFF2-40B4-BE49-F238E27FC236}">
                <a16:creationId xmlns:a16="http://schemas.microsoft.com/office/drawing/2014/main" id="{6AB8ADB3-6DFA-367D-4195-8376C752B3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1888" y="399757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06E47707-69AE-34F4-76D6-F86C0E1523CE}"/>
              </a:ext>
            </a:extLst>
          </p:cNvPr>
          <p:cNvSpPr/>
          <p:nvPr/>
        </p:nvSpPr>
        <p:spPr>
          <a:xfrm>
            <a:off x="1280764" y="3997843"/>
            <a:ext cx="24588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F2B75521-3482-137D-6C39-E330D47A5D25}"/>
              </a:ext>
            </a:extLst>
          </p:cNvPr>
          <p:cNvSpPr/>
          <p:nvPr/>
        </p:nvSpPr>
        <p:spPr>
          <a:xfrm>
            <a:off x="1782877" y="3997843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1234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1E810BE-7C4B-6F79-330F-A2ADED788414}"/>
              </a:ext>
            </a:extLst>
          </p:cNvPr>
          <p:cNvSpPr/>
          <p:nvPr/>
        </p:nvSpPr>
        <p:spPr>
          <a:xfrm>
            <a:off x="1721780" y="4008031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208BFABA-6ADB-614C-22B3-BA6BFCC1C069}"/>
              </a:ext>
            </a:extLst>
          </p:cNvPr>
          <p:cNvSpPr/>
          <p:nvPr/>
        </p:nvSpPr>
        <p:spPr>
          <a:xfrm>
            <a:off x="2138717" y="4015982"/>
            <a:ext cx="36869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en-US" altLang="ko-KR" sz="700" dirty="0">
                <a:solidFill>
                  <a:prstClr val="black"/>
                </a:solidFill>
              </a:rPr>
              <a:t>-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11491971-8CE2-4299-A845-E40E8D67B542}"/>
              </a:ext>
            </a:extLst>
          </p:cNvPr>
          <p:cNvSpPr/>
          <p:nvPr/>
        </p:nvSpPr>
        <p:spPr>
          <a:xfrm>
            <a:off x="2206290" y="3997843"/>
            <a:ext cx="325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5678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86B2343A-0F0A-0175-E066-77479572E3FD}"/>
              </a:ext>
            </a:extLst>
          </p:cNvPr>
          <p:cNvSpPr/>
          <p:nvPr/>
        </p:nvSpPr>
        <p:spPr>
          <a:xfrm>
            <a:off x="1285387" y="4227258"/>
            <a:ext cx="595041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honggil12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Rectangle 191">
            <a:extLst>
              <a:ext uri="{FF2B5EF4-FFF2-40B4-BE49-F238E27FC236}">
                <a16:creationId xmlns:a16="http://schemas.microsoft.com/office/drawing/2014/main" id="{1194DB13-1D56-14C7-94BA-86EE56E74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2979" y="4245397"/>
            <a:ext cx="7854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lvl="0" latinLnBrk="0">
              <a:defRPr/>
            </a:pPr>
            <a:r>
              <a:rPr kumimoji="0" lang="en-US" altLang="ko-KR" sz="7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나눔고딕" pitchFamily="50" charset="-127"/>
                <a:ea typeface="나눔고딕" pitchFamily="50" charset="-127"/>
              </a:rPr>
              <a:t>@</a:t>
            </a:r>
            <a:endParaRPr kumimoji="0" lang="ko-KR" altLang="en-US" sz="7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A71A3D5-F453-384A-76C3-10BE5D35F2A4}"/>
              </a:ext>
            </a:extLst>
          </p:cNvPr>
          <p:cNvSpPr/>
          <p:nvPr/>
        </p:nvSpPr>
        <p:spPr>
          <a:xfrm>
            <a:off x="3318712" y="4227355"/>
            <a:ext cx="64913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직접입력</a:t>
            </a:r>
          </a:p>
        </p:txBody>
      </p:sp>
      <p:pic>
        <p:nvPicPr>
          <p:cNvPr id="120" name="Picture 13">
            <a:extLst>
              <a:ext uri="{FF2B5EF4-FFF2-40B4-BE49-F238E27FC236}">
                <a16:creationId xmlns:a16="http://schemas.microsoft.com/office/drawing/2014/main" id="{5CB55BF9-CFA0-AB97-CDC7-CC708D1D5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1884" y="422861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015E9E73-B51C-801E-9214-3C679295CB3B}"/>
              </a:ext>
            </a:extLst>
          </p:cNvPr>
          <p:cNvSpPr/>
          <p:nvPr/>
        </p:nvSpPr>
        <p:spPr>
          <a:xfrm>
            <a:off x="2014164" y="4227258"/>
            <a:ext cx="1278601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r>
              <a:rPr lang="en-US" altLang="ko-KR" sz="70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naver.com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548DE36-504D-7750-D52B-34ECDBF45075}"/>
              </a:ext>
            </a:extLst>
          </p:cNvPr>
          <p:cNvSpPr>
            <a:spLocks noChangeAspect="1"/>
          </p:cNvSpPr>
          <p:nvPr/>
        </p:nvSpPr>
        <p:spPr>
          <a:xfrm>
            <a:off x="202609" y="26448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C48DBA6-C753-1865-2474-CD216198256A}"/>
              </a:ext>
            </a:extLst>
          </p:cNvPr>
          <p:cNvSpPr>
            <a:spLocks noChangeAspect="1"/>
          </p:cNvSpPr>
          <p:nvPr/>
        </p:nvSpPr>
        <p:spPr>
          <a:xfrm>
            <a:off x="202609" y="364502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0007E9F-0F74-6051-8F90-A13FB5D3F4D2}"/>
              </a:ext>
            </a:extLst>
          </p:cNvPr>
          <p:cNvSpPr>
            <a:spLocks noChangeAspect="1"/>
          </p:cNvSpPr>
          <p:nvPr/>
        </p:nvSpPr>
        <p:spPr>
          <a:xfrm>
            <a:off x="202609" y="595723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68AB32D4-87C1-D078-7F10-A0230D8E99B9}"/>
              </a:ext>
            </a:extLst>
          </p:cNvPr>
          <p:cNvGrpSpPr/>
          <p:nvPr/>
        </p:nvGrpSpPr>
        <p:grpSpPr>
          <a:xfrm>
            <a:off x="1279739" y="4913115"/>
            <a:ext cx="3869183" cy="147301"/>
            <a:chOff x="1229119" y="4562220"/>
            <a:chExt cx="3869183" cy="147301"/>
          </a:xfrm>
        </p:grpSpPr>
        <p:sp>
          <p:nvSpPr>
            <p:cNvPr id="17" name="Rectangle 191">
              <a:extLst>
                <a:ext uri="{FF2B5EF4-FFF2-40B4-BE49-F238E27FC236}">
                  <a16:creationId xmlns:a16="http://schemas.microsoft.com/office/drawing/2014/main" id="{B6FA7E83-081E-3915-5293-2F2EC1A37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419" y="4582009"/>
              <a:ext cx="1538883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공고일 기준 오산시 거주 확인 후 신청</a:t>
              </a:r>
            </a:p>
          </p:txBody>
        </p: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49A9050A-C9F3-884F-9A80-5548BE76BFC6}"/>
                </a:ext>
              </a:extLst>
            </p:cNvPr>
            <p:cNvGrpSpPr/>
            <p:nvPr/>
          </p:nvGrpSpPr>
          <p:grpSpPr>
            <a:xfrm>
              <a:off x="1588840" y="4563639"/>
              <a:ext cx="415981" cy="144462"/>
              <a:chOff x="2716253" y="2405617"/>
              <a:chExt cx="415981" cy="144462"/>
            </a:xfrm>
          </p:grpSpPr>
          <p:sp>
            <p:nvSpPr>
              <p:cNvPr id="33" name="Rectangle 191">
                <a:extLst>
                  <a:ext uri="{FF2B5EF4-FFF2-40B4-BE49-F238E27FC236}">
                    <a16:creationId xmlns:a16="http://schemas.microsoft.com/office/drawing/2014/main" id="{CFB67814-7859-A879-742A-B83DD143D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930" y="2423987"/>
                <a:ext cx="269304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보호자</a:t>
                </a:r>
              </a:p>
            </p:txBody>
          </p:sp>
          <p:graphicFrame>
            <p:nvGraphicFramePr>
              <p:cNvPr id="34" name="개체 33">
                <a:extLst>
                  <a:ext uri="{FF2B5EF4-FFF2-40B4-BE49-F238E27FC236}">
                    <a16:creationId xmlns:a16="http://schemas.microsoft.com/office/drawing/2014/main" id="{D6B33F8C-ECA1-1DC1-186D-A94536F436A2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716253" y="2405617"/>
              <a:ext cx="144462" cy="1444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6" imgW="145435" imgH="145435" progId="Visio.Drawing.11">
                      <p:embed/>
                    </p:oleObj>
                  </mc:Choice>
                  <mc:Fallback>
                    <p:oleObj name="Visio" r:id="rId6" imgW="145435" imgH="145435" progId="Visio.Drawing.11">
                      <p:embed/>
                      <p:pic>
                        <p:nvPicPr>
                          <p:cNvPr id="34" name="개체 33">
                            <a:extLst>
                              <a:ext uri="{FF2B5EF4-FFF2-40B4-BE49-F238E27FC236}">
                                <a16:creationId xmlns:a16="http://schemas.microsoft.com/office/drawing/2014/main" id="{4F941DA8-FB26-4280-B46A-4168B66EF326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716253" y="2405617"/>
                            <a:ext cx="144462" cy="14446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EBCE9824-B07C-3E81-338A-6C5390A3955B}"/>
                </a:ext>
              </a:extLst>
            </p:cNvPr>
            <p:cNvGrpSpPr/>
            <p:nvPr/>
          </p:nvGrpSpPr>
          <p:grpSpPr>
            <a:xfrm>
              <a:off x="1229119" y="4563639"/>
              <a:ext cx="326896" cy="144463"/>
              <a:chOff x="2864768" y="2513669"/>
              <a:chExt cx="326896" cy="144463"/>
            </a:xfrm>
          </p:grpSpPr>
          <p:sp>
            <p:nvSpPr>
              <p:cNvPr id="31" name="Rectangle 191">
                <a:extLst>
                  <a:ext uri="{FF2B5EF4-FFF2-40B4-BE49-F238E27FC236}">
                    <a16:creationId xmlns:a16="http://schemas.microsoft.com/office/drawing/2014/main" id="{38C212F5-43E7-4B73-ACAC-746AB644F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128" y="2526153"/>
                <a:ext cx="179536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EAEAEA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본인</a:t>
                </a:r>
              </a:p>
            </p:txBody>
          </p:sp>
          <p:graphicFrame>
            <p:nvGraphicFramePr>
              <p:cNvPr id="32" name="개체 31">
                <a:extLst>
                  <a:ext uri="{FF2B5EF4-FFF2-40B4-BE49-F238E27FC236}">
                    <a16:creationId xmlns:a16="http://schemas.microsoft.com/office/drawing/2014/main" id="{10CE2D56-57D8-61C6-65C6-8A1B3669A69D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920573673"/>
                  </p:ext>
                </p:extLst>
              </p:nvPr>
            </p:nvGraphicFramePr>
            <p:xfrm>
              <a:off x="2864768" y="2513669"/>
              <a:ext cx="144462" cy="1444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Visio" r:id="rId8" imgW="145435" imgH="145435" progId="Visio.Drawing.11">
                      <p:embed/>
                    </p:oleObj>
                  </mc:Choice>
                  <mc:Fallback>
                    <p:oleObj name="Visio" r:id="rId8" imgW="145435" imgH="145435" progId="Visio.Drawing.11">
                      <p:embed/>
                      <p:pic>
                        <p:nvPicPr>
                          <p:cNvPr id="32" name="개체 31">
                            <a:extLst>
                              <a:ext uri="{FF2B5EF4-FFF2-40B4-BE49-F238E27FC236}">
                                <a16:creationId xmlns:a16="http://schemas.microsoft.com/office/drawing/2014/main" id="{7C4050E5-A4FA-3DE9-C239-D27EBAF5AFA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64768" y="2513669"/>
                            <a:ext cx="144462" cy="1444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EAEAEA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6350" algn="ctr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pic>
          <p:nvPicPr>
            <p:cNvPr id="24" name="Picture 13">
              <a:extLst>
                <a:ext uri="{FF2B5EF4-FFF2-40B4-BE49-F238E27FC236}">
                  <a16:creationId xmlns:a16="http://schemas.microsoft.com/office/drawing/2014/main" id="{2AA14F85-954D-CC7D-C0E8-5A116A744A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985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21BCF547-16F8-0279-79B6-DD1D04BD5B1F}"/>
                </a:ext>
              </a:extLst>
            </p:cNvPr>
            <p:cNvSpPr/>
            <p:nvPr/>
          </p:nvSpPr>
          <p:spPr>
            <a:xfrm>
              <a:off x="2049961" y="4563870"/>
              <a:ext cx="357650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2008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년</a:t>
              </a:r>
            </a:p>
          </p:txBody>
        </p:sp>
        <p:pic>
          <p:nvPicPr>
            <p:cNvPr id="27" name="Picture 13">
              <a:extLst>
                <a:ext uri="{FF2B5EF4-FFF2-40B4-BE49-F238E27FC236}">
                  <a16:creationId xmlns:a16="http://schemas.microsoft.com/office/drawing/2014/main" id="{0FE6CB96-334E-D735-AE87-DEF99AC741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0581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64CBD47E-FEA7-0283-C451-23B84AF8A5B5}"/>
                </a:ext>
              </a:extLst>
            </p:cNvPr>
            <p:cNvSpPr/>
            <p:nvPr/>
          </p:nvSpPr>
          <p:spPr>
            <a:xfrm>
              <a:off x="2575929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월</a:t>
              </a:r>
            </a:p>
          </p:txBody>
        </p:sp>
        <p:pic>
          <p:nvPicPr>
            <p:cNvPr id="29" name="Picture 13">
              <a:extLst>
                <a:ext uri="{FF2B5EF4-FFF2-40B4-BE49-F238E27FC236}">
                  <a16:creationId xmlns:a16="http://schemas.microsoft.com/office/drawing/2014/main" id="{A1E3FC7C-AC41-6AE1-CA70-7D23E5C0E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434" y="4562220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F51B0F0-3E48-569B-2DB9-8B39BF88E6CC}"/>
                </a:ext>
              </a:extLst>
            </p:cNvPr>
            <p:cNvSpPr/>
            <p:nvPr/>
          </p:nvSpPr>
          <p:spPr>
            <a:xfrm>
              <a:off x="3047782" y="4563870"/>
              <a:ext cx="295578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</a:t>
              </a:r>
              <a:r>
                <a:rPr lang="ko-KR" altLang="en-US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일</a:t>
              </a:r>
            </a:p>
          </p:txBody>
        </p:sp>
      </p:grpSp>
      <p:pic>
        <p:nvPicPr>
          <p:cNvPr id="35" name="Picture 13">
            <a:extLst>
              <a:ext uri="{FF2B5EF4-FFF2-40B4-BE49-F238E27FC236}">
                <a16:creationId xmlns:a16="http://schemas.microsoft.com/office/drawing/2014/main" id="{1DC30A5E-E656-9EAD-C6A9-0094441D99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7943" y="4451481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BD1F07BB-0222-5BC4-66C4-1B5B70102D6B}"/>
              </a:ext>
            </a:extLst>
          </p:cNvPr>
          <p:cNvSpPr/>
          <p:nvPr/>
        </p:nvSpPr>
        <p:spPr>
          <a:xfrm>
            <a:off x="1277436" y="4451745"/>
            <a:ext cx="1423105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세종대공동캠퍼스행복기숙사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연합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37" name="Rectangle 191">
            <a:extLst>
              <a:ext uri="{FF2B5EF4-FFF2-40B4-BE49-F238E27FC236}">
                <a16:creationId xmlns:a16="http://schemas.microsoft.com/office/drawing/2014/main" id="{14DBE4FB-7ABF-9C69-17D2-AC6568C6D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1595" y="5862866"/>
            <a:ext cx="162224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사립행복기숙사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신청자만 계좌정보 기재</a:t>
            </a:r>
          </a:p>
        </p:txBody>
      </p:sp>
    </p:spTree>
    <p:extLst>
      <p:ext uri="{BB962C8B-B14F-4D97-AF65-F5344CB8AC3E}">
        <p14:creationId xmlns:p14="http://schemas.microsoft.com/office/powerpoint/2010/main" val="286587357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35DED1-09B7-D254-2741-9430A66F50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7103511-C047-1B3A-C304-2A3850B742F4}"/>
              </a:ext>
            </a:extLst>
          </p:cNvPr>
          <p:cNvSpPr txBox="1"/>
          <p:nvPr/>
        </p:nvSpPr>
        <p:spPr>
          <a:xfrm>
            <a:off x="8329496" y="1825869"/>
            <a:ext cx="137544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신청정보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C8E383D-21AC-17C4-2066-3ED6953AF61A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3BD5ED42-2F9C-D163-389C-9EFA35C43D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5488372"/>
              </p:ext>
            </p:extLst>
          </p:nvPr>
        </p:nvGraphicFramePr>
        <p:xfrm>
          <a:off x="6969418" y="2548005"/>
          <a:ext cx="2772114" cy="78408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행복기숙사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입사비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신청정보가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행복기숙사입사비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9FC93C8-3213-83E7-1C83-3C0F87129572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smrd_application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49DA169-4597-237A-3A76-9036BC8D50B9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D9B979-7192-48C9-2DB4-A2D6D5903E65}"/>
              </a:ext>
            </a:extLst>
          </p:cNvPr>
          <p:cNvSpPr/>
          <p:nvPr/>
        </p:nvSpPr>
        <p:spPr>
          <a:xfrm>
            <a:off x="292846" y="1448780"/>
            <a:ext cx="1304844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 err="1">
                <a:solidFill>
                  <a:prstClr val="black"/>
                </a:solidFill>
              </a:rPr>
              <a:t>행복기숙사</a:t>
            </a:r>
            <a:r>
              <a:rPr lang="ko-KR" altLang="en-US" sz="800" b="1" dirty="0">
                <a:solidFill>
                  <a:prstClr val="black"/>
                </a:solidFill>
              </a:rPr>
              <a:t> </a:t>
            </a:r>
            <a:r>
              <a:rPr lang="ko-KR" altLang="en-US" sz="800" b="1" dirty="0" err="1">
                <a:solidFill>
                  <a:prstClr val="black"/>
                </a:solidFill>
              </a:rPr>
              <a:t>입사비</a:t>
            </a:r>
            <a:r>
              <a:rPr lang="ko-KR" altLang="en-US" sz="800" b="1" dirty="0">
                <a:solidFill>
                  <a:prstClr val="black"/>
                </a:solidFill>
              </a:rPr>
              <a:t> 신청정보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EA67135-377C-53BF-F65E-656BC0E76E4F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623D87F1-A39C-8A0B-376B-8E887E2520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A0B577F-AD2E-4401-57C7-096E10EE51E2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1443D96-8CF5-9ADC-43E1-0089EE0D60B9}"/>
              </a:ext>
            </a:extLst>
          </p:cNvPr>
          <p:cNvSpPr/>
          <p:nvPr/>
        </p:nvSpPr>
        <p:spPr>
          <a:xfrm>
            <a:off x="6397011" y="4266205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898EE79-7E48-8C54-B691-48984A44328C}"/>
              </a:ext>
            </a:extLst>
          </p:cNvPr>
          <p:cNvSpPr>
            <a:spLocks noChangeAspect="1"/>
          </p:cNvSpPr>
          <p:nvPr/>
        </p:nvSpPr>
        <p:spPr>
          <a:xfrm>
            <a:off x="6221107" y="429320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A71999-AFD1-1A7F-A231-3B05C2EC3A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351388"/>
              </p:ext>
            </p:extLst>
          </p:nvPr>
        </p:nvGraphicFramePr>
        <p:xfrm>
          <a:off x="269272" y="1628406"/>
          <a:ext cx="6517257" cy="2484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685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구분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행복기숙사 입사비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894265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하반기 행복기숙사 입사비 신청</a:t>
                      </a: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2025.09.20 10:00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~ 2025.09.30 10:00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780625"/>
                  </a:ext>
                </a:extLst>
              </a:tr>
              <a:tr h="356266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가족관계증명서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재학증명서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0061422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건강보험자격득실확인서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1754730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서약서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1334131"/>
                  </a:ext>
                </a:extLst>
              </a:tr>
              <a:tr h="23473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기타 및 추가서류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1248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1B53725-9356-095C-1818-C817A22EB752}"/>
              </a:ext>
            </a:extLst>
          </p:cNvPr>
          <p:cNvSpPr/>
          <p:nvPr/>
        </p:nvSpPr>
        <p:spPr>
          <a:xfrm>
            <a:off x="1444710" y="237024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5A03D5-6706-D949-0450-708A6A0235E4}"/>
              </a:ext>
            </a:extLst>
          </p:cNvPr>
          <p:cNvSpPr/>
          <p:nvPr/>
        </p:nvSpPr>
        <p:spPr>
          <a:xfrm>
            <a:off x="3108866" y="237023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61E8D5A-4027-34CC-08F5-FEF2C428B25F}"/>
              </a:ext>
            </a:extLst>
          </p:cNvPr>
          <p:cNvSpPr/>
          <p:nvPr/>
        </p:nvSpPr>
        <p:spPr>
          <a:xfrm>
            <a:off x="1444710" y="260091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가족관계증명서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B4EA030-C10D-965D-6634-7DDD12C2A5F7}"/>
              </a:ext>
            </a:extLst>
          </p:cNvPr>
          <p:cNvSpPr/>
          <p:nvPr/>
        </p:nvSpPr>
        <p:spPr>
          <a:xfrm>
            <a:off x="3108866" y="260090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16" name="Rectangle 191">
            <a:extLst>
              <a:ext uri="{FF2B5EF4-FFF2-40B4-BE49-F238E27FC236}">
                <a16:creationId xmlns:a16="http://schemas.microsoft.com/office/drawing/2014/main" id="{402F151F-14E9-EA71-39F8-0593F6D34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2798560"/>
            <a:ext cx="1933223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보호자 주민등록초본 제출 시 가족관계증명서 제출 필수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12FBDE4-2FCE-3012-C928-94F067E878F3}"/>
              </a:ext>
            </a:extLst>
          </p:cNvPr>
          <p:cNvSpPr/>
          <p:nvPr/>
        </p:nvSpPr>
        <p:spPr>
          <a:xfrm>
            <a:off x="1444710" y="2960956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재학증명서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04D6D75-DEDE-FBFF-DAE0-1B593A0210B5}"/>
              </a:ext>
            </a:extLst>
          </p:cNvPr>
          <p:cNvSpPr/>
          <p:nvPr/>
        </p:nvSpPr>
        <p:spPr>
          <a:xfrm>
            <a:off x="3113707" y="2960948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23" name="Rectangle 191">
            <a:extLst>
              <a:ext uri="{FF2B5EF4-FFF2-40B4-BE49-F238E27FC236}">
                <a16:creationId xmlns:a16="http://schemas.microsoft.com/office/drawing/2014/main" id="{3921DC96-7E07-5A05-81AD-64F324AA2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3154768"/>
            <a:ext cx="3835987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신입생의 경우 합격증명서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합격통지서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또는 대학지원수험표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휴학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졸업 유예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졸업의 경우 해당하는 증명서 제출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00EC6D9-0E54-8E45-1E9F-622604668598}"/>
              </a:ext>
            </a:extLst>
          </p:cNvPr>
          <p:cNvSpPr/>
          <p:nvPr/>
        </p:nvSpPr>
        <p:spPr>
          <a:xfrm>
            <a:off x="1444710" y="331529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건강보험자격득실확인서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A380E61-26D8-A419-2F84-279DD3D43484}"/>
              </a:ext>
            </a:extLst>
          </p:cNvPr>
          <p:cNvSpPr/>
          <p:nvPr/>
        </p:nvSpPr>
        <p:spPr>
          <a:xfrm>
            <a:off x="3113013" y="331528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28" name="Rectangle 191">
            <a:extLst>
              <a:ext uri="{FF2B5EF4-FFF2-40B4-BE49-F238E27FC236}">
                <a16:creationId xmlns:a16="http://schemas.microsoft.com/office/drawing/2014/main" id="{1BB98F79-D16F-EDA8-1F32-F89BA22E3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411" y="3512937"/>
            <a:ext cx="1981312" cy="92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취업준비생은 필수 제출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단기 근로 경우 근로계약서 제출</a:t>
            </a: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44EE221-4AAC-B3A0-A673-BE6CDCD4489D}"/>
              </a:ext>
            </a:extLst>
          </p:cNvPr>
          <p:cNvGrpSpPr/>
          <p:nvPr/>
        </p:nvGrpSpPr>
        <p:grpSpPr>
          <a:xfrm>
            <a:off x="1444710" y="3686385"/>
            <a:ext cx="1932731" cy="144016"/>
            <a:chOff x="3327015" y="1986936"/>
            <a:chExt cx="1932731" cy="144016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4C7230-C83E-032A-C5E5-14ECF52F7672}"/>
                </a:ext>
              </a:extLst>
            </p:cNvPr>
            <p:cNvSpPr/>
            <p:nvPr/>
          </p:nvSpPr>
          <p:spPr>
            <a:xfrm>
              <a:off x="3327015" y="1986944"/>
              <a:ext cx="1620000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서약서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A0E58618-5048-28BB-000D-C25DDFF3A1A1}"/>
                </a:ext>
              </a:extLst>
            </p:cNvPr>
            <p:cNvSpPr/>
            <p:nvPr/>
          </p:nvSpPr>
          <p:spPr>
            <a:xfrm>
              <a:off x="4995572" y="1986936"/>
              <a:ext cx="264174" cy="144016"/>
            </a:xfrm>
            <a:prstGeom prst="rect">
              <a:avLst/>
            </a:prstGeom>
            <a:solidFill>
              <a:srgbClr val="66FF66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받기</a:t>
              </a: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0E5A0B82-2BD7-F549-77D1-7839BA45632E}"/>
              </a:ext>
            </a:extLst>
          </p:cNvPr>
          <p:cNvGrpSpPr/>
          <p:nvPr/>
        </p:nvGrpSpPr>
        <p:grpSpPr>
          <a:xfrm>
            <a:off x="1456460" y="3933056"/>
            <a:ext cx="1105196" cy="128396"/>
            <a:chOff x="3438680" y="4305150"/>
            <a:chExt cx="1105196" cy="128396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9904932D-EFE4-6CBC-89D2-C5BD7A179E80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0" name="Picture 10">
              <a:extLst>
                <a:ext uri="{FF2B5EF4-FFF2-40B4-BE49-F238E27FC236}">
                  <a16:creationId xmlns:a16="http://schemas.microsoft.com/office/drawing/2014/main" id="{2C9175AF-3502-C9B7-AB16-AB80ACA8B4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6B58A1F0-60E6-FB8F-BE26-9EDF1950419B}"/>
              </a:ext>
            </a:extLst>
          </p:cNvPr>
          <p:cNvGrpSpPr/>
          <p:nvPr/>
        </p:nvGrpSpPr>
        <p:grpSpPr>
          <a:xfrm>
            <a:off x="2642873" y="3933056"/>
            <a:ext cx="1105196" cy="128396"/>
            <a:chOff x="3438680" y="4305150"/>
            <a:chExt cx="1105196" cy="1283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19469F5-22E1-B463-B0C6-DA28FE405419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43" name="Picture 10">
              <a:extLst>
                <a:ext uri="{FF2B5EF4-FFF2-40B4-BE49-F238E27FC236}">
                  <a16:creationId xmlns:a16="http://schemas.microsoft.com/office/drawing/2014/main" id="{0156065E-3998-D424-DFE9-AD4493FE51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44" name="타원 43">
            <a:extLst>
              <a:ext uri="{FF2B5EF4-FFF2-40B4-BE49-F238E27FC236}">
                <a16:creationId xmlns:a16="http://schemas.microsoft.com/office/drawing/2014/main" id="{30C1CD90-8E4E-E21F-29E4-F63A87BD5FE8}"/>
              </a:ext>
            </a:extLst>
          </p:cNvPr>
          <p:cNvSpPr>
            <a:spLocks noChangeAspect="1"/>
          </p:cNvSpPr>
          <p:nvPr/>
        </p:nvSpPr>
        <p:spPr>
          <a:xfrm>
            <a:off x="200472" y="1550951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369492B-18C5-72C3-7FC5-3B5E37812856}"/>
              </a:ext>
            </a:extLst>
          </p:cNvPr>
          <p:cNvSpPr/>
          <p:nvPr/>
        </p:nvSpPr>
        <p:spPr>
          <a:xfrm>
            <a:off x="268381" y="2338977"/>
            <a:ext cx="6517256" cy="1774186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ko-KR" altLang="en-US" sz="700">
              <a:solidFill>
                <a:schemeClr val="tx1">
                  <a:lumMod val="95000"/>
                  <a:lumOff val="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268570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1973DE-54B6-8FD4-B25A-EFDC69A89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Group 1091">
            <a:extLst>
              <a:ext uri="{FF2B5EF4-FFF2-40B4-BE49-F238E27FC236}">
                <a16:creationId xmlns:a16="http://schemas.microsoft.com/office/drawing/2014/main" id="{FB3A6B72-B5C4-3E2C-E0DD-3E9231E3A444}"/>
              </a:ext>
            </a:extLst>
          </p:cNvPr>
          <p:cNvGraphicFramePr>
            <a:graphicFrameLocks/>
          </p:cNvGraphicFramePr>
          <p:nvPr/>
        </p:nvGraphicFramePr>
        <p:xfrm>
          <a:off x="165100" y="1175295"/>
          <a:ext cx="9575800" cy="237482"/>
        </p:xfrm>
        <a:graphic>
          <a:graphicData uri="http://schemas.openxmlformats.org/drawingml/2006/table">
            <a:tbl>
              <a:tblPr/>
              <a:tblGrid>
                <a:gridCol w="95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29436">
                <a:tc>
                  <a:txBody>
                    <a:bodyPr/>
                    <a:lstStyle/>
                    <a:p>
                      <a:pPr marL="0" marR="0" lvl="0" indent="0" algn="ctr" defTabSz="1103313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홈페이지 메뉴 구조</a:t>
                      </a:r>
                    </a:p>
                  </a:txBody>
                  <a:tcPr marL="53177" marR="53177" marT="42541" marB="42541" anchor="ctr" horzOverflow="overflow">
                    <a:lnL cap="flat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" name="모서리가 둥근 직사각형 74">
            <a:extLst>
              <a:ext uri="{FF2B5EF4-FFF2-40B4-BE49-F238E27FC236}">
                <a16:creationId xmlns:a16="http://schemas.microsoft.com/office/drawing/2014/main" id="{18A2CA78-3924-56A4-EDB8-7707DDCD70BC}"/>
              </a:ext>
            </a:extLst>
          </p:cNvPr>
          <p:cNvSpPr/>
          <p:nvPr/>
        </p:nvSpPr>
        <p:spPr>
          <a:xfrm>
            <a:off x="4064743" y="1520788"/>
            <a:ext cx="1931636" cy="2291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solidFill>
              <a:schemeClr val="tx1">
                <a:lumMod val="95000"/>
                <a:lumOff val="5000"/>
              </a:schemeClr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오산교육재단 홈페이지</a:t>
            </a:r>
          </a:p>
        </p:txBody>
      </p:sp>
      <p:sp>
        <p:nvSpPr>
          <p:cNvPr id="76" name="모서리가 둥근 직사각형 75">
            <a:extLst>
              <a:ext uri="{FF2B5EF4-FFF2-40B4-BE49-F238E27FC236}">
                <a16:creationId xmlns:a16="http://schemas.microsoft.com/office/drawing/2014/main" id="{433059A4-45AC-966D-9AAC-31E1DF611D3F}"/>
              </a:ext>
            </a:extLst>
          </p:cNvPr>
          <p:cNvSpPr/>
          <p:nvPr/>
        </p:nvSpPr>
        <p:spPr>
          <a:xfrm>
            <a:off x="164468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메인</a:t>
            </a:r>
          </a:p>
        </p:txBody>
      </p:sp>
      <p:sp>
        <p:nvSpPr>
          <p:cNvPr id="81" name="모서리가 둥근 직사각형 80">
            <a:extLst>
              <a:ext uri="{FF2B5EF4-FFF2-40B4-BE49-F238E27FC236}">
                <a16:creationId xmlns:a16="http://schemas.microsoft.com/office/drawing/2014/main" id="{EA8D7E02-8AB5-ADCE-418C-D38E9CB68BFA}"/>
              </a:ext>
            </a:extLst>
          </p:cNvPr>
          <p:cNvSpPr/>
          <p:nvPr/>
        </p:nvSpPr>
        <p:spPr>
          <a:xfrm>
            <a:off x="106820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로그인</a:t>
            </a:r>
          </a:p>
        </p:txBody>
      </p:sp>
      <p:sp>
        <p:nvSpPr>
          <p:cNvPr id="82" name="모서리가 둥근 직사각형 81">
            <a:extLst>
              <a:ext uri="{FF2B5EF4-FFF2-40B4-BE49-F238E27FC236}">
                <a16:creationId xmlns:a16="http://schemas.microsoft.com/office/drawing/2014/main" id="{1F366135-A3E0-0D66-BC3E-17520EBAAD3B}"/>
              </a:ext>
            </a:extLst>
          </p:cNvPr>
          <p:cNvSpPr/>
          <p:nvPr/>
        </p:nvSpPr>
        <p:spPr>
          <a:xfrm>
            <a:off x="1976252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회원가입</a:t>
            </a:r>
          </a:p>
        </p:txBody>
      </p:sp>
      <p:sp>
        <p:nvSpPr>
          <p:cNvPr id="83" name="모서리가 둥근 직사각형 82">
            <a:extLst>
              <a:ext uri="{FF2B5EF4-FFF2-40B4-BE49-F238E27FC236}">
                <a16:creationId xmlns:a16="http://schemas.microsoft.com/office/drawing/2014/main" id="{DB4262D4-7C11-C9AE-0D94-127283B4CF0A}"/>
              </a:ext>
            </a:extLst>
          </p:cNvPr>
          <p:cNvSpPr/>
          <p:nvPr/>
        </p:nvSpPr>
        <p:spPr>
          <a:xfrm>
            <a:off x="2919280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ID/PW</a:t>
            </a: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찾기</a:t>
            </a: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0EE25356-819B-CE22-CE2F-C11E8BAFB910}"/>
              </a:ext>
            </a:extLst>
          </p:cNvPr>
          <p:cNvSpPr/>
          <p:nvPr/>
        </p:nvSpPr>
        <p:spPr>
          <a:xfrm>
            <a:off x="385935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85" name="모서리가 둥근 직사각형 84">
            <a:extLst>
              <a:ext uri="{FF2B5EF4-FFF2-40B4-BE49-F238E27FC236}">
                <a16:creationId xmlns:a16="http://schemas.microsoft.com/office/drawing/2014/main" id="{F709D918-F93B-269D-D144-762E6FF4261F}"/>
              </a:ext>
            </a:extLst>
          </p:cNvPr>
          <p:cNvSpPr/>
          <p:nvPr/>
        </p:nvSpPr>
        <p:spPr>
          <a:xfrm>
            <a:off x="4772461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모서리가 둥근 직사각형 94">
            <a:extLst>
              <a:ext uri="{FF2B5EF4-FFF2-40B4-BE49-F238E27FC236}">
                <a16:creationId xmlns:a16="http://schemas.microsoft.com/office/drawing/2014/main" id="{7C94BC59-0EF3-0371-D6CA-6966C67EC59D}"/>
              </a:ext>
            </a:extLst>
          </p:cNvPr>
          <p:cNvSpPr/>
          <p:nvPr/>
        </p:nvSpPr>
        <p:spPr>
          <a:xfrm>
            <a:off x="8837795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</a:p>
        </p:txBody>
      </p:sp>
      <p:cxnSp>
        <p:nvCxnSpPr>
          <p:cNvPr id="104" name="꺾인 연결선 103">
            <a:extLst>
              <a:ext uri="{FF2B5EF4-FFF2-40B4-BE49-F238E27FC236}">
                <a16:creationId xmlns:a16="http://schemas.microsoft.com/office/drawing/2014/main" id="{EB51D6D9-9BBC-04DA-49E0-608BDE0D5969}"/>
              </a:ext>
            </a:extLst>
          </p:cNvPr>
          <p:cNvCxnSpPr>
            <a:stCxn id="76" idx="0"/>
            <a:endCxn id="75" idx="2"/>
          </p:cNvCxnSpPr>
          <p:nvPr/>
        </p:nvCxnSpPr>
        <p:spPr>
          <a:xfrm rot="5400000" flipH="1" flipV="1">
            <a:off x="2641771" y="-295398"/>
            <a:ext cx="343487" cy="443409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꺾인 연결선 105">
            <a:extLst>
              <a:ext uri="{FF2B5EF4-FFF2-40B4-BE49-F238E27FC236}">
                <a16:creationId xmlns:a16="http://schemas.microsoft.com/office/drawing/2014/main" id="{FA54F980-F22E-69FF-8CAE-01140A6672C2}"/>
              </a:ext>
            </a:extLst>
          </p:cNvPr>
          <p:cNvCxnSpPr>
            <a:stCxn id="81" idx="0"/>
            <a:endCxn id="75" idx="2"/>
          </p:cNvCxnSpPr>
          <p:nvPr/>
        </p:nvCxnSpPr>
        <p:spPr>
          <a:xfrm rot="5400000" flipH="1" flipV="1">
            <a:off x="3093640" y="156470"/>
            <a:ext cx="343487" cy="353035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>
            <a:extLst>
              <a:ext uri="{FF2B5EF4-FFF2-40B4-BE49-F238E27FC236}">
                <a16:creationId xmlns:a16="http://schemas.microsoft.com/office/drawing/2014/main" id="{721AEC03-6A00-EC90-175F-1C8EA9FB70E3}"/>
              </a:ext>
            </a:extLst>
          </p:cNvPr>
          <p:cNvCxnSpPr>
            <a:stCxn id="82" idx="0"/>
            <a:endCxn id="75" idx="2"/>
          </p:cNvCxnSpPr>
          <p:nvPr/>
        </p:nvCxnSpPr>
        <p:spPr>
          <a:xfrm rot="5400000" flipH="1" flipV="1">
            <a:off x="3547663" y="610494"/>
            <a:ext cx="343487" cy="2622309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꺾인 연결선 108">
            <a:extLst>
              <a:ext uri="{FF2B5EF4-FFF2-40B4-BE49-F238E27FC236}">
                <a16:creationId xmlns:a16="http://schemas.microsoft.com/office/drawing/2014/main" id="{55A3E7A5-6C24-45F7-67B5-EB09CC467A95}"/>
              </a:ext>
            </a:extLst>
          </p:cNvPr>
          <p:cNvCxnSpPr>
            <a:cxnSpLocks/>
            <a:stCxn id="83" idx="0"/>
            <a:endCxn id="75" idx="2"/>
          </p:cNvCxnSpPr>
          <p:nvPr/>
        </p:nvCxnSpPr>
        <p:spPr>
          <a:xfrm rot="5400000" flipH="1" flipV="1">
            <a:off x="4019177" y="1082008"/>
            <a:ext cx="343487" cy="167928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꺾인 연결선 109">
            <a:extLst>
              <a:ext uri="{FF2B5EF4-FFF2-40B4-BE49-F238E27FC236}">
                <a16:creationId xmlns:a16="http://schemas.microsoft.com/office/drawing/2014/main" id="{051322E7-DF44-72CA-CFF1-CDC075E0D9BD}"/>
              </a:ext>
            </a:extLst>
          </p:cNvPr>
          <p:cNvCxnSpPr>
            <a:stCxn id="84" idx="0"/>
            <a:endCxn id="75" idx="2"/>
          </p:cNvCxnSpPr>
          <p:nvPr/>
        </p:nvCxnSpPr>
        <p:spPr>
          <a:xfrm rot="5400000" flipH="1" flipV="1">
            <a:off x="4489214" y="1552044"/>
            <a:ext cx="343487" cy="7392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꺾인 연결선 111">
            <a:extLst>
              <a:ext uri="{FF2B5EF4-FFF2-40B4-BE49-F238E27FC236}">
                <a16:creationId xmlns:a16="http://schemas.microsoft.com/office/drawing/2014/main" id="{1051B37E-2369-D300-60DE-7DE0CB1E0C55}"/>
              </a:ext>
            </a:extLst>
          </p:cNvPr>
          <p:cNvCxnSpPr>
            <a:stCxn id="85" idx="0"/>
            <a:endCxn id="75" idx="2"/>
          </p:cNvCxnSpPr>
          <p:nvPr/>
        </p:nvCxnSpPr>
        <p:spPr>
          <a:xfrm rot="16200000" flipV="1">
            <a:off x="4945768" y="1834698"/>
            <a:ext cx="343487" cy="173900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꺾인 연결선 116">
            <a:extLst>
              <a:ext uri="{FF2B5EF4-FFF2-40B4-BE49-F238E27FC236}">
                <a16:creationId xmlns:a16="http://schemas.microsoft.com/office/drawing/2014/main" id="{22D43CF5-8751-E4A5-BD4E-2140A22DE4E9}"/>
              </a:ext>
            </a:extLst>
          </p:cNvPr>
          <p:cNvCxnSpPr>
            <a:cxnSpLocks/>
            <a:stCxn id="14" idx="0"/>
            <a:endCxn id="75" idx="2"/>
          </p:cNvCxnSpPr>
          <p:nvPr/>
        </p:nvCxnSpPr>
        <p:spPr>
          <a:xfrm rot="16200000" flipV="1">
            <a:off x="5858054" y="922412"/>
            <a:ext cx="343487" cy="1998472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45">
            <a:extLst>
              <a:ext uri="{FF2B5EF4-FFF2-40B4-BE49-F238E27FC236}">
                <a16:creationId xmlns:a16="http://schemas.microsoft.com/office/drawing/2014/main" id="{B5EC8A47-109D-78F7-FAC8-B3DDB73E5A94}"/>
              </a:ext>
            </a:extLst>
          </p:cNvPr>
          <p:cNvCxnSpPr>
            <a:cxnSpLocks/>
            <a:stCxn id="95" idx="0"/>
            <a:endCxn id="75" idx="2"/>
          </p:cNvCxnSpPr>
          <p:nvPr/>
        </p:nvCxnSpPr>
        <p:spPr>
          <a:xfrm rot="16200000" flipV="1">
            <a:off x="6978435" y="-197969"/>
            <a:ext cx="343487" cy="4239234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모서리가 둥근 직사각형 84">
            <a:extLst>
              <a:ext uri="{FF2B5EF4-FFF2-40B4-BE49-F238E27FC236}">
                <a16:creationId xmlns:a16="http://schemas.microsoft.com/office/drawing/2014/main" id="{5014A0A9-BA82-75B5-2B63-C82F44B7B94F}"/>
              </a:ext>
            </a:extLst>
          </p:cNvPr>
          <p:cNvSpPr/>
          <p:nvPr/>
        </p:nvSpPr>
        <p:spPr>
          <a:xfrm>
            <a:off x="6597033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프로그램신청</a:t>
            </a:r>
          </a:p>
        </p:txBody>
      </p:sp>
      <p:sp>
        <p:nvSpPr>
          <p:cNvPr id="164" name="모서리가 둥근 직사각형 84">
            <a:extLst>
              <a:ext uri="{FF2B5EF4-FFF2-40B4-BE49-F238E27FC236}">
                <a16:creationId xmlns:a16="http://schemas.microsoft.com/office/drawing/2014/main" id="{08124AE0-A9AB-D5C7-B0B1-92FAE8FD1B10}"/>
              </a:ext>
            </a:extLst>
          </p:cNvPr>
          <p:cNvSpPr/>
          <p:nvPr/>
        </p:nvSpPr>
        <p:spPr>
          <a:xfrm>
            <a:off x="5685569" y="2093391"/>
            <a:ext cx="864000" cy="18935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</a:p>
        </p:txBody>
      </p:sp>
      <p:cxnSp>
        <p:nvCxnSpPr>
          <p:cNvPr id="165" name="꺾인 연결선 111">
            <a:extLst>
              <a:ext uri="{FF2B5EF4-FFF2-40B4-BE49-F238E27FC236}">
                <a16:creationId xmlns:a16="http://schemas.microsoft.com/office/drawing/2014/main" id="{21A644AF-196D-E3F3-60CC-A14DFC0F3828}"/>
              </a:ext>
            </a:extLst>
          </p:cNvPr>
          <p:cNvCxnSpPr>
            <a:cxnSpLocks/>
            <a:stCxn id="164" idx="0"/>
            <a:endCxn id="75" idx="2"/>
          </p:cNvCxnSpPr>
          <p:nvPr/>
        </p:nvCxnSpPr>
        <p:spPr>
          <a:xfrm rot="16200000" flipV="1">
            <a:off x="5402322" y="1378144"/>
            <a:ext cx="343487" cy="1087008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모서리가 둥근 직사각형 83">
            <a:extLst>
              <a:ext uri="{FF2B5EF4-FFF2-40B4-BE49-F238E27FC236}">
                <a16:creationId xmlns:a16="http://schemas.microsoft.com/office/drawing/2014/main" id="{A1D2E8B4-8085-D76C-EC51-C35CEDAB110D}"/>
              </a:ext>
            </a:extLst>
          </p:cNvPr>
          <p:cNvSpPr/>
          <p:nvPr/>
        </p:nvSpPr>
        <p:spPr>
          <a:xfrm>
            <a:off x="8189723" y="234445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내정보수정</a:t>
            </a:r>
          </a:p>
        </p:txBody>
      </p:sp>
      <p:cxnSp>
        <p:nvCxnSpPr>
          <p:cNvPr id="78" name="꺾인 연결선 111">
            <a:extLst>
              <a:ext uri="{FF2B5EF4-FFF2-40B4-BE49-F238E27FC236}">
                <a16:creationId xmlns:a16="http://schemas.microsoft.com/office/drawing/2014/main" id="{51D591E8-AED2-300A-3F06-594455C1D504}"/>
              </a:ext>
            </a:extLst>
          </p:cNvPr>
          <p:cNvCxnSpPr>
            <a:cxnSpLocks/>
            <a:stCxn id="77" idx="3"/>
            <a:endCxn id="95" idx="2"/>
          </p:cNvCxnSpPr>
          <p:nvPr/>
        </p:nvCxnSpPr>
        <p:spPr>
          <a:xfrm flipV="1">
            <a:off x="9125115" y="2282743"/>
            <a:ext cx="144680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모서리가 둥근 직사각형 83">
            <a:extLst>
              <a:ext uri="{FF2B5EF4-FFF2-40B4-BE49-F238E27FC236}">
                <a16:creationId xmlns:a16="http://schemas.microsoft.com/office/drawing/2014/main" id="{273C365E-13BE-4B21-DCB6-642AF77290FE}"/>
              </a:ext>
            </a:extLst>
          </p:cNvPr>
          <p:cNvSpPr/>
          <p:nvPr/>
        </p:nvSpPr>
        <p:spPr>
          <a:xfrm>
            <a:off x="8189723" y="2549702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회원탈퇴</a:t>
            </a:r>
          </a:p>
        </p:txBody>
      </p:sp>
      <p:sp>
        <p:nvSpPr>
          <p:cNvPr id="88" name="모서리가 둥근 직사각형 83">
            <a:extLst>
              <a:ext uri="{FF2B5EF4-FFF2-40B4-BE49-F238E27FC236}">
                <a16:creationId xmlns:a16="http://schemas.microsoft.com/office/drawing/2014/main" id="{2B19D92A-9713-5E10-2193-D25BD5EE0DBA}"/>
              </a:ext>
            </a:extLst>
          </p:cNvPr>
          <p:cNvSpPr/>
          <p:nvPr/>
        </p:nvSpPr>
        <p:spPr>
          <a:xfrm>
            <a:off x="8189723" y="2751743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cxnSp>
        <p:nvCxnSpPr>
          <p:cNvPr id="89" name="꺾인 연결선 111">
            <a:extLst>
              <a:ext uri="{FF2B5EF4-FFF2-40B4-BE49-F238E27FC236}">
                <a16:creationId xmlns:a16="http://schemas.microsoft.com/office/drawing/2014/main" id="{04916F4B-6D9B-EFD4-D591-7A8E329C845D}"/>
              </a:ext>
            </a:extLst>
          </p:cNvPr>
          <p:cNvCxnSpPr>
            <a:cxnSpLocks/>
            <a:stCxn id="87" idx="3"/>
            <a:endCxn id="95" idx="2"/>
          </p:cNvCxnSpPr>
          <p:nvPr/>
        </p:nvCxnSpPr>
        <p:spPr>
          <a:xfrm flipV="1">
            <a:off x="9125115" y="2282743"/>
            <a:ext cx="144680" cy="35302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11">
            <a:extLst>
              <a:ext uri="{FF2B5EF4-FFF2-40B4-BE49-F238E27FC236}">
                <a16:creationId xmlns:a16="http://schemas.microsoft.com/office/drawing/2014/main" id="{444E8C36-A806-1509-8035-4D824A060C4A}"/>
              </a:ext>
            </a:extLst>
          </p:cNvPr>
          <p:cNvCxnSpPr>
            <a:cxnSpLocks/>
            <a:stCxn id="88" idx="3"/>
            <a:endCxn id="95" idx="2"/>
          </p:cNvCxnSpPr>
          <p:nvPr/>
        </p:nvCxnSpPr>
        <p:spPr>
          <a:xfrm flipV="1">
            <a:off x="9125115" y="2282743"/>
            <a:ext cx="144680" cy="555069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83">
            <a:extLst>
              <a:ext uri="{FF2B5EF4-FFF2-40B4-BE49-F238E27FC236}">
                <a16:creationId xmlns:a16="http://schemas.microsoft.com/office/drawing/2014/main" id="{3AE750FF-E79D-12CC-ADFD-16D20399F50E}"/>
              </a:ext>
            </a:extLst>
          </p:cNvPr>
          <p:cNvSpPr/>
          <p:nvPr/>
        </p:nvSpPr>
        <p:spPr>
          <a:xfrm>
            <a:off x="7581292" y="2985588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고등학생 장학금</a:t>
            </a:r>
          </a:p>
        </p:txBody>
      </p:sp>
      <p:cxnSp>
        <p:nvCxnSpPr>
          <p:cNvPr id="3" name="꺾인 연결선 111">
            <a:extLst>
              <a:ext uri="{FF2B5EF4-FFF2-40B4-BE49-F238E27FC236}">
                <a16:creationId xmlns:a16="http://schemas.microsoft.com/office/drawing/2014/main" id="{857D8FD4-E413-777B-40F0-B4DD6FE5BD0A}"/>
              </a:ext>
            </a:extLst>
          </p:cNvPr>
          <p:cNvCxnSpPr>
            <a:cxnSpLocks/>
            <a:stCxn id="2" idx="3"/>
            <a:endCxn id="88" idx="2"/>
          </p:cNvCxnSpPr>
          <p:nvPr/>
        </p:nvCxnSpPr>
        <p:spPr>
          <a:xfrm flipV="1">
            <a:off x="8516684" y="2923881"/>
            <a:ext cx="140735" cy="147776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83">
            <a:extLst>
              <a:ext uri="{FF2B5EF4-FFF2-40B4-BE49-F238E27FC236}">
                <a16:creationId xmlns:a16="http://schemas.microsoft.com/office/drawing/2014/main" id="{B13ADB93-F8BF-2909-A512-6CED53DDCA2C}"/>
              </a:ext>
            </a:extLst>
          </p:cNvPr>
          <p:cNvSpPr/>
          <p:nvPr/>
        </p:nvSpPr>
        <p:spPr>
          <a:xfrm>
            <a:off x="7238558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7" name="꺾인 연결선 111">
            <a:extLst>
              <a:ext uri="{FF2B5EF4-FFF2-40B4-BE49-F238E27FC236}">
                <a16:creationId xmlns:a16="http://schemas.microsoft.com/office/drawing/2014/main" id="{0118BD05-4A7F-8A10-8D8F-E9DAB3583743}"/>
              </a:ext>
            </a:extLst>
          </p:cNvPr>
          <p:cNvCxnSpPr>
            <a:cxnSpLocks/>
            <a:stCxn id="6" idx="3"/>
            <a:endCxn id="2" idx="2"/>
          </p:cNvCxnSpPr>
          <p:nvPr/>
        </p:nvCxnSpPr>
        <p:spPr>
          <a:xfrm flipV="1">
            <a:off x="7941332" y="3157726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모서리가 둥근 직사각형 83">
            <a:extLst>
              <a:ext uri="{FF2B5EF4-FFF2-40B4-BE49-F238E27FC236}">
                <a16:creationId xmlns:a16="http://schemas.microsoft.com/office/drawing/2014/main" id="{AEBD3332-10E8-90C5-29A0-F67BFFFE6860}"/>
              </a:ext>
            </a:extLst>
          </p:cNvPr>
          <p:cNvSpPr/>
          <p:nvPr/>
        </p:nvSpPr>
        <p:spPr>
          <a:xfrm>
            <a:off x="6511852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12" name="모서리가 둥근 직사각형 83">
            <a:extLst>
              <a:ext uri="{FF2B5EF4-FFF2-40B4-BE49-F238E27FC236}">
                <a16:creationId xmlns:a16="http://schemas.microsoft.com/office/drawing/2014/main" id="{B32BDC6C-76BF-F937-4D5D-CC5734400F24}"/>
              </a:ext>
            </a:extLst>
          </p:cNvPr>
          <p:cNvSpPr/>
          <p:nvPr/>
        </p:nvSpPr>
        <p:spPr>
          <a:xfrm>
            <a:off x="5785225" y="3203531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13" name="모서리가 둥근 직사각형 83">
            <a:extLst>
              <a:ext uri="{FF2B5EF4-FFF2-40B4-BE49-F238E27FC236}">
                <a16:creationId xmlns:a16="http://schemas.microsoft.com/office/drawing/2014/main" id="{5B6D3698-01FC-3828-4EC7-BFA82A934E74}"/>
              </a:ext>
            </a:extLst>
          </p:cNvPr>
          <p:cNvSpPr/>
          <p:nvPr/>
        </p:nvSpPr>
        <p:spPr>
          <a:xfrm>
            <a:off x="7581292" y="3424686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대학생 장학금</a:t>
            </a:r>
          </a:p>
        </p:txBody>
      </p:sp>
      <p:cxnSp>
        <p:nvCxnSpPr>
          <p:cNvPr id="15" name="꺾인 연결선 111">
            <a:extLst>
              <a:ext uri="{FF2B5EF4-FFF2-40B4-BE49-F238E27FC236}">
                <a16:creationId xmlns:a16="http://schemas.microsoft.com/office/drawing/2014/main" id="{7C7D1B17-C382-FF2A-9632-08CE11FB509F}"/>
              </a:ext>
            </a:extLst>
          </p:cNvPr>
          <p:cNvCxnSpPr>
            <a:cxnSpLocks/>
            <a:stCxn id="13" idx="3"/>
            <a:endCxn id="88" idx="2"/>
          </p:cNvCxnSpPr>
          <p:nvPr/>
        </p:nvCxnSpPr>
        <p:spPr>
          <a:xfrm flipV="1">
            <a:off x="8516684" y="2923881"/>
            <a:ext cx="140735" cy="586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83">
            <a:extLst>
              <a:ext uri="{FF2B5EF4-FFF2-40B4-BE49-F238E27FC236}">
                <a16:creationId xmlns:a16="http://schemas.microsoft.com/office/drawing/2014/main" id="{D3EF2D52-825B-E04C-087B-3B7503F7BFA9}"/>
              </a:ext>
            </a:extLst>
          </p:cNvPr>
          <p:cNvSpPr/>
          <p:nvPr/>
        </p:nvSpPr>
        <p:spPr>
          <a:xfrm>
            <a:off x="7238558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17" name="꺾인 연결선 111">
            <a:extLst>
              <a:ext uri="{FF2B5EF4-FFF2-40B4-BE49-F238E27FC236}">
                <a16:creationId xmlns:a16="http://schemas.microsoft.com/office/drawing/2014/main" id="{6AF949BC-D398-ABF7-35BD-F82CF1FC3AB8}"/>
              </a:ext>
            </a:extLst>
          </p:cNvPr>
          <p:cNvCxnSpPr>
            <a:cxnSpLocks/>
            <a:stCxn id="16" idx="3"/>
            <a:endCxn id="13" idx="2"/>
          </p:cNvCxnSpPr>
          <p:nvPr/>
        </p:nvCxnSpPr>
        <p:spPr>
          <a:xfrm flipV="1">
            <a:off x="7941332" y="3596824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모서리가 둥근 직사각형 83">
            <a:extLst>
              <a:ext uri="{FF2B5EF4-FFF2-40B4-BE49-F238E27FC236}">
                <a16:creationId xmlns:a16="http://schemas.microsoft.com/office/drawing/2014/main" id="{E9BFD802-1783-2DC1-F2D7-9F30C7E64FCF}"/>
              </a:ext>
            </a:extLst>
          </p:cNvPr>
          <p:cNvSpPr/>
          <p:nvPr/>
        </p:nvSpPr>
        <p:spPr>
          <a:xfrm>
            <a:off x="6511852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0" name="모서리가 둥근 직사각형 83">
            <a:extLst>
              <a:ext uri="{FF2B5EF4-FFF2-40B4-BE49-F238E27FC236}">
                <a16:creationId xmlns:a16="http://schemas.microsoft.com/office/drawing/2014/main" id="{AA9FD4C3-E506-6297-8416-7F83F2E97858}"/>
              </a:ext>
            </a:extLst>
          </p:cNvPr>
          <p:cNvSpPr/>
          <p:nvPr/>
        </p:nvSpPr>
        <p:spPr>
          <a:xfrm>
            <a:off x="5785225" y="3642629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2" name="모서리가 둥근 직사각형 83">
            <a:extLst>
              <a:ext uri="{FF2B5EF4-FFF2-40B4-BE49-F238E27FC236}">
                <a16:creationId xmlns:a16="http://schemas.microsoft.com/office/drawing/2014/main" id="{20312DE4-9251-9C39-F8FC-F4B48F6DB5BC}"/>
              </a:ext>
            </a:extLst>
          </p:cNvPr>
          <p:cNvSpPr/>
          <p:nvPr/>
        </p:nvSpPr>
        <p:spPr>
          <a:xfrm>
            <a:off x="7581292" y="3873849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특기생 장학금</a:t>
            </a:r>
          </a:p>
        </p:txBody>
      </p:sp>
      <p:cxnSp>
        <p:nvCxnSpPr>
          <p:cNvPr id="23" name="꺾인 연결선 111">
            <a:extLst>
              <a:ext uri="{FF2B5EF4-FFF2-40B4-BE49-F238E27FC236}">
                <a16:creationId xmlns:a16="http://schemas.microsoft.com/office/drawing/2014/main" id="{B35D229B-5C4A-989E-392F-89D8B16012B9}"/>
              </a:ext>
            </a:extLst>
          </p:cNvPr>
          <p:cNvCxnSpPr>
            <a:cxnSpLocks/>
            <a:stCxn id="22" idx="3"/>
            <a:endCxn id="88" idx="2"/>
          </p:cNvCxnSpPr>
          <p:nvPr/>
        </p:nvCxnSpPr>
        <p:spPr>
          <a:xfrm flipV="1">
            <a:off x="8516684" y="2923881"/>
            <a:ext cx="140735" cy="1036037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모서리가 둥근 직사각형 83">
            <a:extLst>
              <a:ext uri="{FF2B5EF4-FFF2-40B4-BE49-F238E27FC236}">
                <a16:creationId xmlns:a16="http://schemas.microsoft.com/office/drawing/2014/main" id="{F3F4CB42-B97C-8512-1FE7-7A88B7A1DF64}"/>
              </a:ext>
            </a:extLst>
          </p:cNvPr>
          <p:cNvSpPr/>
          <p:nvPr/>
        </p:nvSpPr>
        <p:spPr>
          <a:xfrm>
            <a:off x="7238558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25" name="꺾인 연결선 111">
            <a:extLst>
              <a:ext uri="{FF2B5EF4-FFF2-40B4-BE49-F238E27FC236}">
                <a16:creationId xmlns:a16="http://schemas.microsoft.com/office/drawing/2014/main" id="{F3DE0AD1-7D77-7E84-775D-BCAC9F30C327}"/>
              </a:ext>
            </a:extLst>
          </p:cNvPr>
          <p:cNvCxnSpPr>
            <a:cxnSpLocks/>
            <a:stCxn id="24" idx="3"/>
            <a:endCxn id="22" idx="2"/>
          </p:cNvCxnSpPr>
          <p:nvPr/>
        </p:nvCxnSpPr>
        <p:spPr>
          <a:xfrm flipV="1">
            <a:off x="7941332" y="4045987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83">
            <a:extLst>
              <a:ext uri="{FF2B5EF4-FFF2-40B4-BE49-F238E27FC236}">
                <a16:creationId xmlns:a16="http://schemas.microsoft.com/office/drawing/2014/main" id="{92A36DEC-695B-7873-A2DE-75D1A7C92E2A}"/>
              </a:ext>
            </a:extLst>
          </p:cNvPr>
          <p:cNvSpPr/>
          <p:nvPr/>
        </p:nvSpPr>
        <p:spPr>
          <a:xfrm>
            <a:off x="6511852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27" name="모서리가 둥근 직사각형 83">
            <a:extLst>
              <a:ext uri="{FF2B5EF4-FFF2-40B4-BE49-F238E27FC236}">
                <a16:creationId xmlns:a16="http://schemas.microsoft.com/office/drawing/2014/main" id="{657A9524-6DF1-405F-F33B-ECDC31C3B779}"/>
              </a:ext>
            </a:extLst>
          </p:cNvPr>
          <p:cNvSpPr/>
          <p:nvPr/>
        </p:nvSpPr>
        <p:spPr>
          <a:xfrm>
            <a:off x="5785225" y="4091792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29" name="모서리가 둥근 직사각형 83">
            <a:extLst>
              <a:ext uri="{FF2B5EF4-FFF2-40B4-BE49-F238E27FC236}">
                <a16:creationId xmlns:a16="http://schemas.microsoft.com/office/drawing/2014/main" id="{BA453875-8A88-6FCA-17AE-BDB8DFEB4BC3}"/>
              </a:ext>
            </a:extLst>
          </p:cNvPr>
          <p:cNvSpPr/>
          <p:nvPr/>
        </p:nvSpPr>
        <p:spPr>
          <a:xfrm>
            <a:off x="7581292" y="4313670"/>
            <a:ext cx="935392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행복기숙사입사비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0" name="꺾인 연결선 111">
            <a:extLst>
              <a:ext uri="{FF2B5EF4-FFF2-40B4-BE49-F238E27FC236}">
                <a16:creationId xmlns:a16="http://schemas.microsoft.com/office/drawing/2014/main" id="{E2DF026C-CC4B-3A0C-C7F0-D0D3E0EA13F2}"/>
              </a:ext>
            </a:extLst>
          </p:cNvPr>
          <p:cNvCxnSpPr>
            <a:cxnSpLocks/>
            <a:stCxn id="29" idx="3"/>
            <a:endCxn id="88" idx="2"/>
          </p:cNvCxnSpPr>
          <p:nvPr/>
        </p:nvCxnSpPr>
        <p:spPr>
          <a:xfrm flipV="1">
            <a:off x="8516684" y="2923881"/>
            <a:ext cx="140735" cy="1475858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모서리가 둥근 직사각형 83">
            <a:extLst>
              <a:ext uri="{FF2B5EF4-FFF2-40B4-BE49-F238E27FC236}">
                <a16:creationId xmlns:a16="http://schemas.microsoft.com/office/drawing/2014/main" id="{FF1870E1-1672-C565-7D90-1D33BD1202DA}"/>
              </a:ext>
            </a:extLst>
          </p:cNvPr>
          <p:cNvSpPr/>
          <p:nvPr/>
        </p:nvSpPr>
        <p:spPr>
          <a:xfrm>
            <a:off x="7238558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2" name="꺾인 연결선 111">
            <a:extLst>
              <a:ext uri="{FF2B5EF4-FFF2-40B4-BE49-F238E27FC236}">
                <a16:creationId xmlns:a16="http://schemas.microsoft.com/office/drawing/2014/main" id="{238F51BC-0AD8-9F13-8DB8-AAFC15510C0E}"/>
              </a:ext>
            </a:extLst>
          </p:cNvPr>
          <p:cNvCxnSpPr>
            <a:cxnSpLocks/>
            <a:stCxn id="31" idx="3"/>
            <a:endCxn id="29" idx="2"/>
          </p:cNvCxnSpPr>
          <p:nvPr/>
        </p:nvCxnSpPr>
        <p:spPr>
          <a:xfrm flipV="1">
            <a:off x="7941332" y="4485808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모서리가 둥근 직사각형 83">
            <a:extLst>
              <a:ext uri="{FF2B5EF4-FFF2-40B4-BE49-F238E27FC236}">
                <a16:creationId xmlns:a16="http://schemas.microsoft.com/office/drawing/2014/main" id="{C254BCC7-A9F0-18A0-C16B-57AB189A6EEB}"/>
              </a:ext>
            </a:extLst>
          </p:cNvPr>
          <p:cNvSpPr/>
          <p:nvPr/>
        </p:nvSpPr>
        <p:spPr>
          <a:xfrm>
            <a:off x="6511852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34" name="모서리가 둥근 직사각형 83">
            <a:extLst>
              <a:ext uri="{FF2B5EF4-FFF2-40B4-BE49-F238E27FC236}">
                <a16:creationId xmlns:a16="http://schemas.microsoft.com/office/drawing/2014/main" id="{46071E07-D07C-1B4B-C801-6B00C45C7D4C}"/>
              </a:ext>
            </a:extLst>
          </p:cNvPr>
          <p:cNvSpPr/>
          <p:nvPr/>
        </p:nvSpPr>
        <p:spPr>
          <a:xfrm>
            <a:off x="5785225" y="4531613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  <p:sp>
        <p:nvSpPr>
          <p:cNvPr id="36" name="모서리가 둥근 직사각형 83">
            <a:extLst>
              <a:ext uri="{FF2B5EF4-FFF2-40B4-BE49-F238E27FC236}">
                <a16:creationId xmlns:a16="http://schemas.microsoft.com/office/drawing/2014/main" id="{766EEE61-4859-F8C4-4F41-47E2B8CE5635}"/>
              </a:ext>
            </a:extLst>
          </p:cNvPr>
          <p:cNvSpPr/>
          <p:nvPr/>
        </p:nvSpPr>
        <p:spPr>
          <a:xfrm>
            <a:off x="7581292" y="4758817"/>
            <a:ext cx="935392" cy="172138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cxnSp>
        <p:nvCxnSpPr>
          <p:cNvPr id="37" name="꺾인 연결선 111">
            <a:extLst>
              <a:ext uri="{FF2B5EF4-FFF2-40B4-BE49-F238E27FC236}">
                <a16:creationId xmlns:a16="http://schemas.microsoft.com/office/drawing/2014/main" id="{2B59E0E7-080E-449C-6A66-DB7214ACDEB2}"/>
              </a:ext>
            </a:extLst>
          </p:cNvPr>
          <p:cNvCxnSpPr>
            <a:cxnSpLocks/>
            <a:stCxn id="36" idx="3"/>
            <a:endCxn id="88" idx="2"/>
          </p:cNvCxnSpPr>
          <p:nvPr/>
        </p:nvCxnSpPr>
        <p:spPr>
          <a:xfrm flipV="1">
            <a:off x="8516684" y="2923881"/>
            <a:ext cx="140735" cy="1921005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모서리가 둥근 직사각형 83">
            <a:extLst>
              <a:ext uri="{FF2B5EF4-FFF2-40B4-BE49-F238E27FC236}">
                <a16:creationId xmlns:a16="http://schemas.microsoft.com/office/drawing/2014/main" id="{24B8D2A0-AB89-0E01-866E-4ADB9B4917C6}"/>
              </a:ext>
            </a:extLst>
          </p:cNvPr>
          <p:cNvSpPr/>
          <p:nvPr/>
        </p:nvSpPr>
        <p:spPr>
          <a:xfrm>
            <a:off x="7238558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cxnSp>
        <p:nvCxnSpPr>
          <p:cNvPr id="39" name="꺾인 연결선 111">
            <a:extLst>
              <a:ext uri="{FF2B5EF4-FFF2-40B4-BE49-F238E27FC236}">
                <a16:creationId xmlns:a16="http://schemas.microsoft.com/office/drawing/2014/main" id="{B076238B-ACFE-6C85-9986-CBB01C59A784}"/>
              </a:ext>
            </a:extLst>
          </p:cNvPr>
          <p:cNvCxnSpPr>
            <a:cxnSpLocks/>
            <a:stCxn id="38" idx="3"/>
            <a:endCxn id="36" idx="2"/>
          </p:cNvCxnSpPr>
          <p:nvPr/>
        </p:nvCxnSpPr>
        <p:spPr>
          <a:xfrm flipV="1">
            <a:off x="7941332" y="4930955"/>
            <a:ext cx="107656" cy="131874"/>
          </a:xfrm>
          <a:prstGeom prst="bentConnector2">
            <a:avLst/>
          </a:prstGeom>
          <a:ln w="6350">
            <a:solidFill>
              <a:schemeClr val="bg1">
                <a:lumMod val="50000"/>
              </a:schemeClr>
            </a:solidFill>
            <a:prstDash val="sys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83">
            <a:extLst>
              <a:ext uri="{FF2B5EF4-FFF2-40B4-BE49-F238E27FC236}">
                <a16:creationId xmlns:a16="http://schemas.microsoft.com/office/drawing/2014/main" id="{E5696C8A-30E9-CFA6-6371-677AF05E3053}"/>
              </a:ext>
            </a:extLst>
          </p:cNvPr>
          <p:cNvSpPr/>
          <p:nvPr/>
        </p:nvSpPr>
        <p:spPr>
          <a:xfrm>
            <a:off x="6511852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sp>
        <p:nvSpPr>
          <p:cNvPr id="41" name="모서리가 둥근 직사각형 83">
            <a:extLst>
              <a:ext uri="{FF2B5EF4-FFF2-40B4-BE49-F238E27FC236}">
                <a16:creationId xmlns:a16="http://schemas.microsoft.com/office/drawing/2014/main" id="{123FB05E-C917-C1EF-E160-A805EFA52A24}"/>
              </a:ext>
            </a:extLst>
          </p:cNvPr>
          <p:cNvSpPr/>
          <p:nvPr/>
        </p:nvSpPr>
        <p:spPr>
          <a:xfrm>
            <a:off x="5785225" y="4976760"/>
            <a:ext cx="702774" cy="17213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outerShdw blurRad="25400" dist="127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수강정보</a:t>
            </a:r>
          </a:p>
        </p:txBody>
      </p:sp>
    </p:spTree>
    <p:extLst>
      <p:ext uri="{BB962C8B-B14F-4D97-AF65-F5344CB8AC3E}">
        <p14:creationId xmlns:p14="http://schemas.microsoft.com/office/powerpoint/2010/main" val="20594737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129B-368C-5474-AC02-B36BB3D13C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FBD80CD-0AEE-F6EF-B55D-412243381C41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 평생교육장려금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01A4E6A-313E-2246-2608-FBE32752BF36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3E9C7A0E-0915-12C9-D6E4-F0AFA97ECD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319042"/>
              </p:ext>
            </p:extLst>
          </p:nvPr>
        </p:nvGraphicFramePr>
        <p:xfrm>
          <a:off x="6969418" y="2548005"/>
          <a:ext cx="2772114" cy="307293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탭 메뉴 중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제목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평생교육장려금 공고 제목을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접수기간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평생교육장려금 공고 접수기간을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접수중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현재 접수기간일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마감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조회일 기준 접수기간이 지난 경우의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신청현황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공고 대상 장학금 신청을 등록한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심사중으로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선발로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예비로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탈락으로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회원이 취소 처리한 상태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지급완료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해당 선발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신청건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대상 관리자가 지급완료로 처리한 상태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F6F78C7-CF47-BE31-FE38-D8D5A9785ACE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0399AB3-BA6C-676A-7C03-E21E15033FFF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64BC86BC-729D-7AA4-62E1-230A0FDB45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82FFF551-B7B6-92FF-C887-65034EE92D43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AEF322E-98F6-2F8C-CBFC-515369008F94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CF5C363-ADBE-F0A2-5336-BC8CE1677370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BFA51C-4AC3-2D44-9B6C-13A1A0FD2FB0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D99B280-F3DB-31E0-214C-B025CAD51094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A3EF0D1-902C-7CF9-CD78-EE6451FCC2C4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BE82681-5BD5-C2C8-38F0-7971974CA82B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03D03C9-EF12-29E7-EDF8-A1D5D38226B6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D5BA1F4-DCB7-03AF-6A8A-5503C2B88578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4C4FAEF-0F22-5FE1-B196-4328A0B792C4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AA9E16A-D0E2-EB3E-7D25-10E9B5B654B7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A24B27C-00CE-A84A-96E2-4A586941913D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F3C8AD4-327A-937E-00B9-CD2AD2183328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평생교육장려금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3A3AF49-0D10-7881-57C9-BB1EBA6198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6560876"/>
              </p:ext>
            </p:extLst>
          </p:nvPr>
        </p:nvGraphicFramePr>
        <p:xfrm>
          <a:off x="273050" y="2548005"/>
          <a:ext cx="6505968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34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756084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468052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68052">
                  <a:extLst>
                    <a:ext uri="{9D8B030D-6E8A-4147-A177-3AD203B41FA5}">
                      <a16:colId xmlns:a16="http://schemas.microsoft.com/office/drawing/2014/main" val="3011822973"/>
                    </a:ext>
                  </a:extLst>
                </a:gridCol>
                <a:gridCol w="45786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995547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99437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63F6FEA1-17D9-F511-8160-6A6859FADB15}"/>
              </a:ext>
            </a:extLst>
          </p:cNvPr>
          <p:cNvSpPr/>
          <p:nvPr/>
        </p:nvSpPr>
        <p:spPr>
          <a:xfrm>
            <a:off x="6401746" y="3412267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24A14DF-1CDA-A64C-CF80-2B1C8A2E0A23}"/>
              </a:ext>
            </a:extLst>
          </p:cNvPr>
          <p:cNvSpPr/>
          <p:nvPr/>
        </p:nvSpPr>
        <p:spPr>
          <a:xfrm>
            <a:off x="5921543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167F30D-2145-3306-CECB-05B539608AA8}"/>
              </a:ext>
            </a:extLst>
          </p:cNvPr>
          <p:cNvSpPr/>
          <p:nvPr/>
        </p:nvSpPr>
        <p:spPr>
          <a:xfrm>
            <a:off x="5921543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D593FD0-12EB-ACB4-4809-910E05C30DF0}"/>
              </a:ext>
            </a:extLst>
          </p:cNvPr>
          <p:cNvSpPr/>
          <p:nvPr/>
        </p:nvSpPr>
        <p:spPr>
          <a:xfrm>
            <a:off x="5921543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9D43FA5-C0B7-5BEC-ED0E-6A4AA7C33DB8}"/>
              </a:ext>
            </a:extLst>
          </p:cNvPr>
          <p:cNvSpPr/>
          <p:nvPr/>
        </p:nvSpPr>
        <p:spPr>
          <a:xfrm>
            <a:off x="5921543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62F3A2D-6247-0D60-9A3D-F78A56F48384}"/>
              </a:ext>
            </a:extLst>
          </p:cNvPr>
          <p:cNvSpPr/>
          <p:nvPr/>
        </p:nvSpPr>
        <p:spPr>
          <a:xfrm>
            <a:off x="5921543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0DC8AEEC-5315-5D1B-F46C-47648E035008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84521EB-606C-F1D6-B215-BAF4279E85F1}"/>
              </a:ext>
            </a:extLst>
          </p:cNvPr>
          <p:cNvSpPr/>
          <p:nvPr/>
        </p:nvSpPr>
        <p:spPr>
          <a:xfrm>
            <a:off x="5921543" y="4491015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ABEDC38-B076-8C1C-0DA0-F92B9F916F9B}"/>
              </a:ext>
            </a:extLst>
          </p:cNvPr>
          <p:cNvSpPr/>
          <p:nvPr/>
        </p:nvSpPr>
        <p:spPr>
          <a:xfrm>
            <a:off x="6400124" y="4491015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64C0BC0-413D-F422-2307-C6C75F83D950}"/>
              </a:ext>
            </a:extLst>
          </p:cNvPr>
          <p:cNvSpPr/>
          <p:nvPr/>
        </p:nvSpPr>
        <p:spPr>
          <a:xfrm>
            <a:off x="5921543" y="421892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17676427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2AB570-9081-043C-42E1-BCC8C65E4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531E02A-E569-5703-695E-ACDB89974129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 평생교육장려금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7EB53E1-9AC3-7796-5863-EE38BF8F80EC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18886E5-6827-3661-2FB5-E015C3B0E6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1727146"/>
              </p:ext>
            </p:extLst>
          </p:nvPr>
        </p:nvGraphicFramePr>
        <p:xfrm>
          <a:off x="6969418" y="2548005"/>
          <a:ext cx="2772114" cy="211416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설정 화면으로 이동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신청완료 시 보임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해당 공고 대상 신청한 신청정보 열람 화면으로 이동 한다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심사중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탈락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신청취소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지급완료 시 보임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청구정보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수강정보신고 등록 화면이 보인다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신청현황이 선발이며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사이트관리자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프로그램신청관리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평생교육장려금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선발관리에서 수강 등록을 보이게 설정할 경우 청구정보에 보이게 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수강정보신고 열람 화면이 보인다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신청정보 상태가 지급완료일 경우에 한해 보인다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2F312265-8D01-F2D7-E9C2-581D70D5CE30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smrl_hit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2D0C5D28-3162-1FB3-8449-1670BD423530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D6BA6EF5-6750-3570-ED5F-ECE027C3F1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6B4FDD45-973C-7CE8-65A3-68425E324ADB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FD003FF-98F1-8FCB-D7F7-E3CED2205582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E819A2A-D573-3178-5F42-8E6966C50435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1FCCBD6-2A83-81A7-40E0-1EBF972CCDF4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EA44FF8-FB28-D395-0B07-CDDE060F1668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5FD1B07-BC6E-611B-9DC5-130E4D4E6BE9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0F52B4E-48ED-AC77-BD58-F69ED6A7554F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E387938-3027-B8CB-8110-A0164DD635F7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4C009F2-2541-208A-DEA0-E0698EA6B27C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BEC77BA-65EB-FCF2-E14C-94EE4E218E7A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65CBCB-CACF-8628-B9FF-2CC7E5B475A5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A1528E1-41B9-FC30-710E-AB12C87FAF0E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D213550-953C-3956-7825-D349C777BD44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평생교육장려금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3E0330-4827-459F-E127-F50ADAD26D47}"/>
              </a:ext>
            </a:extLst>
          </p:cNvPr>
          <p:cNvGraphicFramePr>
            <a:graphicFrameLocks noGrp="1"/>
          </p:cNvGraphicFramePr>
          <p:nvPr/>
        </p:nvGraphicFramePr>
        <p:xfrm>
          <a:off x="273050" y="2548005"/>
          <a:ext cx="6505968" cy="2159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34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val="795720410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1397407030"/>
                    </a:ext>
                  </a:extLst>
                </a:gridCol>
                <a:gridCol w="756084">
                  <a:extLst>
                    <a:ext uri="{9D8B030D-6E8A-4147-A177-3AD203B41FA5}">
                      <a16:colId xmlns:a16="http://schemas.microsoft.com/office/drawing/2014/main" val="2597778532"/>
                    </a:ext>
                  </a:extLst>
                </a:gridCol>
                <a:gridCol w="468052">
                  <a:extLst>
                    <a:ext uri="{9D8B030D-6E8A-4147-A177-3AD203B41FA5}">
                      <a16:colId xmlns:a16="http://schemas.microsoft.com/office/drawing/2014/main" val="545181002"/>
                    </a:ext>
                  </a:extLst>
                </a:gridCol>
                <a:gridCol w="468052">
                  <a:extLst>
                    <a:ext uri="{9D8B030D-6E8A-4147-A177-3AD203B41FA5}">
                      <a16:colId xmlns:a16="http://schemas.microsoft.com/office/drawing/2014/main" val="3011822973"/>
                    </a:ext>
                  </a:extLst>
                </a:gridCol>
                <a:gridCol w="45786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45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제목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접수기간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2025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2025.10.14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89452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심사중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04240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2025.03.14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97012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탈락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55995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293723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995547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하반기 평생교육장려금 신청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2025.09.15 00:00 ~ 2025.09.19 23:59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마감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700" dirty="0">
                          <a:latin typeface="맑은 고딕" panose="020B0503020000020004" pitchFamily="50" charset="-127"/>
                          <a:ea typeface="+mn-ea"/>
                        </a:rPr>
                        <a:t>2025.01.14</a:t>
                      </a:r>
                      <a:endParaRPr lang="ko-KR" altLang="en-US" sz="7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7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799437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E6B91150-8CA8-B173-337E-EF36CF546ACC}"/>
              </a:ext>
            </a:extLst>
          </p:cNvPr>
          <p:cNvSpPr/>
          <p:nvPr/>
        </p:nvSpPr>
        <p:spPr>
          <a:xfrm>
            <a:off x="6401746" y="3412267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71B01C-5061-A5A4-D4F9-A73F6543743A}"/>
              </a:ext>
            </a:extLst>
          </p:cNvPr>
          <p:cNvSpPr/>
          <p:nvPr/>
        </p:nvSpPr>
        <p:spPr>
          <a:xfrm>
            <a:off x="5921543" y="2864973"/>
            <a:ext cx="319650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B3FB8B1-CE8C-28D9-5D05-843AFE30F630}"/>
              </a:ext>
            </a:extLst>
          </p:cNvPr>
          <p:cNvSpPr/>
          <p:nvPr/>
        </p:nvSpPr>
        <p:spPr>
          <a:xfrm>
            <a:off x="5921543" y="3139489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14FDCC7-60A5-C541-8C65-A3EFE5B5E792}"/>
              </a:ext>
            </a:extLst>
          </p:cNvPr>
          <p:cNvSpPr/>
          <p:nvPr/>
        </p:nvSpPr>
        <p:spPr>
          <a:xfrm>
            <a:off x="5921543" y="341226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6A7A69A-F250-0E72-A0F2-598B357BA4B0}"/>
              </a:ext>
            </a:extLst>
          </p:cNvPr>
          <p:cNvSpPr/>
          <p:nvPr/>
        </p:nvSpPr>
        <p:spPr>
          <a:xfrm>
            <a:off x="5921543" y="3677094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6D20270-DBB4-DA23-2499-3F640766EFE9}"/>
              </a:ext>
            </a:extLst>
          </p:cNvPr>
          <p:cNvSpPr/>
          <p:nvPr/>
        </p:nvSpPr>
        <p:spPr>
          <a:xfrm>
            <a:off x="5921543" y="3949872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AB15A532-636B-4AF8-9401-9980FC30D78D}"/>
              </a:ext>
            </a:extLst>
          </p:cNvPr>
          <p:cNvSpPr>
            <a:spLocks noChangeAspect="1"/>
          </p:cNvSpPr>
          <p:nvPr/>
        </p:nvSpPr>
        <p:spPr>
          <a:xfrm>
            <a:off x="202609" y="248351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66BDF36-9910-704C-429A-653510E4410F}"/>
              </a:ext>
            </a:extLst>
          </p:cNvPr>
          <p:cNvSpPr/>
          <p:nvPr/>
        </p:nvSpPr>
        <p:spPr>
          <a:xfrm>
            <a:off x="5921543" y="4491015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E9F47E7-A714-5019-B6ED-54873C9ACCFC}"/>
              </a:ext>
            </a:extLst>
          </p:cNvPr>
          <p:cNvSpPr/>
          <p:nvPr/>
        </p:nvSpPr>
        <p:spPr>
          <a:xfrm>
            <a:off x="6400124" y="4491015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E50BB50-F243-0B48-0356-2B6066629835}"/>
              </a:ext>
            </a:extLst>
          </p:cNvPr>
          <p:cNvSpPr/>
          <p:nvPr/>
        </p:nvSpPr>
        <p:spPr>
          <a:xfrm>
            <a:off x="5921543" y="4218927"/>
            <a:ext cx="319650" cy="14401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13562845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B688F-1222-4273-89BA-6953263B5A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068BCEC-4C10-7372-ABB8-5E5828D5D600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789DF4C-3727-573E-0AC0-92F21D4CC00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58EEB51E-9A53-055C-ADA1-293DEA6A13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4125129"/>
              </p:ext>
            </p:extLst>
          </p:nvPr>
        </p:nvGraphicFramePr>
        <p:xfrm>
          <a:off x="6969418" y="2548005"/>
          <a:ext cx="2772114" cy="312772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신청건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설정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본인이 신청 시 동의한 서약서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내용에 동의합니다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개인정보동의관리에서 설정된 서약서에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신청자 회원의 이름을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최종전입일자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시 설정한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최종전입일자로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시 설정한 신청자의 생년월일로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연락처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시 설정한 본인 연락처로 수정이 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 시 설정한 신청자 주소로 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주소검색 팝업창에서 해당 주소 검색 및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기본주소가 주소란에 적용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상세주소 직접입력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458528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78E18D06-6082-704C-2843-A8C366FEA8C1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BD01CD6-4AE8-CE2C-C5CC-D62729C4738E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627B7CD7-1DC7-DD50-A7AC-54D3E983E9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71F100A-B754-484F-4136-B414FC9824F6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6F1D90D-62FF-3099-CEA5-176C4E4C46BF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D9297BF-AC18-E06B-7CE6-D488C034B695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1EDE4C1-CBBE-C527-AABD-88F61E976F80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5B39723-F7E6-3368-5727-98D2C900C035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1BA5B85-756E-5D75-B186-3E75D165DDC7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778F9C8-F7AF-D5BB-28B6-CBE31CAC0A99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F49E57D-8CB9-1D50-993C-9B389E184025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384E99B-3F3B-703B-D7F4-3E5FDF5FE014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EEC9161-3948-65BE-D950-AEE69399B175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A8783C4-2441-41CF-D4FF-C722DE9801BD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FEA386B-6117-70BC-6ECD-227B53A53753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83FD801-C6AD-1CEB-6F8D-567AFC4886FB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평생교육장려금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1BB8690-07C3-4C5D-1EBE-934DF2B5053A}"/>
              </a:ext>
            </a:extLst>
          </p:cNvPr>
          <p:cNvSpPr/>
          <p:nvPr/>
        </p:nvSpPr>
        <p:spPr>
          <a:xfrm>
            <a:off x="293117" y="2528995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D6F4FCD4-2A95-81B1-3A3A-CCB46EDFEF1B}"/>
              </a:ext>
            </a:extLst>
          </p:cNvPr>
          <p:cNvGrpSpPr/>
          <p:nvPr/>
        </p:nvGrpSpPr>
        <p:grpSpPr>
          <a:xfrm>
            <a:off x="6712124" y="2708684"/>
            <a:ext cx="77080" cy="792000"/>
            <a:chOff x="6781481" y="1888563"/>
            <a:chExt cx="77080" cy="792000"/>
          </a:xfrm>
        </p:grpSpPr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515E8E9-C62B-01FC-66E2-7084DC584BF5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006F294E-1274-6291-FD32-6CCA2BF5CF56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D5251422-62C6-465B-A347-79CF718EDA4D}"/>
              </a:ext>
            </a:extLst>
          </p:cNvPr>
          <p:cNvSpPr/>
          <p:nvPr/>
        </p:nvSpPr>
        <p:spPr>
          <a:xfrm>
            <a:off x="279064" y="2709015"/>
            <a:ext cx="6427980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CAD4ADB9-75E8-DD6F-4989-EB85393FB248}"/>
              </a:ext>
            </a:extLst>
          </p:cNvPr>
          <p:cNvGrpSpPr/>
          <p:nvPr/>
        </p:nvGrpSpPr>
        <p:grpSpPr>
          <a:xfrm>
            <a:off x="274010" y="3530001"/>
            <a:ext cx="1651953" cy="144463"/>
            <a:chOff x="2156839" y="1593629"/>
            <a:chExt cx="1651953" cy="144463"/>
          </a:xfrm>
        </p:grpSpPr>
        <p:sp>
          <p:nvSpPr>
            <p:cNvPr id="87" name="Rectangle 191">
              <a:extLst>
                <a:ext uri="{FF2B5EF4-FFF2-40B4-BE49-F238E27FC236}">
                  <a16:creationId xmlns:a16="http://schemas.microsoft.com/office/drawing/2014/main" id="{FE4ACE65-BA56-26C6-1105-7C099F2E6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88" name="개체 87">
              <a:extLst>
                <a:ext uri="{FF2B5EF4-FFF2-40B4-BE49-F238E27FC236}">
                  <a16:creationId xmlns:a16="http://schemas.microsoft.com/office/drawing/2014/main" id="{F899BA3C-BBE9-0CAB-491F-2F2DED9669E2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986166089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63" name="개체 62">
                          <a:extLst>
                            <a:ext uri="{FF2B5EF4-FFF2-40B4-BE49-F238E27FC236}">
                              <a16:creationId xmlns:a16="http://schemas.microsoft.com/office/drawing/2014/main" id="{D8FAC563-DD90-29D0-E5C5-9BE50CA8417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4115B6-D977-5C29-0EAF-8FE885DD3F67}"/>
              </a:ext>
            </a:extLst>
          </p:cNvPr>
          <p:cNvSpPr/>
          <p:nvPr/>
        </p:nvSpPr>
        <p:spPr>
          <a:xfrm>
            <a:off x="293117" y="3795699"/>
            <a:ext cx="307777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서약서</a:t>
            </a:r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6CC2BADD-7077-1089-F084-DAFC94851C08}"/>
              </a:ext>
            </a:extLst>
          </p:cNvPr>
          <p:cNvGrpSpPr/>
          <p:nvPr/>
        </p:nvGrpSpPr>
        <p:grpSpPr>
          <a:xfrm>
            <a:off x="6712124" y="3975388"/>
            <a:ext cx="77080" cy="792000"/>
            <a:chOff x="6781481" y="1888563"/>
            <a:chExt cx="77080" cy="792000"/>
          </a:xfrm>
        </p:grpSpPr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36C0442B-4225-6CBC-42D0-62F6F527FDA6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B1D15FA5-EF27-D221-7F92-A4EFCEF1E663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E23B625-150A-3959-2405-9EF430447AB5}"/>
              </a:ext>
            </a:extLst>
          </p:cNvPr>
          <p:cNvSpPr/>
          <p:nvPr/>
        </p:nvSpPr>
        <p:spPr>
          <a:xfrm>
            <a:off x="279064" y="3975719"/>
            <a:ext cx="6427980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본인은 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>
                <a:solidFill>
                  <a:prstClr val="black"/>
                </a:solidFill>
              </a:rPr>
              <a:t>재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r>
              <a:rPr lang="ko-KR" altLang="en-US" sz="700" dirty="0">
                <a:solidFill>
                  <a:prstClr val="black"/>
                </a:solidFill>
              </a:rPr>
              <a:t>오산교육재단 평생교육장려금 신청 관련하여 다음 사항을 준수할 것을 서약합니다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pPr marL="87313" indent="-87313"/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이용자로 선정되었으나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장려금 </a:t>
            </a:r>
            <a:r>
              <a:rPr lang="ko-KR" altLang="en-US" sz="700" dirty="0" err="1">
                <a:solidFill>
                  <a:prstClr val="black"/>
                </a:solidFill>
              </a:rPr>
              <a:t>청구시</a:t>
            </a:r>
            <a:r>
              <a:rPr lang="ko-KR" altLang="en-US" sz="700" dirty="0">
                <a:solidFill>
                  <a:prstClr val="black"/>
                </a:solidFill>
              </a:rPr>
              <a:t> 자격 및 서류 불충분 사유로 장려금지급이 거절될 수 있음을 확인하였습니다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pPr marL="87313" indent="-87313"/>
            <a:r>
              <a:rPr lang="en-US" altLang="ko-KR" sz="700" dirty="0">
                <a:solidFill>
                  <a:prstClr val="black"/>
                </a:solidFill>
              </a:rPr>
              <a:t>2. </a:t>
            </a:r>
            <a:r>
              <a:rPr lang="ko-KR" altLang="en-US" sz="700" dirty="0">
                <a:solidFill>
                  <a:prstClr val="black"/>
                </a:solidFill>
              </a:rPr>
              <a:t>평생교육장려금 부정 및 대리사용을 하지 않겠습니다</a:t>
            </a:r>
            <a:r>
              <a:rPr lang="en-US" altLang="ko-KR" sz="700" dirty="0">
                <a:solidFill>
                  <a:prstClr val="black"/>
                </a:solidFill>
              </a:rPr>
              <a:t>. (</a:t>
            </a:r>
            <a:r>
              <a:rPr lang="ko-KR" altLang="en-US" sz="700" dirty="0">
                <a:solidFill>
                  <a:prstClr val="black"/>
                </a:solidFill>
              </a:rPr>
              <a:t>부정사용 및 대리사용 </a:t>
            </a:r>
            <a:r>
              <a:rPr lang="ko-KR" altLang="en-US" sz="700" dirty="0" err="1">
                <a:solidFill>
                  <a:prstClr val="black"/>
                </a:solidFill>
              </a:rPr>
              <a:t>발견시</a:t>
            </a:r>
            <a:r>
              <a:rPr lang="ko-KR" altLang="en-US" sz="700" dirty="0">
                <a:solidFill>
                  <a:prstClr val="black"/>
                </a:solidFill>
              </a:rPr>
              <a:t> 즉시 자격 상실됨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</a:p>
          <a:p>
            <a:pPr marL="87313" indent="-87313"/>
            <a:r>
              <a:rPr lang="en-US" altLang="ko-KR" sz="700" dirty="0">
                <a:solidFill>
                  <a:prstClr val="black"/>
                </a:solidFill>
              </a:rPr>
              <a:t>2. </a:t>
            </a:r>
            <a:r>
              <a:rPr lang="ko-KR" altLang="en-US" sz="700" dirty="0">
                <a:solidFill>
                  <a:prstClr val="black"/>
                </a:solidFill>
              </a:rPr>
              <a:t>오산시민의 보편적 학습권을 보장하는 사업으로서 장려금     지원 및 금액 </a:t>
            </a:r>
            <a:r>
              <a:rPr lang="ko-KR" altLang="en-US" sz="700" dirty="0" err="1">
                <a:solidFill>
                  <a:prstClr val="black"/>
                </a:solidFill>
              </a:rPr>
              <a:t>청구시</a:t>
            </a:r>
            <a:r>
              <a:rPr lang="ko-KR" altLang="en-US" sz="700" dirty="0">
                <a:solidFill>
                  <a:prstClr val="black"/>
                </a:solidFill>
              </a:rPr>
              <a:t> 출석 </a:t>
            </a:r>
            <a:r>
              <a:rPr lang="en-US" altLang="ko-KR" sz="700" dirty="0">
                <a:solidFill>
                  <a:prstClr val="black"/>
                </a:solidFill>
              </a:rPr>
              <a:t>60%</a:t>
            </a:r>
            <a:r>
              <a:rPr lang="ko-KR" altLang="en-US" sz="700" dirty="0">
                <a:solidFill>
                  <a:prstClr val="black"/>
                </a:solidFill>
              </a:rPr>
              <a:t>이상이 확인된 출석부 및 수료증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주민등록초본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>
                <a:solidFill>
                  <a:prstClr val="black"/>
                </a:solidFill>
              </a:rPr>
              <a:t>청구일 기준 </a:t>
            </a:r>
            <a:r>
              <a:rPr lang="en-US" altLang="ko-KR" sz="700" dirty="0">
                <a:solidFill>
                  <a:prstClr val="black"/>
                </a:solidFill>
              </a:rPr>
              <a:t>7</a:t>
            </a:r>
            <a:r>
              <a:rPr lang="ko-KR" altLang="en-US" sz="700" dirty="0">
                <a:solidFill>
                  <a:prstClr val="black"/>
                </a:solidFill>
              </a:rPr>
              <a:t>일 이내 </a:t>
            </a:r>
            <a:r>
              <a:rPr lang="ko-KR" altLang="en-US" sz="700" dirty="0" err="1">
                <a:solidFill>
                  <a:prstClr val="black"/>
                </a:solidFill>
              </a:rPr>
              <a:t>발급본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r>
              <a:rPr lang="ko-KR" altLang="en-US" sz="700" dirty="0">
                <a:solidFill>
                  <a:prstClr val="black"/>
                </a:solidFill>
              </a:rPr>
              <a:t>을 첨부하겠습니다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</p:txBody>
      </p: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80E39C06-E9AB-C913-8DDB-6AC497236DDD}"/>
              </a:ext>
            </a:extLst>
          </p:cNvPr>
          <p:cNvGrpSpPr/>
          <p:nvPr/>
        </p:nvGrpSpPr>
        <p:grpSpPr>
          <a:xfrm>
            <a:off x="274010" y="4796705"/>
            <a:ext cx="927396" cy="144463"/>
            <a:chOff x="2156839" y="1593629"/>
            <a:chExt cx="927396" cy="144463"/>
          </a:xfrm>
        </p:grpSpPr>
        <p:sp>
          <p:nvSpPr>
            <p:cNvPr id="95" name="Rectangle 191">
              <a:extLst>
                <a:ext uri="{FF2B5EF4-FFF2-40B4-BE49-F238E27FC236}">
                  <a16:creationId xmlns:a16="http://schemas.microsoft.com/office/drawing/2014/main" id="{D8746253-AC62-27E9-B0C1-AD2DEA907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77425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내용에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96" name="개체 95">
              <a:extLst>
                <a:ext uri="{FF2B5EF4-FFF2-40B4-BE49-F238E27FC236}">
                  <a16:creationId xmlns:a16="http://schemas.microsoft.com/office/drawing/2014/main" id="{D79C950D-2962-FFCF-461D-06124189BF90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280066293"/>
                </p:ext>
              </p:extLst>
            </p:nvPr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22" name="개체 21">
                          <a:extLst>
                            <a:ext uri="{FF2B5EF4-FFF2-40B4-BE49-F238E27FC236}">
                              <a16:creationId xmlns:a16="http://schemas.microsoft.com/office/drawing/2014/main" id="{8FFEE46C-E7EC-1EA5-5617-F084AE55924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pic>
        <p:nvPicPr>
          <p:cNvPr id="50" name="그림 49">
            <a:extLst>
              <a:ext uri="{FF2B5EF4-FFF2-40B4-BE49-F238E27FC236}">
                <a16:creationId xmlns:a16="http://schemas.microsoft.com/office/drawing/2014/main" id="{F9356F35-B2B4-FC68-5417-B1477504A662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b="13229"/>
          <a:stretch/>
        </p:blipFill>
        <p:spPr>
          <a:xfrm>
            <a:off x="228525" y="5077233"/>
            <a:ext cx="6572058" cy="139656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32260C-1C39-807E-D473-B92AD7FDF2E1}"/>
              </a:ext>
            </a:extLst>
          </p:cNvPr>
          <p:cNvSpPr>
            <a:spLocks noChangeAspect="1"/>
          </p:cNvSpPr>
          <p:nvPr/>
        </p:nvSpPr>
        <p:spPr>
          <a:xfrm>
            <a:off x="202609" y="263686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4AA9CE85-31FE-26E9-7D2C-AE2F86BABAFA}"/>
              </a:ext>
            </a:extLst>
          </p:cNvPr>
          <p:cNvSpPr>
            <a:spLocks noChangeAspect="1"/>
          </p:cNvSpPr>
          <p:nvPr/>
        </p:nvSpPr>
        <p:spPr>
          <a:xfrm>
            <a:off x="202609" y="390501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3830DB6-3DF2-6717-4ED6-830E39CB9B78}"/>
              </a:ext>
            </a:extLst>
          </p:cNvPr>
          <p:cNvSpPr>
            <a:spLocks noChangeAspect="1"/>
          </p:cNvSpPr>
          <p:nvPr/>
        </p:nvSpPr>
        <p:spPr>
          <a:xfrm>
            <a:off x="202609" y="521920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5938188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0F477F-CAD7-7183-615D-0B7C1F31FD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C102A46-BD5B-65AD-E1F3-82B87EA2C18A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50F3CF7-15C2-3880-C731-626B3113017C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694AB11-AAEF-006E-EC16-41EE727B79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8683648"/>
              </p:ext>
            </p:extLst>
          </p:nvPr>
        </p:nvGraphicFramePr>
        <p:xfrm>
          <a:off x="6969418" y="2548005"/>
          <a:ext cx="2772114" cy="23648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 시 첨부된 주민등록초본 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주민등록초본 파일 선택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&gt;&gt;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첨부 설정완료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주민등록초본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은행명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설정한신청자 본인 계좌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은행명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예금주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자동 신청자의 회원 이름을 자동으로 표시하며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계좌번호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 시 설정한 본인 계좌의 계좌번호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신청정보 설정 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접수관리에 반영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4542172B-50E5-63A6-6D72-D0E2C934E707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6EFF926-EAB1-6B9C-2755-0689F00F0E5B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07DBB91-2229-F7FD-D1F6-E6087E750A26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1E712453-B323-54E5-647B-618A4D0188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A254047E-EDBA-24DA-A9F5-7388F49DCA91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D30F92F-3BF5-4079-C520-A23CAEF098CE}"/>
              </a:ext>
            </a:extLst>
          </p:cNvPr>
          <p:cNvSpPr/>
          <p:nvPr/>
        </p:nvSpPr>
        <p:spPr>
          <a:xfrm>
            <a:off x="6397011" y="4095096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C224003-6796-FE26-74ED-25BB1B3E5565}"/>
              </a:ext>
            </a:extLst>
          </p:cNvPr>
          <p:cNvSpPr/>
          <p:nvPr/>
        </p:nvSpPr>
        <p:spPr>
          <a:xfrm>
            <a:off x="5936915" y="4095096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78714765-3BFB-71C1-CB9C-6098FAE035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2013170"/>
              </p:ext>
            </p:extLst>
          </p:nvPr>
        </p:nvGraphicFramePr>
        <p:xfrm>
          <a:off x="279064" y="3274866"/>
          <a:ext cx="6510674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30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EF542EF0-DB4E-3DAE-BC7A-B7DAEE509A99}"/>
              </a:ext>
            </a:extLst>
          </p:cNvPr>
          <p:cNvSpPr/>
          <p:nvPr/>
        </p:nvSpPr>
        <p:spPr>
          <a:xfrm>
            <a:off x="293117" y="3094499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47" name="Picture 13">
            <a:extLst>
              <a:ext uri="{FF2B5EF4-FFF2-40B4-BE49-F238E27FC236}">
                <a16:creationId xmlns:a16="http://schemas.microsoft.com/office/drawing/2014/main" id="{AEEEDB3C-6B39-4D70-69B9-4392E79437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0499" y="331314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5F896A04-6BF7-5B53-D366-7A31C02EF055}"/>
              </a:ext>
            </a:extLst>
          </p:cNvPr>
          <p:cNvSpPr/>
          <p:nvPr/>
        </p:nvSpPr>
        <p:spPr>
          <a:xfrm>
            <a:off x="1246175" y="3313413"/>
            <a:ext cx="6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9CFE598-F7CC-BD19-A150-02618C1DF0C0}"/>
              </a:ext>
            </a:extLst>
          </p:cNvPr>
          <p:cNvSpPr/>
          <p:nvPr/>
        </p:nvSpPr>
        <p:spPr>
          <a:xfrm>
            <a:off x="1251398" y="3782182"/>
            <a:ext cx="158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E24C42-D38F-F9CC-AE1A-F6323D22E997}"/>
              </a:ext>
            </a:extLst>
          </p:cNvPr>
          <p:cNvSpPr/>
          <p:nvPr/>
        </p:nvSpPr>
        <p:spPr>
          <a:xfrm>
            <a:off x="293117" y="1448780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52796F64-22F8-D9B6-4FE1-40D4E1E05B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3999884"/>
              </p:ext>
            </p:extLst>
          </p:nvPr>
        </p:nvGraphicFramePr>
        <p:xfrm>
          <a:off x="279064" y="1621694"/>
          <a:ext cx="6510673" cy="1379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287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1451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2834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전입일자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584227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805151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0482174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4" name="Picture 13">
            <a:extLst>
              <a:ext uri="{FF2B5EF4-FFF2-40B4-BE49-F238E27FC236}">
                <a16:creationId xmlns:a16="http://schemas.microsoft.com/office/drawing/2014/main" id="{9B3A0257-E806-CA7C-563C-B5E66B93BC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6065" y="188682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87AC7133-88E6-D80E-2442-39FD4AF9097C}"/>
              </a:ext>
            </a:extLst>
          </p:cNvPr>
          <p:cNvSpPr/>
          <p:nvPr/>
        </p:nvSpPr>
        <p:spPr>
          <a:xfrm>
            <a:off x="1246175" y="1887093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8" name="Picture 13">
            <a:extLst>
              <a:ext uri="{FF2B5EF4-FFF2-40B4-BE49-F238E27FC236}">
                <a16:creationId xmlns:a16="http://schemas.microsoft.com/office/drawing/2014/main" id="{D95A9A8B-ACC0-D942-DD95-5181A3F6C3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6795" y="188682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직사각형 8">
            <a:extLst>
              <a:ext uri="{FF2B5EF4-FFF2-40B4-BE49-F238E27FC236}">
                <a16:creationId xmlns:a16="http://schemas.microsoft.com/office/drawing/2014/main" id="{8521C5CC-D37F-4ADF-4676-B5D71B4F9988}"/>
              </a:ext>
            </a:extLst>
          </p:cNvPr>
          <p:cNvSpPr/>
          <p:nvPr/>
        </p:nvSpPr>
        <p:spPr>
          <a:xfrm>
            <a:off x="1772143" y="1887093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10" name="Picture 13">
            <a:extLst>
              <a:ext uri="{FF2B5EF4-FFF2-40B4-BE49-F238E27FC236}">
                <a16:creationId xmlns:a16="http://schemas.microsoft.com/office/drawing/2014/main" id="{7F7A1C15-5403-5BD0-832D-77430D8F80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8648" y="188682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9EB3F378-D3E7-6789-C219-4D26524A0C8C}"/>
              </a:ext>
            </a:extLst>
          </p:cNvPr>
          <p:cNvSpPr/>
          <p:nvPr/>
        </p:nvSpPr>
        <p:spPr>
          <a:xfrm>
            <a:off x="2243996" y="1887093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772E71B-690C-316C-6B7B-97A5FC37A075}"/>
              </a:ext>
            </a:extLst>
          </p:cNvPr>
          <p:cNvGrpSpPr/>
          <p:nvPr/>
        </p:nvGrpSpPr>
        <p:grpSpPr>
          <a:xfrm>
            <a:off x="4601057" y="1893445"/>
            <a:ext cx="1250662" cy="147301"/>
            <a:chOff x="5245715" y="2249734"/>
            <a:chExt cx="1250662" cy="147301"/>
          </a:xfrm>
        </p:grpSpPr>
        <p:pic>
          <p:nvPicPr>
            <p:cNvPr id="15" name="Picture 13">
              <a:extLst>
                <a:ext uri="{FF2B5EF4-FFF2-40B4-BE49-F238E27FC236}">
                  <a16:creationId xmlns:a16="http://schemas.microsoft.com/office/drawing/2014/main" id="{E02FB789-D4C7-F5B0-5F7F-9B19651932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6839" y="2249734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D1E7D9C7-BD64-F6B8-E000-EF309DB37242}"/>
                </a:ext>
              </a:extLst>
            </p:cNvPr>
            <p:cNvSpPr/>
            <p:nvPr/>
          </p:nvSpPr>
          <p:spPr>
            <a:xfrm>
              <a:off x="5245715" y="2249998"/>
              <a:ext cx="245885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010</a:t>
              </a:r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5F4F9A5-CDC6-C3AD-3B00-871D70B8AE6C}"/>
                </a:ext>
              </a:extLst>
            </p:cNvPr>
            <p:cNvSpPr/>
            <p:nvPr/>
          </p:nvSpPr>
          <p:spPr>
            <a:xfrm>
              <a:off x="5747828" y="2249998"/>
              <a:ext cx="325136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1234</a:t>
              </a:r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D2C6ED0F-B71E-BC8A-8083-D35F69F3FADF}"/>
                </a:ext>
              </a:extLst>
            </p:cNvPr>
            <p:cNvSpPr/>
            <p:nvPr/>
          </p:nvSpPr>
          <p:spPr>
            <a:xfrm>
              <a:off x="5686731" y="2260186"/>
              <a:ext cx="36869" cy="107722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algn="r"/>
              <a:r>
                <a:rPr lang="en-US" altLang="ko-KR" sz="700" dirty="0">
                  <a:solidFill>
                    <a:prstClr val="black"/>
                  </a:solidFill>
                </a:rPr>
                <a:t>-</a:t>
              </a:r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C393A855-8C30-80E5-BFAD-499D1F803972}"/>
                </a:ext>
              </a:extLst>
            </p:cNvPr>
            <p:cNvSpPr/>
            <p:nvPr/>
          </p:nvSpPr>
          <p:spPr>
            <a:xfrm>
              <a:off x="6103668" y="2268137"/>
              <a:ext cx="36869" cy="107722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algn="r"/>
              <a:r>
                <a:rPr lang="en-US" altLang="ko-KR" sz="700" dirty="0">
                  <a:solidFill>
                    <a:prstClr val="black"/>
                  </a:solidFill>
                </a:rPr>
                <a:t>-</a:t>
              </a:r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4D20E620-E57D-F6A8-4B91-651B419B1494}"/>
                </a:ext>
              </a:extLst>
            </p:cNvPr>
            <p:cNvSpPr/>
            <p:nvPr/>
          </p:nvSpPr>
          <p:spPr>
            <a:xfrm>
              <a:off x="6171241" y="2249998"/>
              <a:ext cx="325136" cy="144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5678</a:t>
              </a:r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0D6A332-AAB9-4535-8621-A0983C2263F3}"/>
              </a:ext>
            </a:extLst>
          </p:cNvPr>
          <p:cNvSpPr/>
          <p:nvPr/>
        </p:nvSpPr>
        <p:spPr>
          <a:xfrm>
            <a:off x="1775141" y="2112462"/>
            <a:ext cx="622908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우편번호 찾기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184F696-1F98-D7F6-7D6C-0ED133526150}"/>
              </a:ext>
            </a:extLst>
          </p:cNvPr>
          <p:cNvSpPr/>
          <p:nvPr/>
        </p:nvSpPr>
        <p:spPr>
          <a:xfrm>
            <a:off x="1251639" y="2113066"/>
            <a:ext cx="476033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B6B5D10-BF6D-43C5-C076-06B481BBE472}"/>
              </a:ext>
            </a:extLst>
          </p:cNvPr>
          <p:cNvSpPr/>
          <p:nvPr/>
        </p:nvSpPr>
        <p:spPr>
          <a:xfrm>
            <a:off x="1251639" y="2347306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F936D87-A31D-A9AB-9CB6-4CC1785882D1}"/>
              </a:ext>
            </a:extLst>
          </p:cNvPr>
          <p:cNvSpPr/>
          <p:nvPr/>
        </p:nvSpPr>
        <p:spPr>
          <a:xfrm>
            <a:off x="1251639" y="2581005"/>
            <a:ext cx="2423496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92622E0-E762-1FCD-8F13-321382BA92E0}"/>
              </a:ext>
            </a:extLst>
          </p:cNvPr>
          <p:cNvSpPr/>
          <p:nvPr/>
        </p:nvSpPr>
        <p:spPr>
          <a:xfrm>
            <a:off x="3734477" y="2373139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2B68ACC-470E-4B27-E34A-1B7C2C7C8784}"/>
              </a:ext>
            </a:extLst>
          </p:cNvPr>
          <p:cNvSpPr/>
          <p:nvPr/>
        </p:nvSpPr>
        <p:spPr>
          <a:xfrm>
            <a:off x="3734477" y="2606838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5B50C3D-1528-C673-C5A4-7836A87DA420}"/>
              </a:ext>
            </a:extLst>
          </p:cNvPr>
          <p:cNvSpPr/>
          <p:nvPr/>
        </p:nvSpPr>
        <p:spPr>
          <a:xfrm>
            <a:off x="1247045" y="2806143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주민등록초본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A58D7ED-22C3-F19C-8695-576CC2F867FD}"/>
              </a:ext>
            </a:extLst>
          </p:cNvPr>
          <p:cNvSpPr/>
          <p:nvPr/>
        </p:nvSpPr>
        <p:spPr>
          <a:xfrm>
            <a:off x="2915945" y="2806135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D8E18FD-CD0F-1457-0245-418A72721ED9}"/>
              </a:ext>
            </a:extLst>
          </p:cNvPr>
          <p:cNvSpPr/>
          <p:nvPr/>
        </p:nvSpPr>
        <p:spPr>
          <a:xfrm>
            <a:off x="3226881" y="280613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2" name="Picture 13">
            <a:extLst>
              <a:ext uri="{FF2B5EF4-FFF2-40B4-BE49-F238E27FC236}">
                <a16:creationId xmlns:a16="http://schemas.microsoft.com/office/drawing/2014/main" id="{9E49671C-40A4-237E-D1B6-DC713235D3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3923" y="166342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1E4384BF-46D1-488C-81AD-9C50FE845966}"/>
              </a:ext>
            </a:extLst>
          </p:cNvPr>
          <p:cNvSpPr/>
          <p:nvPr/>
        </p:nvSpPr>
        <p:spPr>
          <a:xfrm>
            <a:off x="4604033" y="1663689"/>
            <a:ext cx="35765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2023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34" name="Picture 13">
            <a:extLst>
              <a:ext uri="{FF2B5EF4-FFF2-40B4-BE49-F238E27FC236}">
                <a16:creationId xmlns:a16="http://schemas.microsoft.com/office/drawing/2014/main" id="{FA67244D-AB73-0069-7F00-25D078C831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653" y="166342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1C29D12-9911-3B25-9E04-F2E3A20E0D3C}"/>
              </a:ext>
            </a:extLst>
          </p:cNvPr>
          <p:cNvSpPr/>
          <p:nvPr/>
        </p:nvSpPr>
        <p:spPr>
          <a:xfrm>
            <a:off x="5130001" y="1663689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36" name="Picture 13">
            <a:extLst>
              <a:ext uri="{FF2B5EF4-FFF2-40B4-BE49-F238E27FC236}">
                <a16:creationId xmlns:a16="http://schemas.microsoft.com/office/drawing/2014/main" id="{5912840D-FF64-7C86-FA64-ADA949774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6506" y="166342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AC10E6-15F4-DE73-63AD-EC99972DE9D0}"/>
              </a:ext>
            </a:extLst>
          </p:cNvPr>
          <p:cNvSpPr/>
          <p:nvPr/>
        </p:nvSpPr>
        <p:spPr>
          <a:xfrm>
            <a:off x="5601854" y="1663689"/>
            <a:ext cx="295578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24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3CB8C95-A42D-53C8-C4EC-54761765D667}"/>
              </a:ext>
            </a:extLst>
          </p:cNvPr>
          <p:cNvSpPr>
            <a:spLocks noChangeAspect="1"/>
          </p:cNvSpPr>
          <p:nvPr/>
        </p:nvSpPr>
        <p:spPr>
          <a:xfrm>
            <a:off x="202609" y="1544117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1D5D2820-9532-9FFF-9759-233EA38FBCF6}"/>
              </a:ext>
            </a:extLst>
          </p:cNvPr>
          <p:cNvSpPr>
            <a:spLocks noChangeAspect="1"/>
          </p:cNvSpPr>
          <p:nvPr/>
        </p:nvSpPr>
        <p:spPr>
          <a:xfrm>
            <a:off x="202609" y="3214175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3010745-66C4-EE8F-83CA-F5069AF6A62C}"/>
              </a:ext>
            </a:extLst>
          </p:cNvPr>
          <p:cNvSpPr>
            <a:spLocks noChangeAspect="1"/>
          </p:cNvSpPr>
          <p:nvPr/>
        </p:nvSpPr>
        <p:spPr>
          <a:xfrm>
            <a:off x="5769334" y="412209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591960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138FE4-C890-4018-1A80-BC394764CD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81307DE-23C5-86D7-D0F8-CC6CE95F89ED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보기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FB6C46D-5661-4A2A-B96B-9E917AA6B3A2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1433361D-DC01-14D2-0D27-B78180208D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0285"/>
              </p:ext>
            </p:extLst>
          </p:nvPr>
        </p:nvGraphicFramePr>
        <p:xfrm>
          <a:off x="6969418" y="2548005"/>
          <a:ext cx="2772114" cy="2053619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 화면 목록 신청정보에서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신청한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신청건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설정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본인이 신청 시 동의한 개인정보 수집 및 활용에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 수집 및 활용에 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동의합니다가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개인정보동의관리에서 설정된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본인이 신청 시 동의한 서약서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내용에 동의합니다 체크된 상태로 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사이트관리자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프로그램신청관리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개인정보동의관리에서 설정된 서약서에 대한 동의 내용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해당 공고 대상 본인이 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설정한 신청자 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2812598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A3B718E-3389-E1E5-D7D7-178585EDC47F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1F16890-B433-D1A5-7986-2711C308A31C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B3D85A4E-4D76-7334-D961-9DBF8ECF9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B4E43447-78DF-B306-6065-A5D3BD9C4C5C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1F94A07-1CEA-7011-3FEF-3FF84D8B2FCF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FBA65DB-15FB-33FE-C280-A0A6B1E529A4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9FB78CA-C8EE-AAD9-E2C2-F4E2653AE26D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8FB4BE5-E658-F389-7A96-F8C357EF2F4F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59FF50-7BF3-B3B0-DF3A-1AABB7B878DB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0619D1F-EBE0-346E-270F-7FDC70D0AB79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97A6178-7113-0773-C235-1F9644E23956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114F3FD-6D52-BBFE-46CC-DB2A13F72CB0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2E1563A-EFF4-3BD1-2374-4804B59C4729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034BF5B-4084-948E-4DA1-A3A3A97063EE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55883AC-5CA7-772C-6671-8360ED116E04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209B7A4-EFF3-9FC6-B84C-76B371967938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평생교육장려금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AB4C29B-7757-9A81-417C-D3ECC7F45C10}"/>
              </a:ext>
            </a:extLst>
          </p:cNvPr>
          <p:cNvSpPr/>
          <p:nvPr/>
        </p:nvSpPr>
        <p:spPr>
          <a:xfrm>
            <a:off x="293117" y="2542007"/>
            <a:ext cx="1620636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개인정보 수집 및 활용에 대한 안내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6B1B9C45-175E-2169-7626-004930FD0B81}"/>
              </a:ext>
            </a:extLst>
          </p:cNvPr>
          <p:cNvGrpSpPr/>
          <p:nvPr/>
        </p:nvGrpSpPr>
        <p:grpSpPr>
          <a:xfrm>
            <a:off x="6712124" y="2721696"/>
            <a:ext cx="77080" cy="792000"/>
            <a:chOff x="6781481" y="1888563"/>
            <a:chExt cx="77080" cy="79200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3B18AAA-F7A4-1297-92C2-F540EAAC3E24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A71430EC-776B-F61A-2331-F8ED60DAC609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02AA997-1F2E-CEE8-54A9-C10D3CA8CE83}"/>
              </a:ext>
            </a:extLst>
          </p:cNvPr>
          <p:cNvSpPr/>
          <p:nvPr/>
        </p:nvSpPr>
        <p:spPr>
          <a:xfrm>
            <a:off x="279064" y="2722027"/>
            <a:ext cx="6427980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r>
              <a:rPr lang="ko-KR" altLang="en-US" sz="700" dirty="0">
                <a:solidFill>
                  <a:prstClr val="black"/>
                </a:solidFill>
              </a:rPr>
              <a:t>오산교육재단 홈페이지 프로그램 신청을 위하여 아래와 같이 개인정보를 수집・이용하고자 합니다</a:t>
            </a:r>
            <a:r>
              <a:rPr lang="en-US" altLang="ko-KR" sz="700" dirty="0">
                <a:solidFill>
                  <a:prstClr val="black"/>
                </a:solidFill>
              </a:rPr>
              <a:t>. </a:t>
            </a:r>
            <a:r>
              <a:rPr lang="ko-KR" altLang="en-US" sz="700" dirty="0">
                <a:solidFill>
                  <a:prstClr val="black"/>
                </a:solidFill>
              </a:rPr>
              <a:t>내용을 자세히 읽으신 후 동의 여부를 결정하여 주시기 바랍니다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</a:p>
          <a:p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ko-KR" altLang="en-US" sz="700" dirty="0">
                <a:solidFill>
                  <a:prstClr val="black"/>
                </a:solidFill>
              </a:rPr>
              <a:t>개인정보 수집・이용 내역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1. </a:t>
            </a:r>
            <a:r>
              <a:rPr lang="ko-KR" altLang="en-US" sz="700" dirty="0">
                <a:solidFill>
                  <a:prstClr val="black"/>
                </a:solidFill>
              </a:rPr>
              <a:t>항목</a:t>
            </a:r>
            <a:endParaRPr lang="en-US" altLang="ko-KR" sz="700" dirty="0">
              <a:solidFill>
                <a:prstClr val="black"/>
              </a:solidFill>
            </a:endParaRPr>
          </a:p>
          <a:p>
            <a:r>
              <a:rPr lang="en-US" altLang="ko-KR" sz="700" dirty="0">
                <a:solidFill>
                  <a:prstClr val="black"/>
                </a:solidFill>
              </a:rPr>
              <a:t>‣ </a:t>
            </a:r>
            <a:r>
              <a:rPr lang="ko-KR" altLang="en-US" sz="700" dirty="0">
                <a:solidFill>
                  <a:prstClr val="black"/>
                </a:solidFill>
              </a:rPr>
              <a:t>필수항목 </a:t>
            </a:r>
            <a:r>
              <a:rPr lang="en-US" altLang="ko-KR" sz="700" dirty="0">
                <a:solidFill>
                  <a:prstClr val="black"/>
                </a:solidFill>
              </a:rPr>
              <a:t>: </a:t>
            </a:r>
            <a:r>
              <a:rPr lang="ko-KR" altLang="en-US" sz="700" dirty="0">
                <a:solidFill>
                  <a:prstClr val="black"/>
                </a:solidFill>
              </a:rPr>
              <a:t>성명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아이디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비밀번호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휴대폰번호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 err="1">
                <a:solidFill>
                  <a:prstClr val="black"/>
                </a:solidFill>
              </a:rPr>
              <a:t>이메일주소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관리를 위해 수집함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B1204788-EC55-2A1A-F2C8-385F9FCE2040}"/>
              </a:ext>
            </a:extLst>
          </p:cNvPr>
          <p:cNvGrpSpPr/>
          <p:nvPr/>
        </p:nvGrpSpPr>
        <p:grpSpPr>
          <a:xfrm>
            <a:off x="274010" y="3543013"/>
            <a:ext cx="1651953" cy="144463"/>
            <a:chOff x="2156839" y="1593629"/>
            <a:chExt cx="1651953" cy="144463"/>
          </a:xfrm>
        </p:grpSpPr>
        <p:sp>
          <p:nvSpPr>
            <p:cNvPr id="54" name="Rectangle 191">
              <a:extLst>
                <a:ext uri="{FF2B5EF4-FFF2-40B4-BE49-F238E27FC236}">
                  <a16:creationId xmlns:a16="http://schemas.microsoft.com/office/drawing/2014/main" id="{4F9F2530-DCE5-9397-AC4C-1D31C9823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149880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개인정보 수집 및 활용에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55" name="개체 54">
              <a:extLst>
                <a:ext uri="{FF2B5EF4-FFF2-40B4-BE49-F238E27FC236}">
                  <a16:creationId xmlns:a16="http://schemas.microsoft.com/office/drawing/2014/main" id="{31C0A0C5-6F84-0412-042A-0D2CDF17E1E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55" name="개체 54">
                          <a:extLst>
                            <a:ext uri="{FF2B5EF4-FFF2-40B4-BE49-F238E27FC236}">
                              <a16:creationId xmlns:a16="http://schemas.microsoft.com/office/drawing/2014/main" id="{285829E4-5F5F-B7F5-2A8C-3908C240CB8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CDF1A4CD-94D1-A25F-4331-AC05B7EB6711}"/>
              </a:ext>
            </a:extLst>
          </p:cNvPr>
          <p:cNvSpPr/>
          <p:nvPr/>
        </p:nvSpPr>
        <p:spPr>
          <a:xfrm>
            <a:off x="293117" y="3829092"/>
            <a:ext cx="307777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서약서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8FBE0E2C-5B5C-0370-788A-AA0EDA30147E}"/>
              </a:ext>
            </a:extLst>
          </p:cNvPr>
          <p:cNvGrpSpPr/>
          <p:nvPr/>
        </p:nvGrpSpPr>
        <p:grpSpPr>
          <a:xfrm>
            <a:off x="6712124" y="4008781"/>
            <a:ext cx="77080" cy="792000"/>
            <a:chOff x="6781481" y="1888563"/>
            <a:chExt cx="77080" cy="792000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293EB1F3-74EA-3569-9666-100118B364F4}"/>
                </a:ext>
              </a:extLst>
            </p:cNvPr>
            <p:cNvSpPr/>
            <p:nvPr/>
          </p:nvSpPr>
          <p:spPr>
            <a:xfrm>
              <a:off x="6786561" y="1888563"/>
              <a:ext cx="72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C04378D7-4C39-EB55-DB53-17DC2A2FEA3C}"/>
                </a:ext>
              </a:extLst>
            </p:cNvPr>
            <p:cNvSpPr/>
            <p:nvPr/>
          </p:nvSpPr>
          <p:spPr>
            <a:xfrm>
              <a:off x="6781481" y="2116070"/>
              <a:ext cx="72000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E44C4D7-F7E2-C5FD-3B6A-F5FAEE5CD241}"/>
              </a:ext>
            </a:extLst>
          </p:cNvPr>
          <p:cNvSpPr/>
          <p:nvPr/>
        </p:nvSpPr>
        <p:spPr>
          <a:xfrm>
            <a:off x="279064" y="4009112"/>
            <a:ext cx="6427980" cy="78963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Ins="36000" rtlCol="0" anchor="t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본인은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재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오산교육재단 평생교육장려금 신청 관련하여 다음 사항을 준수할 것을 서약합니다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  <a:p>
            <a:pPr marL="87313" marR="0" lvl="0" indent="-87313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1. 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이용자로 선정되었으나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장려금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청구시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자격 및 서류 불충분 사유로 장려금지급이 거절될 수 있음을 확인하였습니다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87313" marR="0" lvl="0" indent="-87313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2. 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평생교육장려금 부정 및 대리사용을 하지 않겠습니다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. (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부정사용 및 대리사용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발견시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즉시 자격 상실됨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)</a:t>
            </a:r>
          </a:p>
          <a:p>
            <a:pPr marL="87313" marR="0" lvl="0" indent="-87313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2. 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오산시민의 보편적 학습권을 보장하는 사업으로서 장려금     지원 및 금액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청구시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출석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60%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이상이 확인된 출석부 및 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청구일 기준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7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일 이내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발급본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을 첨부하겠습니다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.</a:t>
            </a:r>
            <a:endParaRPr lang="en-US" altLang="ko-KR" sz="700" dirty="0">
              <a:solidFill>
                <a:prstClr val="black"/>
              </a:solidFill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A28F80CC-126E-F3D8-A590-87E789104B24}"/>
              </a:ext>
            </a:extLst>
          </p:cNvPr>
          <p:cNvGrpSpPr/>
          <p:nvPr/>
        </p:nvGrpSpPr>
        <p:grpSpPr>
          <a:xfrm>
            <a:off x="274010" y="4830098"/>
            <a:ext cx="927396" cy="144463"/>
            <a:chOff x="2156839" y="1593629"/>
            <a:chExt cx="927396" cy="144463"/>
          </a:xfrm>
        </p:grpSpPr>
        <p:sp>
          <p:nvSpPr>
            <p:cNvPr id="23" name="Rectangle 191">
              <a:extLst>
                <a:ext uri="{FF2B5EF4-FFF2-40B4-BE49-F238E27FC236}">
                  <a16:creationId xmlns:a16="http://schemas.microsoft.com/office/drawing/2014/main" id="{627BFF80-B5F9-17D2-D4EF-016C9E730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984" y="1614297"/>
              <a:ext cx="774251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latinLnBrk="0">
                <a:defRPr/>
              </a:pPr>
              <a:r>
                <a:rPr lang="ko-KR" altLang="en-US" sz="700" b="1" kern="0" dirty="0">
                  <a:solidFill>
                    <a:srgbClr val="000000"/>
                  </a:solidFill>
                </a:rPr>
                <a:t>내용에 동의합니다</a:t>
              </a:r>
              <a:r>
                <a:rPr lang="en-US" altLang="ko-KR" sz="700" b="1" kern="0" dirty="0">
                  <a:solidFill>
                    <a:srgbClr val="000000"/>
                  </a:solidFill>
                </a:rPr>
                <a:t>.</a:t>
              </a:r>
              <a:endParaRPr lang="ko-KR" altLang="en-US" sz="700" b="1" kern="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25" name="개체 24">
              <a:extLst>
                <a:ext uri="{FF2B5EF4-FFF2-40B4-BE49-F238E27FC236}">
                  <a16:creationId xmlns:a16="http://schemas.microsoft.com/office/drawing/2014/main" id="{6860A2D3-9FB2-F5F3-9557-6E98CC162C9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156839" y="1593629"/>
            <a:ext cx="144462" cy="1444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Visio" r:id="rId3" imgW="145435" imgH="145435" progId="Visio.Drawing.11">
                    <p:embed/>
                  </p:oleObj>
                </mc:Choice>
                <mc:Fallback>
                  <p:oleObj name="Visio" r:id="rId3" imgW="145435" imgH="145435" progId="Visio.Drawing.11">
                    <p:embed/>
                    <p:pic>
                      <p:nvPicPr>
                        <p:cNvPr id="55" name="개체 54">
                          <a:extLst>
                            <a:ext uri="{FF2B5EF4-FFF2-40B4-BE49-F238E27FC236}">
                              <a16:creationId xmlns:a16="http://schemas.microsoft.com/office/drawing/2014/main" id="{31C0A0C5-6F84-0412-042A-0D2CDF17E1E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6839" y="1593629"/>
                          <a:ext cx="144462" cy="1444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EAEAEA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6350" algn="ctr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89B899D2-A34F-3D17-8480-29DC2CB315DC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b="15450"/>
          <a:stretch/>
        </p:blipFill>
        <p:spPr>
          <a:xfrm>
            <a:off x="230495" y="5112981"/>
            <a:ext cx="6572058" cy="1360817"/>
          </a:xfrm>
          <a:prstGeom prst="rect">
            <a:avLst/>
          </a:prstGeom>
        </p:spPr>
      </p:pic>
      <p:sp>
        <p:nvSpPr>
          <p:cNvPr id="31" name="타원 30">
            <a:extLst>
              <a:ext uri="{FF2B5EF4-FFF2-40B4-BE49-F238E27FC236}">
                <a16:creationId xmlns:a16="http://schemas.microsoft.com/office/drawing/2014/main" id="{6920837F-D76D-8596-93AB-D805003B299C}"/>
              </a:ext>
            </a:extLst>
          </p:cNvPr>
          <p:cNvSpPr>
            <a:spLocks noChangeAspect="1"/>
          </p:cNvSpPr>
          <p:nvPr/>
        </p:nvSpPr>
        <p:spPr>
          <a:xfrm>
            <a:off x="202609" y="264487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6C35EC3A-0B64-6599-9BD4-DD8DA6CA698F}"/>
              </a:ext>
            </a:extLst>
          </p:cNvPr>
          <p:cNvSpPr>
            <a:spLocks noChangeAspect="1"/>
          </p:cNvSpPr>
          <p:nvPr/>
        </p:nvSpPr>
        <p:spPr>
          <a:xfrm>
            <a:off x="202609" y="393305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171D9942-71C5-64B9-5429-B98EF1691D7C}"/>
              </a:ext>
            </a:extLst>
          </p:cNvPr>
          <p:cNvSpPr>
            <a:spLocks noChangeAspect="1"/>
          </p:cNvSpPr>
          <p:nvPr/>
        </p:nvSpPr>
        <p:spPr>
          <a:xfrm>
            <a:off x="202609" y="524530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921435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85B5AB-607A-4042-87D0-C5F1598FB2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5555C03-D5D4-BD7A-3170-3B46CBA92CFF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 보기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71915FC-B75B-44A1-31E5-72A4CAA82E8F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C09554E5-4112-9E7B-93C9-ED26D6C0DB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5151049"/>
              </p:ext>
            </p:extLst>
          </p:nvPr>
        </p:nvGraphicFramePr>
        <p:xfrm>
          <a:off x="6969418" y="2548005"/>
          <a:ext cx="2772114" cy="1039598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공고 대상 본인이 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시 설정한 신청자 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해당 공고 대상 본인이 신청 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설정한 신청자 계좌정보가 표시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수정이 불가능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수정이 취소 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조회 화면으로 이동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B70524A0-EAB1-DA22-42E6-4307118D7137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smrl_application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6937E73-9958-2DCE-034B-2F9639D10DBA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75696B-85AE-A055-696B-639FC3B23F16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4984903A-0D38-E14C-D068-0F81A25FF0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8F27A13D-5909-F635-1F2C-FCAF9C36C869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CBC0326-36DE-3816-C7BD-646BE505BFB4}"/>
              </a:ext>
            </a:extLst>
          </p:cNvPr>
          <p:cNvSpPr/>
          <p:nvPr/>
        </p:nvSpPr>
        <p:spPr>
          <a:xfrm>
            <a:off x="6397011" y="4131100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0EDD8FC-72B4-8366-88A5-39171EED2A52}"/>
              </a:ext>
            </a:extLst>
          </p:cNvPr>
          <p:cNvSpPr/>
          <p:nvPr/>
        </p:nvSpPr>
        <p:spPr>
          <a:xfrm>
            <a:off x="293117" y="1448780"/>
            <a:ext cx="549831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정보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023B1B9-6A2F-D0EC-87FF-34FAA77088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37279"/>
              </p:ext>
            </p:extLst>
          </p:nvPr>
        </p:nvGraphicFramePr>
        <p:xfrm>
          <a:off x="279064" y="1621694"/>
          <a:ext cx="6510673" cy="1379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287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1451">
                  <a:extLst>
                    <a:ext uri="{9D8B030D-6E8A-4147-A177-3AD203B41FA5}">
                      <a16:colId xmlns:a16="http://schemas.microsoft.com/office/drawing/2014/main" val="3116975180"/>
                    </a:ext>
                  </a:extLst>
                </a:gridCol>
                <a:gridCol w="2212834">
                  <a:extLst>
                    <a:ext uri="{9D8B030D-6E8A-4147-A177-3AD203B41FA5}">
                      <a16:colId xmlns:a16="http://schemas.microsoft.com/office/drawing/2014/main" val="4261210409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최종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전입일자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생년월일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en-US" altLang="ko-KR" sz="700" b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2008.05.23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연락처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9955">
                <a:tc rowSpan="3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584227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805151"/>
                  </a:ext>
                </a:extLst>
              </a:tr>
              <a:tr h="229955">
                <a:tc vMerge="1"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04821748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주민등록초본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pic>
        <p:nvPicPr>
          <p:cNvPr id="4" name="Picture 13">
            <a:extLst>
              <a:ext uri="{FF2B5EF4-FFF2-40B4-BE49-F238E27FC236}">
                <a16:creationId xmlns:a16="http://schemas.microsoft.com/office/drawing/2014/main" id="{274D22D9-E94D-1B1D-075C-9163864185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6065" y="188682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75921B23-F32E-DAEE-C220-DADE878A14D7}"/>
              </a:ext>
            </a:extLst>
          </p:cNvPr>
          <p:cNvSpPr/>
          <p:nvPr/>
        </p:nvSpPr>
        <p:spPr>
          <a:xfrm>
            <a:off x="1246175" y="1887093"/>
            <a:ext cx="35765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2008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9" name="Picture 13">
            <a:extLst>
              <a:ext uri="{FF2B5EF4-FFF2-40B4-BE49-F238E27FC236}">
                <a16:creationId xmlns:a16="http://schemas.microsoft.com/office/drawing/2014/main" id="{041B5823-5741-6A17-F30E-ECF3373A3B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6795" y="188682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직사각형 9">
            <a:extLst>
              <a:ext uri="{FF2B5EF4-FFF2-40B4-BE49-F238E27FC236}">
                <a16:creationId xmlns:a16="http://schemas.microsoft.com/office/drawing/2014/main" id="{C959159C-E475-2151-C37B-D5606F6E95FD}"/>
              </a:ext>
            </a:extLst>
          </p:cNvPr>
          <p:cNvSpPr/>
          <p:nvPr/>
        </p:nvSpPr>
        <p:spPr>
          <a:xfrm>
            <a:off x="1772143" y="1887093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11" name="Picture 13">
            <a:extLst>
              <a:ext uri="{FF2B5EF4-FFF2-40B4-BE49-F238E27FC236}">
                <a16:creationId xmlns:a16="http://schemas.microsoft.com/office/drawing/2014/main" id="{51127C1B-98FC-03F3-3F3F-4DE7710F94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8648" y="1886829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4CC2F-6E38-8B17-9711-CE7194E9AEA5}"/>
              </a:ext>
            </a:extLst>
          </p:cNvPr>
          <p:cNvSpPr/>
          <p:nvPr/>
        </p:nvSpPr>
        <p:spPr>
          <a:xfrm>
            <a:off x="2243996" y="1887093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01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92189561-72BF-8B51-BD07-E4E5F2F83B51}"/>
              </a:ext>
            </a:extLst>
          </p:cNvPr>
          <p:cNvGrpSpPr/>
          <p:nvPr/>
        </p:nvGrpSpPr>
        <p:grpSpPr>
          <a:xfrm>
            <a:off x="4601057" y="1893445"/>
            <a:ext cx="1250662" cy="147301"/>
            <a:chOff x="5245715" y="2249734"/>
            <a:chExt cx="1250662" cy="147301"/>
          </a:xfrm>
        </p:grpSpPr>
        <p:pic>
          <p:nvPicPr>
            <p:cNvPr id="16" name="Picture 13">
              <a:extLst>
                <a:ext uri="{FF2B5EF4-FFF2-40B4-BE49-F238E27FC236}">
                  <a16:creationId xmlns:a16="http://schemas.microsoft.com/office/drawing/2014/main" id="{8AEAE520-27FC-F078-4D0F-A09C2A774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6839" y="2249734"/>
              <a:ext cx="154667" cy="147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023A408D-8D23-15BE-1156-3328B255ED89}"/>
                </a:ext>
              </a:extLst>
            </p:cNvPr>
            <p:cNvSpPr/>
            <p:nvPr/>
          </p:nvSpPr>
          <p:spPr>
            <a:xfrm>
              <a:off x="5245715" y="2249998"/>
              <a:ext cx="245885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010</a:t>
              </a:r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482B4EDB-1175-7CF9-45E9-E9EC6B5B1D32}"/>
                </a:ext>
              </a:extLst>
            </p:cNvPr>
            <p:cNvSpPr/>
            <p:nvPr/>
          </p:nvSpPr>
          <p:spPr>
            <a:xfrm>
              <a:off x="5747828" y="2249998"/>
              <a:ext cx="325136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1234</a:t>
              </a:r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03756F98-B77B-56B0-9C2F-93A91917175D}"/>
                </a:ext>
              </a:extLst>
            </p:cNvPr>
            <p:cNvSpPr/>
            <p:nvPr/>
          </p:nvSpPr>
          <p:spPr>
            <a:xfrm>
              <a:off x="5686731" y="2260186"/>
              <a:ext cx="36869" cy="107722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algn="r"/>
              <a:r>
                <a:rPr lang="en-US" altLang="ko-KR" sz="700" dirty="0">
                  <a:solidFill>
                    <a:prstClr val="black"/>
                  </a:solidFill>
                </a:rPr>
                <a:t>-</a:t>
              </a:r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E8B43937-9104-E4FD-A1A3-C1D9611E3186}"/>
                </a:ext>
              </a:extLst>
            </p:cNvPr>
            <p:cNvSpPr/>
            <p:nvPr/>
          </p:nvSpPr>
          <p:spPr>
            <a:xfrm>
              <a:off x="6103668" y="2268137"/>
              <a:ext cx="36869" cy="107722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algn="r"/>
              <a:r>
                <a:rPr lang="en-US" altLang="ko-KR" sz="700" dirty="0">
                  <a:solidFill>
                    <a:prstClr val="black"/>
                  </a:solidFill>
                </a:rPr>
                <a:t>-</a:t>
              </a:r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55B625E3-50B7-C0ED-6989-E383D0D41899}"/>
                </a:ext>
              </a:extLst>
            </p:cNvPr>
            <p:cNvSpPr/>
            <p:nvPr/>
          </p:nvSpPr>
          <p:spPr>
            <a:xfrm>
              <a:off x="6171241" y="2249998"/>
              <a:ext cx="325136" cy="14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700" dirty="0">
                  <a:solidFill>
                    <a:prstClr val="black">
                      <a:lumMod val="95000"/>
                      <a:lumOff val="5000"/>
                    </a:prstClr>
                  </a:solidFill>
                </a:rPr>
                <a:t>5678</a:t>
              </a:r>
              <a:endPara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endParaRP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16C47364-D158-65A3-98CB-54782A6568BC}"/>
              </a:ext>
            </a:extLst>
          </p:cNvPr>
          <p:cNvSpPr/>
          <p:nvPr/>
        </p:nvSpPr>
        <p:spPr>
          <a:xfrm>
            <a:off x="1251639" y="2113066"/>
            <a:ext cx="476033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18131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C762F93-24AD-8685-7B2A-B51B87157B60}"/>
              </a:ext>
            </a:extLst>
          </p:cNvPr>
          <p:cNvSpPr/>
          <p:nvPr/>
        </p:nvSpPr>
        <p:spPr>
          <a:xfrm>
            <a:off x="1251639" y="2347306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현충로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endParaRPr lang="ko-KR" altLang="en-US" sz="700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C53E47A-DF95-1A96-5E20-7DE22D9BBB67}"/>
              </a:ext>
            </a:extLst>
          </p:cNvPr>
          <p:cNvSpPr/>
          <p:nvPr/>
        </p:nvSpPr>
        <p:spPr>
          <a:xfrm>
            <a:off x="1251639" y="2581005"/>
            <a:ext cx="2423496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오산아파트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8642ED3-E915-3C74-3514-39E8AC27E5C0}"/>
              </a:ext>
            </a:extLst>
          </p:cNvPr>
          <p:cNvSpPr/>
          <p:nvPr/>
        </p:nvSpPr>
        <p:spPr>
          <a:xfrm>
            <a:off x="3734477" y="2373139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기본주소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CF866097-4779-8B4B-D581-EBE9F7931D6A}"/>
              </a:ext>
            </a:extLst>
          </p:cNvPr>
          <p:cNvSpPr/>
          <p:nvPr/>
        </p:nvSpPr>
        <p:spPr>
          <a:xfrm>
            <a:off x="3734477" y="2606838"/>
            <a:ext cx="307777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상세주소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1509701F-004F-398F-E2A4-3EC44A89A4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684410"/>
              </p:ext>
            </p:extLst>
          </p:nvPr>
        </p:nvGraphicFramePr>
        <p:xfrm>
          <a:off x="279064" y="3315874"/>
          <a:ext cx="6510674" cy="6999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7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30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700" b="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홍이삭</a:t>
                      </a:r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3308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A6E21375-D5AC-83F9-FD56-10917AAE2C1F}"/>
              </a:ext>
            </a:extLst>
          </p:cNvPr>
          <p:cNvSpPr/>
          <p:nvPr/>
        </p:nvSpPr>
        <p:spPr>
          <a:xfrm>
            <a:off x="293117" y="3135507"/>
            <a:ext cx="75501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신청자 계좌정보</a:t>
            </a:r>
          </a:p>
        </p:txBody>
      </p:sp>
      <p:pic>
        <p:nvPicPr>
          <p:cNvPr id="34" name="Picture 13">
            <a:extLst>
              <a:ext uri="{FF2B5EF4-FFF2-40B4-BE49-F238E27FC236}">
                <a16:creationId xmlns:a16="http://schemas.microsoft.com/office/drawing/2014/main" id="{A5DA0679-871C-D9C9-41F3-02DA4D597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0499" y="3354157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76128236-051A-1C72-FB30-16050150103C}"/>
              </a:ext>
            </a:extLst>
          </p:cNvPr>
          <p:cNvSpPr/>
          <p:nvPr/>
        </p:nvSpPr>
        <p:spPr>
          <a:xfrm>
            <a:off x="1246175" y="3354421"/>
            <a:ext cx="6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국민은행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44985B6-5C49-B057-5A04-DBA014931152}"/>
              </a:ext>
            </a:extLst>
          </p:cNvPr>
          <p:cNvSpPr/>
          <p:nvPr/>
        </p:nvSpPr>
        <p:spPr>
          <a:xfrm>
            <a:off x="1251398" y="3823190"/>
            <a:ext cx="158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123-12-1234567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C1ADC47-A5BE-DF13-DB6C-57E73E1C4EDD}"/>
              </a:ext>
            </a:extLst>
          </p:cNvPr>
          <p:cNvSpPr/>
          <p:nvPr/>
        </p:nvSpPr>
        <p:spPr>
          <a:xfrm>
            <a:off x="1247045" y="2806143"/>
            <a:ext cx="1620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주민등록초본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B35AD4E2-D219-D2E6-5CD1-7B167764C536}"/>
              </a:ext>
            </a:extLst>
          </p:cNvPr>
          <p:cNvSpPr/>
          <p:nvPr/>
        </p:nvSpPr>
        <p:spPr>
          <a:xfrm>
            <a:off x="2912923" y="2806135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0" name="Picture 13">
            <a:extLst>
              <a:ext uri="{FF2B5EF4-FFF2-40B4-BE49-F238E27FC236}">
                <a16:creationId xmlns:a16="http://schemas.microsoft.com/office/drawing/2014/main" id="{57960E85-752A-6659-7F92-8B77220486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3923" y="166342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413612BF-06EC-673B-8286-6AC65A6EE305}"/>
              </a:ext>
            </a:extLst>
          </p:cNvPr>
          <p:cNvSpPr/>
          <p:nvPr/>
        </p:nvSpPr>
        <p:spPr>
          <a:xfrm>
            <a:off x="4604033" y="1663689"/>
            <a:ext cx="35765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2023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년</a:t>
            </a:r>
          </a:p>
        </p:txBody>
      </p:sp>
      <p:pic>
        <p:nvPicPr>
          <p:cNvPr id="42" name="Picture 13">
            <a:extLst>
              <a:ext uri="{FF2B5EF4-FFF2-40B4-BE49-F238E27FC236}">
                <a16:creationId xmlns:a16="http://schemas.microsoft.com/office/drawing/2014/main" id="{D4741019-65B0-4F9F-0F69-76AD5A4059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653" y="166342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3" name="직사각형 42">
            <a:extLst>
              <a:ext uri="{FF2B5EF4-FFF2-40B4-BE49-F238E27FC236}">
                <a16:creationId xmlns:a16="http://schemas.microsoft.com/office/drawing/2014/main" id="{F1D268EF-2A02-C9F8-B626-A04C7054F8A2}"/>
              </a:ext>
            </a:extLst>
          </p:cNvPr>
          <p:cNvSpPr/>
          <p:nvPr/>
        </p:nvSpPr>
        <p:spPr>
          <a:xfrm>
            <a:off x="5130001" y="1663689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03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월</a:t>
            </a:r>
          </a:p>
        </p:txBody>
      </p:sp>
      <p:pic>
        <p:nvPicPr>
          <p:cNvPr id="44" name="Picture 13">
            <a:extLst>
              <a:ext uri="{FF2B5EF4-FFF2-40B4-BE49-F238E27FC236}">
                <a16:creationId xmlns:a16="http://schemas.microsoft.com/office/drawing/2014/main" id="{2B51634D-F204-E7D7-EE67-3A55CD4620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6506" y="1663425"/>
            <a:ext cx="154667" cy="1473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" name="직사각형 45">
            <a:extLst>
              <a:ext uri="{FF2B5EF4-FFF2-40B4-BE49-F238E27FC236}">
                <a16:creationId xmlns:a16="http://schemas.microsoft.com/office/drawing/2014/main" id="{B3AFECBB-DD41-F0D9-07BE-726F455218DB}"/>
              </a:ext>
            </a:extLst>
          </p:cNvPr>
          <p:cNvSpPr/>
          <p:nvPr/>
        </p:nvSpPr>
        <p:spPr>
          <a:xfrm>
            <a:off x="5601854" y="1663689"/>
            <a:ext cx="295578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24</a:t>
            </a: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</a:rPr>
              <a:t>일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58B0F659-950B-F338-D58C-816088955E6B}"/>
              </a:ext>
            </a:extLst>
          </p:cNvPr>
          <p:cNvSpPr>
            <a:spLocks noChangeAspect="1"/>
          </p:cNvSpPr>
          <p:nvPr/>
        </p:nvSpPr>
        <p:spPr>
          <a:xfrm>
            <a:off x="202609" y="1548536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840BAE35-5F62-8173-7077-035599EBA89D}"/>
              </a:ext>
            </a:extLst>
          </p:cNvPr>
          <p:cNvSpPr>
            <a:spLocks noChangeAspect="1"/>
          </p:cNvSpPr>
          <p:nvPr/>
        </p:nvSpPr>
        <p:spPr>
          <a:xfrm>
            <a:off x="202609" y="322398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A93C44B3-048C-3044-AED3-D1B61BA83EE1}"/>
              </a:ext>
            </a:extLst>
          </p:cNvPr>
          <p:cNvSpPr>
            <a:spLocks noChangeAspect="1"/>
          </p:cNvSpPr>
          <p:nvPr/>
        </p:nvSpPr>
        <p:spPr>
          <a:xfrm>
            <a:off x="6236466" y="4159829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460229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A8355A-E0B9-40BA-AE71-8343415E21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E81F55F-669B-AB2E-B865-B86B1A3FDE98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5D06E44-A9C8-D2EF-E421-600136B89D77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00E30F17-246F-3494-EE5F-31A8A67AA0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4377793"/>
              </p:ext>
            </p:extLst>
          </p:nvPr>
        </p:nvGraphicFramePr>
        <p:xfrm>
          <a:off x="6969418" y="2548005"/>
          <a:ext cx="2772114" cy="260780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 화면 목록 청구정보에서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보이는 화면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 신청현황이 선발일 경우에 한해 청구정보 항목에 보이며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설정이 가능 하다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청구정보 등록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설정 시 공통으로 제출하는 서류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통장사본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회원이 수정정보 설정 시 첨부한 통장사본 파일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하여 통장사본 파일 선택 시 통장사본 파일이 첨부 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통장사본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주민등록초본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회원이 수정정보 설정 시 첨부한 주민등록초본 파일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제출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하여 주민등록초본 파일 선택 시 주민등록초본 파일이 첨부 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주민등록초본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첨부파일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추가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첨부파일 선택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&gt;&gt;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 설정완료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파일명 클릭 시 첨부된 해당 파일 다운로드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[x]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해당 파일 삭제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B6952D5C-B552-1AE6-652B-D7566FDBAF37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smrl_course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D1394ED-01FB-3F0B-DECF-F65658F7D325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9458E570-4DE8-7F62-0866-CD84642BB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8D1F87F-240C-A2A3-F6E5-5FC4E55B9A39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E43F1F-6DE0-2E12-1F77-03D20A1BFE83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F23BE87-8AED-623A-E46E-347DAD8B4894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D851AC-0CC1-8C51-0BB1-18ADFFB292C2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E64A63B-37BA-2D4A-DFFE-ECE803ED8211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5D4E49A-72DE-0E69-AAFC-22EA42060487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26B7583-3D01-0ADE-17A7-BC2FDD03FFCC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4F4B203-F6DF-7FB2-B13B-461BA9517C79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065DCE0-6232-ABD1-0A79-294A40DAD534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6B896CF-686F-6C80-8440-E8F4D9F2F17E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10E65D5-4C64-2249-C47A-ECC2D947269C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B3C9C3B-8BA5-9714-7D41-BA8468462454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F7E44D3-BA7D-DAAD-2633-ECC78B8BCE98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평생교육장려금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B3C76EB-3B67-46AF-0ED8-D5AD71368D2F}"/>
              </a:ext>
            </a:extLst>
          </p:cNvPr>
          <p:cNvSpPr/>
          <p:nvPr/>
        </p:nvSpPr>
        <p:spPr>
          <a:xfrm>
            <a:off x="294776" y="2568773"/>
            <a:ext cx="1370568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평생교육장려금 수강등록신고</a:t>
            </a: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5CBB894A-5DBD-06F6-D28B-54E7C82D6D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4649791"/>
              </p:ext>
            </p:extLst>
          </p:nvPr>
        </p:nvGraphicFramePr>
        <p:xfrm>
          <a:off x="279333" y="2986353"/>
          <a:ext cx="6509871" cy="9198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72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통장사본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814129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주민등록초본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6208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첨부파일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535129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sp>
        <p:nvSpPr>
          <p:cNvPr id="50" name="직사각형 49">
            <a:extLst>
              <a:ext uri="{FF2B5EF4-FFF2-40B4-BE49-F238E27FC236}">
                <a16:creationId xmlns:a16="http://schemas.microsoft.com/office/drawing/2014/main" id="{37A4AF84-9F0D-24AC-74C2-B6B56C4AE836}"/>
              </a:ext>
            </a:extLst>
          </p:cNvPr>
          <p:cNvSpPr/>
          <p:nvPr/>
        </p:nvSpPr>
        <p:spPr>
          <a:xfrm>
            <a:off x="1175657" y="3027372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9C6551A-A77F-67F8-7E71-2B3C4A70FE39}"/>
              </a:ext>
            </a:extLst>
          </p:cNvPr>
          <p:cNvSpPr/>
          <p:nvPr/>
        </p:nvSpPr>
        <p:spPr>
          <a:xfrm>
            <a:off x="2828655" y="3027364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B7D72E99-BDAE-31C2-485C-1FE5FBE993F5}"/>
              </a:ext>
            </a:extLst>
          </p:cNvPr>
          <p:cNvSpPr/>
          <p:nvPr/>
        </p:nvSpPr>
        <p:spPr>
          <a:xfrm>
            <a:off x="3137165" y="3027364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54D1F81-8050-E48E-0B03-532934CCD086}"/>
              </a:ext>
            </a:extLst>
          </p:cNvPr>
          <p:cNvSpPr/>
          <p:nvPr/>
        </p:nvSpPr>
        <p:spPr>
          <a:xfrm>
            <a:off x="1175657" y="325771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ABCD583-59E5-B5B4-C3D2-5876B29A038F}"/>
              </a:ext>
            </a:extLst>
          </p:cNvPr>
          <p:cNvSpPr/>
          <p:nvPr/>
        </p:nvSpPr>
        <p:spPr>
          <a:xfrm>
            <a:off x="2828655" y="325770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020B3E2-9866-5FF1-2CB9-5BCECF377F57}"/>
              </a:ext>
            </a:extLst>
          </p:cNvPr>
          <p:cNvSpPr/>
          <p:nvPr/>
        </p:nvSpPr>
        <p:spPr>
          <a:xfrm>
            <a:off x="3137165" y="325770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5A3AD06C-3429-471E-8072-3F8006E6BC6D}"/>
              </a:ext>
            </a:extLst>
          </p:cNvPr>
          <p:cNvSpPr/>
          <p:nvPr/>
        </p:nvSpPr>
        <p:spPr>
          <a:xfrm>
            <a:off x="1175657" y="348948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기타추가서류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AFC4E28-C65B-D624-1072-DEF92C96CC00}"/>
              </a:ext>
            </a:extLst>
          </p:cNvPr>
          <p:cNvSpPr/>
          <p:nvPr/>
        </p:nvSpPr>
        <p:spPr>
          <a:xfrm>
            <a:off x="2828655" y="348948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A0358E67-A9D9-424E-7E18-BB14B4876BA3}"/>
              </a:ext>
            </a:extLst>
          </p:cNvPr>
          <p:cNvGrpSpPr/>
          <p:nvPr/>
        </p:nvGrpSpPr>
        <p:grpSpPr>
          <a:xfrm>
            <a:off x="1195335" y="3739217"/>
            <a:ext cx="1105196" cy="128396"/>
            <a:chOff x="3438680" y="4305150"/>
            <a:chExt cx="1105196" cy="128396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AEF4584-A0CB-2E67-F570-03A553162E91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0" name="Picture 10">
              <a:extLst>
                <a:ext uri="{FF2B5EF4-FFF2-40B4-BE49-F238E27FC236}">
                  <a16:creationId xmlns:a16="http://schemas.microsoft.com/office/drawing/2014/main" id="{76F6D3C3-2F96-FE0F-5C59-777C1C9A5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236D96F7-A536-33FD-61ED-4B99CE7D9C7C}"/>
              </a:ext>
            </a:extLst>
          </p:cNvPr>
          <p:cNvGrpSpPr/>
          <p:nvPr/>
        </p:nvGrpSpPr>
        <p:grpSpPr>
          <a:xfrm>
            <a:off x="2381748" y="3739217"/>
            <a:ext cx="1105196" cy="128396"/>
            <a:chOff x="3438680" y="4305150"/>
            <a:chExt cx="1105196" cy="128396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C813D1A-5C09-3B4E-359D-1AADAED342A3}"/>
                </a:ext>
              </a:extLst>
            </p:cNvPr>
            <p:cNvSpPr txBox="1"/>
            <p:nvPr/>
          </p:nvSpPr>
          <p:spPr>
            <a:xfrm>
              <a:off x="3438680" y="4305150"/>
              <a:ext cx="971420" cy="107722"/>
            </a:xfrm>
            <a:prstGeom prst="rect">
              <a:avLst/>
            </a:prstGeom>
            <a:noFill/>
          </p:spPr>
          <p:txBody>
            <a:bodyPr wrap="non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신청 관련 부가 서류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.pdf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3" name="Picture 10">
              <a:extLst>
                <a:ext uri="{FF2B5EF4-FFF2-40B4-BE49-F238E27FC236}">
                  <a16:creationId xmlns:a16="http://schemas.microsoft.com/office/drawing/2014/main" id="{51C99DE7-5618-DD3C-5024-B5844C1CD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418" y="4312303"/>
              <a:ext cx="106458" cy="121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C2D879D-E797-18FA-2EA7-4F4DA72B803E}"/>
              </a:ext>
            </a:extLst>
          </p:cNvPr>
          <p:cNvSpPr/>
          <p:nvPr/>
        </p:nvSpPr>
        <p:spPr>
          <a:xfrm>
            <a:off x="293386" y="2816932"/>
            <a:ext cx="447238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제출 서류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6D204C46-AE14-AA5D-4788-B54868990831}"/>
              </a:ext>
            </a:extLst>
          </p:cNvPr>
          <p:cNvSpPr>
            <a:spLocks noChangeAspect="1"/>
          </p:cNvSpPr>
          <p:nvPr/>
        </p:nvSpPr>
        <p:spPr>
          <a:xfrm>
            <a:off x="211367" y="2914353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A7420D66-7261-E227-59FA-39477840AD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9685049"/>
              </p:ext>
            </p:extLst>
          </p:nvPr>
        </p:nvGraphicFramePr>
        <p:xfrm>
          <a:off x="272480" y="4153423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23C17261-E744-0E9E-9389-E0B21D9A9A23}"/>
              </a:ext>
            </a:extLst>
          </p:cNvPr>
          <p:cNvSpPr/>
          <p:nvPr/>
        </p:nvSpPr>
        <p:spPr>
          <a:xfrm>
            <a:off x="1168804" y="488578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301D788-6C78-BB47-A602-3B76A60E21BF}"/>
              </a:ext>
            </a:extLst>
          </p:cNvPr>
          <p:cNvSpPr/>
          <p:nvPr/>
        </p:nvSpPr>
        <p:spPr>
          <a:xfrm>
            <a:off x="2821802" y="488577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1B2F319-98BF-095F-4E80-97F583AE2CAE}"/>
              </a:ext>
            </a:extLst>
          </p:cNvPr>
          <p:cNvSpPr/>
          <p:nvPr/>
        </p:nvSpPr>
        <p:spPr>
          <a:xfrm>
            <a:off x="3130312" y="488577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BA3714FC-7C11-4CA4-CC6F-5D49E573AC5F}"/>
              </a:ext>
            </a:extLst>
          </p:cNvPr>
          <p:cNvSpPr/>
          <p:nvPr/>
        </p:nvSpPr>
        <p:spPr>
          <a:xfrm>
            <a:off x="1168804" y="510996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3469079A-7D46-8C5E-990C-DF72B3DC9201}"/>
              </a:ext>
            </a:extLst>
          </p:cNvPr>
          <p:cNvSpPr/>
          <p:nvPr/>
        </p:nvSpPr>
        <p:spPr>
          <a:xfrm>
            <a:off x="2821802" y="510995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63741BF-41BD-E9D5-9F2F-FBC80548D1F9}"/>
              </a:ext>
            </a:extLst>
          </p:cNvPr>
          <p:cNvSpPr/>
          <p:nvPr/>
        </p:nvSpPr>
        <p:spPr>
          <a:xfrm>
            <a:off x="3130312" y="510995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A7D1074-3821-73A1-219B-277FDCB66C46}"/>
              </a:ext>
            </a:extLst>
          </p:cNvPr>
          <p:cNvSpPr/>
          <p:nvPr/>
        </p:nvSpPr>
        <p:spPr>
          <a:xfrm>
            <a:off x="1168804" y="4655610"/>
            <a:ext cx="50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DD8CB99A-4611-D136-50A3-A1A3304FC16E}"/>
              </a:ext>
            </a:extLst>
          </p:cNvPr>
          <p:cNvSpPr/>
          <p:nvPr/>
        </p:nvSpPr>
        <p:spPr>
          <a:xfrm>
            <a:off x="1697855" y="4677383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B9F8C7F1-668B-6115-B9E7-291C7AB1A89C}"/>
              </a:ext>
            </a:extLst>
          </p:cNvPr>
          <p:cNvSpPr/>
          <p:nvPr/>
        </p:nvSpPr>
        <p:spPr>
          <a:xfrm>
            <a:off x="1168804" y="4186111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A87A786B-53D1-16DE-EF03-C2818B10D213}"/>
              </a:ext>
            </a:extLst>
          </p:cNvPr>
          <p:cNvSpPr/>
          <p:nvPr/>
        </p:nvSpPr>
        <p:spPr>
          <a:xfrm>
            <a:off x="1168804" y="4416633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2C7D4D6D-86B1-89E5-620A-DB4F10196B7C}"/>
              </a:ext>
            </a:extLst>
          </p:cNvPr>
          <p:cNvSpPr/>
          <p:nvPr/>
        </p:nvSpPr>
        <p:spPr>
          <a:xfrm>
            <a:off x="286533" y="3983773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1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4961EB7C-83F7-C6CC-7CB8-315DA1C042D4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18157"/>
          <a:stretch/>
        </p:blipFill>
        <p:spPr>
          <a:xfrm>
            <a:off x="233814" y="5349363"/>
            <a:ext cx="6578154" cy="1122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592190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E75C07-C650-2A49-0657-24AC854CB3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0C62ACA-B8F9-A264-72D9-CB527133A10D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 설정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7B755CD-6E7F-1478-09CB-062713D96477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4614D6EF-08CB-BECF-4B96-B592AF216E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213675"/>
              </p:ext>
            </p:extLst>
          </p:nvPr>
        </p:nvGraphicFramePr>
        <p:xfrm>
          <a:off x="6969418" y="2548005"/>
          <a:ext cx="2772114" cy="23690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수강등록신고는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차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~ 4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차까지 등록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수정이 가능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교육기관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회원이 작성한 교육기관 명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프로그램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회원이 작성한 프로그램 명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교육비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회원이 작성한 교육비 금액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교육비 영수증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회원이 수정정보 설정 시 첨부한 교육비 영수증 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하여 영수증 파일 선택 시 영수증 파일이 첨부 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영수증 파일을 다운 받는다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수료증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회원이 수정정보 설정 시 첨부한 수료증 파일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제출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하여 수료증 파일 선택 시 수료증 파일이 첨부 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받기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anose="020B0503020000020004" pitchFamily="50" charset="-127"/>
                          <a:cs typeface="+mn-cs"/>
                        </a:rPr>
                        <a:t>클릭 시 첨부된 수료증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수강정보 설정 후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을 클릭 하면 수강등록신고 등록 또는 수정이 완료 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수강등록신고 등록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수정이 취소 되며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 화면으로 이동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5E26A70C-8C8D-1FDD-94B1-9097A673408D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smrl_course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13CCFA5-EBE5-E0B6-85CD-5E40C9840E64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6ECA4DB8-A068-CA24-7D76-65D8D085B8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7000579"/>
              </p:ext>
            </p:extLst>
          </p:nvPr>
        </p:nvGraphicFramePr>
        <p:xfrm>
          <a:off x="272480" y="1628775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7BC9E2CD-48A6-8A1F-1755-DB2DF4E4CD67}"/>
              </a:ext>
            </a:extLst>
          </p:cNvPr>
          <p:cNvSpPr/>
          <p:nvPr/>
        </p:nvSpPr>
        <p:spPr>
          <a:xfrm>
            <a:off x="1168804" y="236113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067B2AB-347A-5D84-ABA1-1F005683084B}"/>
              </a:ext>
            </a:extLst>
          </p:cNvPr>
          <p:cNvSpPr/>
          <p:nvPr/>
        </p:nvSpPr>
        <p:spPr>
          <a:xfrm>
            <a:off x="2821802" y="236113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2186842-D63A-353D-D950-4545719793EF}"/>
              </a:ext>
            </a:extLst>
          </p:cNvPr>
          <p:cNvSpPr/>
          <p:nvPr/>
        </p:nvSpPr>
        <p:spPr>
          <a:xfrm>
            <a:off x="3130312" y="236113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CA7FD18-82C9-753D-28DD-8A20F27C7202}"/>
              </a:ext>
            </a:extLst>
          </p:cNvPr>
          <p:cNvSpPr/>
          <p:nvPr/>
        </p:nvSpPr>
        <p:spPr>
          <a:xfrm>
            <a:off x="1168804" y="258531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C2A0638-0C75-5646-44A7-0EE850166C8F}"/>
              </a:ext>
            </a:extLst>
          </p:cNvPr>
          <p:cNvSpPr/>
          <p:nvPr/>
        </p:nvSpPr>
        <p:spPr>
          <a:xfrm>
            <a:off x="2821802" y="2585311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2ECE082-9DA7-7411-BB83-4E2DA427E1AE}"/>
              </a:ext>
            </a:extLst>
          </p:cNvPr>
          <p:cNvSpPr/>
          <p:nvPr/>
        </p:nvSpPr>
        <p:spPr>
          <a:xfrm>
            <a:off x="3130312" y="25853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BDA6AC0-6A7F-7662-E4A7-64BEC7BB34D8}"/>
              </a:ext>
            </a:extLst>
          </p:cNvPr>
          <p:cNvSpPr/>
          <p:nvPr/>
        </p:nvSpPr>
        <p:spPr>
          <a:xfrm>
            <a:off x="1168804" y="2130962"/>
            <a:ext cx="50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A8D2DEA1-06F8-1B6C-82D8-D284E3C7A438}"/>
              </a:ext>
            </a:extLst>
          </p:cNvPr>
          <p:cNvSpPr/>
          <p:nvPr/>
        </p:nvSpPr>
        <p:spPr>
          <a:xfrm>
            <a:off x="1697855" y="2152735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6DBC00B-9903-6617-D73F-B241DEEFEE27}"/>
              </a:ext>
            </a:extLst>
          </p:cNvPr>
          <p:cNvSpPr/>
          <p:nvPr/>
        </p:nvSpPr>
        <p:spPr>
          <a:xfrm>
            <a:off x="1168804" y="1661463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365941C-AC9F-0775-9BFA-D2EF4EBB678D}"/>
              </a:ext>
            </a:extLst>
          </p:cNvPr>
          <p:cNvSpPr/>
          <p:nvPr/>
        </p:nvSpPr>
        <p:spPr>
          <a:xfrm>
            <a:off x="1168804" y="1891985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DA99A5A-1B35-9193-1AD2-7CF9F94F6A7D}"/>
              </a:ext>
            </a:extLst>
          </p:cNvPr>
          <p:cNvSpPr/>
          <p:nvPr/>
        </p:nvSpPr>
        <p:spPr>
          <a:xfrm>
            <a:off x="286533" y="1459125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2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9CF762E-63CF-AEAB-3F18-54C99C552F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9208000"/>
              </p:ext>
            </p:extLst>
          </p:nvPr>
        </p:nvGraphicFramePr>
        <p:xfrm>
          <a:off x="272480" y="3022586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202BE833-7F5A-1130-7E54-2FF819849C27}"/>
              </a:ext>
            </a:extLst>
          </p:cNvPr>
          <p:cNvSpPr/>
          <p:nvPr/>
        </p:nvSpPr>
        <p:spPr>
          <a:xfrm>
            <a:off x="1168804" y="375495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AD540C4-EC10-A90F-58EF-95A7C34CCCFD}"/>
              </a:ext>
            </a:extLst>
          </p:cNvPr>
          <p:cNvSpPr/>
          <p:nvPr/>
        </p:nvSpPr>
        <p:spPr>
          <a:xfrm>
            <a:off x="2821802" y="375494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58AA24-2C42-A155-3FA5-19996DCEA3AD}"/>
              </a:ext>
            </a:extLst>
          </p:cNvPr>
          <p:cNvSpPr/>
          <p:nvPr/>
        </p:nvSpPr>
        <p:spPr>
          <a:xfrm>
            <a:off x="3130312" y="375494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B0FFC5F-BAD6-9AF7-B6DA-E1F6DBE9ECFD}"/>
              </a:ext>
            </a:extLst>
          </p:cNvPr>
          <p:cNvSpPr/>
          <p:nvPr/>
        </p:nvSpPr>
        <p:spPr>
          <a:xfrm>
            <a:off x="1168804" y="3979130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292664-EC56-D83A-4570-7CE4B6FE1521}"/>
              </a:ext>
            </a:extLst>
          </p:cNvPr>
          <p:cNvSpPr/>
          <p:nvPr/>
        </p:nvSpPr>
        <p:spPr>
          <a:xfrm>
            <a:off x="2821802" y="3979122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739FF3E-202B-11C7-FAB0-2FE3DB1C75FB}"/>
              </a:ext>
            </a:extLst>
          </p:cNvPr>
          <p:cNvSpPr/>
          <p:nvPr/>
        </p:nvSpPr>
        <p:spPr>
          <a:xfrm>
            <a:off x="3130312" y="3979122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4935D7E-C429-44BD-E288-1B355A055838}"/>
              </a:ext>
            </a:extLst>
          </p:cNvPr>
          <p:cNvSpPr/>
          <p:nvPr/>
        </p:nvSpPr>
        <p:spPr>
          <a:xfrm>
            <a:off x="1168804" y="3524773"/>
            <a:ext cx="50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E1B6BAD-F32A-2D48-3602-79012D5729A1}"/>
              </a:ext>
            </a:extLst>
          </p:cNvPr>
          <p:cNvSpPr/>
          <p:nvPr/>
        </p:nvSpPr>
        <p:spPr>
          <a:xfrm>
            <a:off x="1697855" y="3546546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665CF56-64FD-2EB1-184B-1F316576B90E}"/>
              </a:ext>
            </a:extLst>
          </p:cNvPr>
          <p:cNvSpPr/>
          <p:nvPr/>
        </p:nvSpPr>
        <p:spPr>
          <a:xfrm>
            <a:off x="1168804" y="3055274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66CD595-EC29-645C-7780-6D9A893FB0D9}"/>
              </a:ext>
            </a:extLst>
          </p:cNvPr>
          <p:cNvSpPr/>
          <p:nvPr/>
        </p:nvSpPr>
        <p:spPr>
          <a:xfrm>
            <a:off x="1168804" y="3285796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514ABEC-4C5D-4EF2-1592-531D201588B4}"/>
              </a:ext>
            </a:extLst>
          </p:cNvPr>
          <p:cNvSpPr/>
          <p:nvPr/>
        </p:nvSpPr>
        <p:spPr>
          <a:xfrm>
            <a:off x="286533" y="2852936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3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C519C08-A990-DC96-86A6-864542DB56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4766540"/>
              </p:ext>
            </p:extLst>
          </p:nvPr>
        </p:nvGraphicFramePr>
        <p:xfrm>
          <a:off x="272480" y="4416933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48DEA34E-70C4-5796-A0F3-34BD5AEFDDF2}"/>
              </a:ext>
            </a:extLst>
          </p:cNvPr>
          <p:cNvSpPr/>
          <p:nvPr/>
        </p:nvSpPr>
        <p:spPr>
          <a:xfrm>
            <a:off x="1168804" y="514929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F55026A-4B16-0C81-9C16-3348CBEF681A}"/>
              </a:ext>
            </a:extLst>
          </p:cNvPr>
          <p:cNvSpPr/>
          <p:nvPr/>
        </p:nvSpPr>
        <p:spPr>
          <a:xfrm>
            <a:off x="2821802" y="514928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7EF4EA6-2312-664C-2E5B-97211C0CB0F0}"/>
              </a:ext>
            </a:extLst>
          </p:cNvPr>
          <p:cNvSpPr/>
          <p:nvPr/>
        </p:nvSpPr>
        <p:spPr>
          <a:xfrm>
            <a:off x="3130312" y="514928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0A71E2F-6133-EDC6-B6F3-C6E4FD844E84}"/>
              </a:ext>
            </a:extLst>
          </p:cNvPr>
          <p:cNvSpPr/>
          <p:nvPr/>
        </p:nvSpPr>
        <p:spPr>
          <a:xfrm>
            <a:off x="1168804" y="5373477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610C6E0-3850-41C4-F344-FCFA87BAB4BA}"/>
              </a:ext>
            </a:extLst>
          </p:cNvPr>
          <p:cNvSpPr/>
          <p:nvPr/>
        </p:nvSpPr>
        <p:spPr>
          <a:xfrm>
            <a:off x="2821802" y="5373469"/>
            <a:ext cx="264174" cy="1440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제출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23863D4-8186-F5FE-4586-FE4782A41042}"/>
              </a:ext>
            </a:extLst>
          </p:cNvPr>
          <p:cNvSpPr/>
          <p:nvPr/>
        </p:nvSpPr>
        <p:spPr>
          <a:xfrm>
            <a:off x="3130312" y="5373469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71D6E1F-B0AF-9D91-C495-2D23A06E35E1}"/>
              </a:ext>
            </a:extLst>
          </p:cNvPr>
          <p:cNvSpPr/>
          <p:nvPr/>
        </p:nvSpPr>
        <p:spPr>
          <a:xfrm>
            <a:off x="1168804" y="4919120"/>
            <a:ext cx="504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96F8C94-7077-B57B-F712-54EAD3ED2B94}"/>
              </a:ext>
            </a:extLst>
          </p:cNvPr>
          <p:cNvSpPr/>
          <p:nvPr/>
        </p:nvSpPr>
        <p:spPr>
          <a:xfrm>
            <a:off x="1697855" y="4940893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4FFFEEF-A562-95A3-BA36-73AECE92497D}"/>
              </a:ext>
            </a:extLst>
          </p:cNvPr>
          <p:cNvSpPr/>
          <p:nvPr/>
        </p:nvSpPr>
        <p:spPr>
          <a:xfrm>
            <a:off x="1168804" y="4449621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4F6F15-BEAE-2681-E93E-721C955C4476}"/>
              </a:ext>
            </a:extLst>
          </p:cNvPr>
          <p:cNvSpPr/>
          <p:nvPr/>
        </p:nvSpPr>
        <p:spPr>
          <a:xfrm>
            <a:off x="1168804" y="4680143"/>
            <a:ext cx="3816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C663054-61EB-96AC-3916-AF5FEC3D99E4}"/>
              </a:ext>
            </a:extLst>
          </p:cNvPr>
          <p:cNvSpPr/>
          <p:nvPr/>
        </p:nvSpPr>
        <p:spPr>
          <a:xfrm>
            <a:off x="286533" y="4247283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3F16C9D-4BB8-B762-D69D-BF812FA970ED}"/>
              </a:ext>
            </a:extLst>
          </p:cNvPr>
          <p:cNvSpPr/>
          <p:nvPr/>
        </p:nvSpPr>
        <p:spPr>
          <a:xfrm>
            <a:off x="6386289" y="5657048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584257D-7751-2639-6788-940CEC18E2F9}"/>
              </a:ext>
            </a:extLst>
          </p:cNvPr>
          <p:cNvSpPr/>
          <p:nvPr/>
        </p:nvSpPr>
        <p:spPr>
          <a:xfrm>
            <a:off x="5926193" y="5657048"/>
            <a:ext cx="392727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F643A971-300C-2E31-54D5-2D272B6CCC61}"/>
              </a:ext>
            </a:extLst>
          </p:cNvPr>
          <p:cNvSpPr>
            <a:spLocks noChangeAspect="1"/>
          </p:cNvSpPr>
          <p:nvPr/>
        </p:nvSpPr>
        <p:spPr>
          <a:xfrm>
            <a:off x="5745088" y="568445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9ED6AFD-3AF5-2024-0F8A-0E87EAB1BC65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8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EBC62989-F3E0-921B-9AED-C57E5A0116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TextBox 79">
            <a:extLst>
              <a:ext uri="{FF2B5EF4-FFF2-40B4-BE49-F238E27FC236}">
                <a16:creationId xmlns:a16="http://schemas.microsoft.com/office/drawing/2014/main" id="{E7E1FB0C-1CA0-EBF2-C995-1B423F85F779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7F417E15-EE48-A74D-1FCB-334CE0537FD0}"/>
              </a:ext>
            </a:extLst>
          </p:cNvPr>
          <p:cNvSpPr>
            <a:spLocks noChangeAspect="1"/>
          </p:cNvSpPr>
          <p:nvPr/>
        </p:nvSpPr>
        <p:spPr>
          <a:xfrm>
            <a:off x="211367" y="155494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D651D57C-DA37-025C-AA92-4183BE49A79E}"/>
              </a:ext>
            </a:extLst>
          </p:cNvPr>
          <p:cNvSpPr>
            <a:spLocks noChangeAspect="1"/>
          </p:cNvSpPr>
          <p:nvPr/>
        </p:nvSpPr>
        <p:spPr>
          <a:xfrm>
            <a:off x="211367" y="2947022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CDAFB90D-30C7-33AF-B2E4-B449F47251C0}"/>
              </a:ext>
            </a:extLst>
          </p:cNvPr>
          <p:cNvSpPr>
            <a:spLocks noChangeAspect="1"/>
          </p:cNvSpPr>
          <p:nvPr/>
        </p:nvSpPr>
        <p:spPr>
          <a:xfrm>
            <a:off x="211367" y="434304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0699193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13500C-75E1-E9A9-5D51-3978296FC3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9CBCFC1-9098-E150-9FA8-47751BE1D57A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 보기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D9E462D-080C-298F-1500-BC3658758574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EE20DC6F-0BC7-D69D-64FE-3B20D0D77A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1818513"/>
              </p:ext>
            </p:extLst>
          </p:nvPr>
        </p:nvGraphicFramePr>
        <p:xfrm>
          <a:off x="6969418" y="2548005"/>
          <a:ext cx="2772114" cy="150036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마이페이지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나의신청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평생교육장려금 화면 목록 청구정보에서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]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클릭 시 보이는 화면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]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신청현황이 지급완료일 경우에 한해 청구정보 항목에 보이며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설정한 청구정보를 열람 한다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통장사본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첨부한 통장사본 파일명을 표시 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통장사본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주민등록초본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첨부한 주민등록초본 파일명을 표시 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주민등록초본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첨부파일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첨부한 첨부파일 파일명이 보이며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파일명 클릭 시 첨부된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FFD2F687-A088-9F84-54FC-FDA52B455EBF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smrl_course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2DED8CE3-E776-AED0-9B9E-FE0762082553}"/>
              </a:ext>
            </a:extLst>
          </p:cNvPr>
          <p:cNvSpPr/>
          <p:nvPr/>
        </p:nvSpPr>
        <p:spPr>
          <a:xfrm>
            <a:off x="165100" y="1376772"/>
            <a:ext cx="6732116" cy="36877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88D0C797-7A50-8C25-0A7A-21A65E422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1468700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F96C04B0-ECCC-58C5-B53A-6CC8D6E89624}"/>
              </a:ext>
            </a:extLst>
          </p:cNvPr>
          <p:cNvSpPr/>
          <p:nvPr/>
        </p:nvSpPr>
        <p:spPr>
          <a:xfrm>
            <a:off x="5680946" y="1586865"/>
            <a:ext cx="71814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7E5370B-E4A3-AD90-6FBE-F9CA2694962C}"/>
              </a:ext>
            </a:extLst>
          </p:cNvPr>
          <p:cNvSpPr/>
          <p:nvPr/>
        </p:nvSpPr>
        <p:spPr>
          <a:xfrm>
            <a:off x="4831365" y="1586865"/>
            <a:ext cx="652423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프로그램 신청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D1CBE2D-DF50-8788-CC4A-E0C7D4CF092B}"/>
              </a:ext>
            </a:extLst>
          </p:cNvPr>
          <p:cNvSpPr/>
          <p:nvPr/>
        </p:nvSpPr>
        <p:spPr>
          <a:xfrm>
            <a:off x="4223838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재단소식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716058F-06B1-4697-F307-398C18734D6A}"/>
              </a:ext>
            </a:extLst>
          </p:cNvPr>
          <p:cNvSpPr/>
          <p:nvPr/>
        </p:nvSpPr>
        <p:spPr>
          <a:xfrm>
            <a:off x="3616311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열린경영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53D86DD-5AB3-CF24-90F1-62B200008883}"/>
              </a:ext>
            </a:extLst>
          </p:cNvPr>
          <p:cNvSpPr/>
          <p:nvPr/>
        </p:nvSpPr>
        <p:spPr>
          <a:xfrm>
            <a:off x="3008784" y="1586865"/>
            <a:ext cx="410369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재단소개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0D6E41C-1BEB-D4C5-98CB-95BFB04BDA15}"/>
              </a:ext>
            </a:extLst>
          </p:cNvPr>
          <p:cNvSpPr/>
          <p:nvPr/>
        </p:nvSpPr>
        <p:spPr>
          <a:xfrm>
            <a:off x="165100" y="1790190"/>
            <a:ext cx="6732116" cy="469951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502DA1F-8044-E850-20BB-A49A42EACAED}"/>
              </a:ext>
            </a:extLst>
          </p:cNvPr>
          <p:cNvSpPr/>
          <p:nvPr/>
        </p:nvSpPr>
        <p:spPr>
          <a:xfrm>
            <a:off x="5791566" y="1879740"/>
            <a:ext cx="987450" cy="923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 </a:t>
            </a:r>
            <a:r>
              <a:rPr kumimoji="0" lang="en-US" altLang="ko-KR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 </a:t>
            </a:r>
            <a:r>
              <a: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58532E2-5391-ECBB-1327-D29DC20AB500}"/>
              </a:ext>
            </a:extLst>
          </p:cNvPr>
          <p:cNvSpPr/>
          <p:nvPr/>
        </p:nvSpPr>
        <p:spPr>
          <a:xfrm>
            <a:off x="236476" y="1844824"/>
            <a:ext cx="501740" cy="1384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 신청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9495E9-F143-1053-1EEF-501D0E602B2A}"/>
              </a:ext>
            </a:extLst>
          </p:cNvPr>
          <p:cNvSpPr/>
          <p:nvPr/>
        </p:nvSpPr>
        <p:spPr>
          <a:xfrm>
            <a:off x="262572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고등학생 장학금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1163739-975B-09CD-5A1E-66BC14B3A92C}"/>
              </a:ext>
            </a:extLst>
          </p:cNvPr>
          <p:cNvSpPr/>
          <p:nvPr/>
        </p:nvSpPr>
        <p:spPr>
          <a:xfrm>
            <a:off x="113301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>
                <a:solidFill>
                  <a:prstClr val="black"/>
                </a:solidFill>
              </a:rPr>
              <a:t>대학생 </a:t>
            </a:r>
            <a:r>
              <a:rPr lang="ko-KR" altLang="en-US" sz="700" dirty="0">
                <a:solidFill>
                  <a:prstClr val="black"/>
                </a:solidFill>
              </a:rPr>
              <a:t>장학금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7D7F236-02E4-60D2-BDA9-488D2BFCC19D}"/>
              </a:ext>
            </a:extLst>
          </p:cNvPr>
          <p:cNvSpPr/>
          <p:nvPr/>
        </p:nvSpPr>
        <p:spPr>
          <a:xfrm>
            <a:off x="198755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특기생 장학금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9681456-55D0-6E39-CF41-0B58166787A7}"/>
              </a:ext>
            </a:extLst>
          </p:cNvPr>
          <p:cNvSpPr/>
          <p:nvPr/>
        </p:nvSpPr>
        <p:spPr>
          <a:xfrm>
            <a:off x="2842094" y="2240868"/>
            <a:ext cx="817236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</a:rPr>
              <a:t>행복기숙사 </a:t>
            </a:r>
            <a:r>
              <a:rPr lang="ko-KR" altLang="en-US" sz="700" dirty="0" err="1">
                <a:solidFill>
                  <a:prstClr val="black"/>
                </a:solidFill>
              </a:rPr>
              <a:t>입사비</a:t>
            </a:r>
            <a:endParaRPr lang="ko-KR" altLang="en-US" sz="700" dirty="0">
              <a:solidFill>
                <a:prstClr val="black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3EE5819-068C-21AE-C044-ACBAE53BED18}"/>
              </a:ext>
            </a:extLst>
          </p:cNvPr>
          <p:cNvSpPr/>
          <p:nvPr/>
        </p:nvSpPr>
        <p:spPr>
          <a:xfrm>
            <a:off x="3698364" y="2240868"/>
            <a:ext cx="817236" cy="198000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평생교육장려금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D4D8F15-1CF0-A3C1-0F09-3C86B28BBC01}"/>
              </a:ext>
            </a:extLst>
          </p:cNvPr>
          <p:cNvSpPr/>
          <p:nvPr/>
        </p:nvSpPr>
        <p:spPr>
          <a:xfrm>
            <a:off x="294776" y="2568773"/>
            <a:ext cx="1370568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평생교육장려금 수강등록신고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610C8F7-5256-8E62-969C-F8ED131698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4013504"/>
              </p:ext>
            </p:extLst>
          </p:nvPr>
        </p:nvGraphicFramePr>
        <p:xfrm>
          <a:off x="279333" y="2962500"/>
          <a:ext cx="6509871" cy="6898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72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통장사본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8141292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주민등록초본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6208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첨부파일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1537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DA1AE000-54BF-2CEE-275A-DF3D8EE46216}"/>
              </a:ext>
            </a:extLst>
          </p:cNvPr>
          <p:cNvSpPr/>
          <p:nvPr/>
        </p:nvSpPr>
        <p:spPr>
          <a:xfrm>
            <a:off x="1175657" y="3003519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통장사본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A945CF0-E33E-A71C-9B76-0CE53A9E73A2}"/>
              </a:ext>
            </a:extLst>
          </p:cNvPr>
          <p:cNvSpPr/>
          <p:nvPr/>
        </p:nvSpPr>
        <p:spPr>
          <a:xfrm>
            <a:off x="2842094" y="3003511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772DEBF-6413-8184-6FF5-D660FBEDE83E}"/>
              </a:ext>
            </a:extLst>
          </p:cNvPr>
          <p:cNvSpPr/>
          <p:nvPr/>
        </p:nvSpPr>
        <p:spPr>
          <a:xfrm>
            <a:off x="1175657" y="3233864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주민등록초본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207587-B1BB-8D37-0D4A-578BA661F5D6}"/>
              </a:ext>
            </a:extLst>
          </p:cNvPr>
          <p:cNvSpPr/>
          <p:nvPr/>
        </p:nvSpPr>
        <p:spPr>
          <a:xfrm>
            <a:off x="2842094" y="3233856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35856FE-C24C-327B-9E9F-DC5F3B635752}"/>
              </a:ext>
            </a:extLst>
          </p:cNvPr>
          <p:cNvSpPr txBox="1"/>
          <p:nvPr/>
        </p:nvSpPr>
        <p:spPr>
          <a:xfrm>
            <a:off x="1195335" y="3485106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B900C4D-D56E-485E-465B-F0E421F73289}"/>
              </a:ext>
            </a:extLst>
          </p:cNvPr>
          <p:cNvSpPr txBox="1"/>
          <p:nvPr/>
        </p:nvSpPr>
        <p:spPr>
          <a:xfrm>
            <a:off x="2381748" y="3485106"/>
            <a:ext cx="971420" cy="107722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신청 관련 부가 서류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1A92C440-DF14-8B90-E2CB-3D38399C9F78}"/>
              </a:ext>
            </a:extLst>
          </p:cNvPr>
          <p:cNvSpPr/>
          <p:nvPr/>
        </p:nvSpPr>
        <p:spPr>
          <a:xfrm>
            <a:off x="293386" y="2793079"/>
            <a:ext cx="447238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제출 서류</a:t>
            </a: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D8BC5CA-FF83-C761-1C04-C2564E4B3931}"/>
              </a:ext>
            </a:extLst>
          </p:cNvPr>
          <p:cNvSpPr>
            <a:spLocks noChangeAspect="1"/>
          </p:cNvSpPr>
          <p:nvPr/>
        </p:nvSpPr>
        <p:spPr>
          <a:xfrm>
            <a:off x="211367" y="289050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9A244B15-EF6D-0F3E-455A-D77982387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9773235"/>
              </p:ext>
            </p:extLst>
          </p:nvPr>
        </p:nvGraphicFramePr>
        <p:xfrm>
          <a:off x="272480" y="3902584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en-US" altLang="ko-KR" sz="7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55" name="직사각형 54">
            <a:extLst>
              <a:ext uri="{FF2B5EF4-FFF2-40B4-BE49-F238E27FC236}">
                <a16:creationId xmlns:a16="http://schemas.microsoft.com/office/drawing/2014/main" id="{CD67D055-BB97-D186-87A0-3A1B6A75AEA1}"/>
              </a:ext>
            </a:extLst>
          </p:cNvPr>
          <p:cNvSpPr/>
          <p:nvPr/>
        </p:nvSpPr>
        <p:spPr>
          <a:xfrm>
            <a:off x="1168804" y="463494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E220F25-F78A-90B1-CBA8-049CC1836EB1}"/>
              </a:ext>
            </a:extLst>
          </p:cNvPr>
          <p:cNvSpPr/>
          <p:nvPr/>
        </p:nvSpPr>
        <p:spPr>
          <a:xfrm>
            <a:off x="2842094" y="463494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B3BB49AA-D672-65C0-FEB0-5A375C7B1CC1}"/>
              </a:ext>
            </a:extLst>
          </p:cNvPr>
          <p:cNvSpPr/>
          <p:nvPr/>
        </p:nvSpPr>
        <p:spPr>
          <a:xfrm>
            <a:off x="1168804" y="485912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1ECEBBD0-8305-74A0-C731-6C6ABC9D10F2}"/>
              </a:ext>
            </a:extLst>
          </p:cNvPr>
          <p:cNvSpPr/>
          <p:nvPr/>
        </p:nvSpPr>
        <p:spPr>
          <a:xfrm>
            <a:off x="2842094" y="485912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C78AD5E-FC27-3035-D068-BA420BBAB40A}"/>
              </a:ext>
            </a:extLst>
          </p:cNvPr>
          <p:cNvSpPr/>
          <p:nvPr/>
        </p:nvSpPr>
        <p:spPr>
          <a:xfrm>
            <a:off x="1168804" y="4404771"/>
            <a:ext cx="50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E937356-3764-4B73-5100-9A3B61106667}"/>
              </a:ext>
            </a:extLst>
          </p:cNvPr>
          <p:cNvSpPr/>
          <p:nvPr/>
        </p:nvSpPr>
        <p:spPr>
          <a:xfrm>
            <a:off x="1697855" y="4426544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A881050-466C-878C-C460-F932DB0B7E0F}"/>
              </a:ext>
            </a:extLst>
          </p:cNvPr>
          <p:cNvSpPr/>
          <p:nvPr/>
        </p:nvSpPr>
        <p:spPr>
          <a:xfrm>
            <a:off x="1168804" y="3935272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0EA736-904B-D470-6C56-B2CEAA3E3F10}"/>
              </a:ext>
            </a:extLst>
          </p:cNvPr>
          <p:cNvSpPr/>
          <p:nvPr/>
        </p:nvSpPr>
        <p:spPr>
          <a:xfrm>
            <a:off x="1168804" y="4165794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D15517B-F27D-CA29-AB5C-E914576CC9D9}"/>
              </a:ext>
            </a:extLst>
          </p:cNvPr>
          <p:cNvSpPr/>
          <p:nvPr/>
        </p:nvSpPr>
        <p:spPr>
          <a:xfrm>
            <a:off x="286533" y="3732934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1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483ACD9C-B530-3C9A-3E94-FF1DD378D3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852351"/>
              </p:ext>
            </p:extLst>
          </p:nvPr>
        </p:nvGraphicFramePr>
        <p:xfrm>
          <a:off x="272480" y="5280297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4D12AC58-9E00-ED81-89CA-227D9814891D}"/>
              </a:ext>
            </a:extLst>
          </p:cNvPr>
          <p:cNvSpPr/>
          <p:nvPr/>
        </p:nvSpPr>
        <p:spPr>
          <a:xfrm>
            <a:off x="1168804" y="601266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93DE2CF9-BC51-9F83-3B11-A55F2381F2B7}"/>
              </a:ext>
            </a:extLst>
          </p:cNvPr>
          <p:cNvSpPr/>
          <p:nvPr/>
        </p:nvSpPr>
        <p:spPr>
          <a:xfrm>
            <a:off x="2842094" y="601265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C5964C6A-24E3-013F-23A2-FE891C1A775F}"/>
              </a:ext>
            </a:extLst>
          </p:cNvPr>
          <p:cNvSpPr/>
          <p:nvPr/>
        </p:nvSpPr>
        <p:spPr>
          <a:xfrm>
            <a:off x="1168804" y="6236841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C274C27-E528-B96A-8308-C72696AC10DC}"/>
              </a:ext>
            </a:extLst>
          </p:cNvPr>
          <p:cNvSpPr/>
          <p:nvPr/>
        </p:nvSpPr>
        <p:spPr>
          <a:xfrm>
            <a:off x="2842094" y="6236833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AB949CB9-ECAE-93E1-2117-078225CDA216}"/>
              </a:ext>
            </a:extLst>
          </p:cNvPr>
          <p:cNvSpPr/>
          <p:nvPr/>
        </p:nvSpPr>
        <p:spPr>
          <a:xfrm>
            <a:off x="1168804" y="5782484"/>
            <a:ext cx="50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EAEBBEF-750A-B5D4-5C81-250CE781F4F5}"/>
              </a:ext>
            </a:extLst>
          </p:cNvPr>
          <p:cNvSpPr/>
          <p:nvPr/>
        </p:nvSpPr>
        <p:spPr>
          <a:xfrm>
            <a:off x="1697855" y="5804257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660E08D-3A26-F25D-7995-B5CD79C04E68}"/>
              </a:ext>
            </a:extLst>
          </p:cNvPr>
          <p:cNvSpPr/>
          <p:nvPr/>
        </p:nvSpPr>
        <p:spPr>
          <a:xfrm>
            <a:off x="1168804" y="5312985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924D25B-5174-9433-898C-B808D7ABD037}"/>
              </a:ext>
            </a:extLst>
          </p:cNvPr>
          <p:cNvSpPr/>
          <p:nvPr/>
        </p:nvSpPr>
        <p:spPr>
          <a:xfrm>
            <a:off x="1168804" y="5543507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ACE9519-D7A6-4158-651E-85558C4EE1A4}"/>
              </a:ext>
            </a:extLst>
          </p:cNvPr>
          <p:cNvSpPr/>
          <p:nvPr/>
        </p:nvSpPr>
        <p:spPr>
          <a:xfrm>
            <a:off x="286533" y="5110647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2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</p:spTree>
    <p:extLst>
      <p:ext uri="{BB962C8B-B14F-4D97-AF65-F5344CB8AC3E}">
        <p14:creationId xmlns:p14="http://schemas.microsoft.com/office/powerpoint/2010/main" val="178504878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37519-CF86-D2AE-BD67-E3C6D24D4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9FC019B-F801-182A-07B3-B0EF21D77DF3}"/>
              </a:ext>
            </a:extLst>
          </p:cNvPr>
          <p:cNvSpPr txBox="1"/>
          <p:nvPr/>
        </p:nvSpPr>
        <p:spPr>
          <a:xfrm>
            <a:off x="8329496" y="1825869"/>
            <a:ext cx="137544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 보기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A6300F-B633-C9BC-FCBF-DCBA43D05D7A}"/>
              </a:ext>
            </a:extLst>
          </p:cNvPr>
          <p:cNvSpPr txBox="1"/>
          <p:nvPr/>
        </p:nvSpPr>
        <p:spPr>
          <a:xfrm>
            <a:off x="7343138" y="2073804"/>
            <a:ext cx="2397762" cy="200055"/>
          </a:xfrm>
          <a:prstGeom prst="rect">
            <a:avLst/>
          </a:prstGeom>
          <a:noFill/>
        </p:spPr>
        <p:txBody>
          <a:bodyPr wrap="square" lIns="36000" r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마이페이지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나의신청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평생교육장려금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청구정보</a:t>
            </a:r>
          </a:p>
        </p:txBody>
      </p:sp>
      <p:graphicFrame>
        <p:nvGraphicFramePr>
          <p:cNvPr id="21" name="Group 260">
            <a:extLst>
              <a:ext uri="{FF2B5EF4-FFF2-40B4-BE49-F238E27FC236}">
                <a16:creationId xmlns:a16="http://schemas.microsoft.com/office/drawing/2014/main" id="{FEB7D065-2E4D-80C5-2209-DFF246AB34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636870"/>
              </p:ext>
            </p:extLst>
          </p:nvPr>
        </p:nvGraphicFramePr>
        <p:xfrm>
          <a:off x="6969418" y="2548005"/>
          <a:ext cx="2772114" cy="2318240"/>
        </p:xfrm>
        <a:graphic>
          <a:graphicData uri="http://schemas.openxmlformats.org/drawingml/2006/table">
            <a:tbl>
              <a:tblPr/>
              <a:tblGrid>
                <a:gridCol w="345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2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교육기관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설정한 교육기관명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설정한 프로그램 명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교육비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설정한 교육비 금액을 표시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교육비 영수증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첨부한 교육비 영수증 파일명을 표시 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영수증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수료증 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설정 시 첨부한 수료증 파일명을 표시 하며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받기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클릭 시 첨부된 수료증 파일을 다운 받는다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수강등록신고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1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차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필수항목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교육기관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프로그램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교육비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교육비 영수증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선택항목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수료증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수강등록신고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2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차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~ 4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itchFamily="50" charset="-127"/>
                          <a:ea typeface="나눔고딕" pitchFamily="50" charset="-127"/>
                          <a:cs typeface="+mn-cs"/>
                        </a:rPr>
                        <a:t>차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itchFamily="50" charset="-127"/>
                        <a:ea typeface="나눔고딕" pitchFamily="50" charset="-127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필수항목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없음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82563" marR="0" lvl="1" indent="-90488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나눔고딕" panose="020D0604000000000000" pitchFamily="50" charset="-127"/>
                        <a:buChar char="–"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선택항목 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교육기관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프로그램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교육비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교육비 영수증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수료증</a:t>
                      </a:r>
                      <a:endParaRPr kumimoji="1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3779">
                <a:tc>
                  <a:txBody>
                    <a:bodyPr/>
                    <a:lstStyle/>
                    <a:p>
                      <a:pPr marL="0" marR="0" lvl="0" indent="0" algn="ctr" defTabSz="1279525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1279525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목록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클릭 시 마이페이지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r>
                        <a:rPr kumimoji="1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나의신청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평생교육장려금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&gt;</a:t>
                      </a: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화면으로 이동 한다</a:t>
                      </a: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1" marR="36000" marT="36000" marB="3600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3AA23E9F-6E45-FFB1-FAF9-2AE79BB36156}"/>
              </a:ext>
            </a:extLst>
          </p:cNvPr>
          <p:cNvSpPr txBox="1"/>
          <p:nvPr/>
        </p:nvSpPr>
        <p:spPr>
          <a:xfrm>
            <a:off x="6977108" y="1818185"/>
            <a:ext cx="13523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smrl_course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215F398-3695-B247-CB74-5C353C17A18F}"/>
              </a:ext>
            </a:extLst>
          </p:cNvPr>
          <p:cNvSpPr/>
          <p:nvPr/>
        </p:nvSpPr>
        <p:spPr>
          <a:xfrm>
            <a:off x="165100" y="1376363"/>
            <a:ext cx="6732116" cy="4604143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3CC859F-5DA6-56A4-832E-A596A50F218F}"/>
              </a:ext>
            </a:extLst>
          </p:cNvPr>
          <p:cNvSpPr/>
          <p:nvPr/>
        </p:nvSpPr>
        <p:spPr>
          <a:xfrm>
            <a:off x="165100" y="6023481"/>
            <a:ext cx="6732116" cy="46622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accent1"/>
            </a:solidFill>
          </a:ln>
          <a:effectLst>
            <a:outerShdw blurRad="50800" dist="38100" dir="2700000" algn="tl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" name="Picture 3" descr="D:\01 work\20211026 오산교육재단 - 진로이력제 플랫폼 구축\99 템플릿\img_logo.png">
            <a:extLst>
              <a:ext uri="{FF2B5EF4-FFF2-40B4-BE49-F238E27FC236}">
                <a16:creationId xmlns:a16="http://schemas.microsoft.com/office/drawing/2014/main" id="{12550C2A-4B00-987A-176D-E8E38000C4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529" y="6165304"/>
            <a:ext cx="809323" cy="206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FBD86276-1AD6-2F63-BBF9-01C238359CAD}"/>
              </a:ext>
            </a:extLst>
          </p:cNvPr>
          <p:cNvSpPr txBox="1"/>
          <p:nvPr/>
        </p:nvSpPr>
        <p:spPr>
          <a:xfrm>
            <a:off x="1172580" y="6077394"/>
            <a:ext cx="31242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buNone/>
            </a:pP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경기 오산시 성호대로 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141 (</a:t>
            </a:r>
            <a:r>
              <a:rPr lang="ko-KR" altLang="en-US" sz="600" b="0" i="0" dirty="0" err="1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오산동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오산시청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endParaRPr lang="en-US" altLang="ko-KR" sz="600" b="0" i="0" dirty="0">
              <a:solidFill>
                <a:srgbClr val="666666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TEL. (031)8036-8905 FAX. (031)8036-8905</a:t>
            </a:r>
          </a:p>
          <a:p>
            <a:pPr algn="l">
              <a:buNone/>
            </a:pP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Copyright©2025 </a:t>
            </a:r>
            <a:r>
              <a:rPr lang="ko-KR" altLang="en-US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오산교육재단</a:t>
            </a:r>
            <a:r>
              <a:rPr lang="en-US" altLang="ko-KR" sz="600" b="0" i="0" dirty="0">
                <a:solidFill>
                  <a:srgbClr val="666666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 ALL RIGHTSRESERVED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47B09DD2-3D7C-91F5-830D-EFE7A3999B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3389386"/>
              </p:ext>
            </p:extLst>
          </p:nvPr>
        </p:nvGraphicFramePr>
        <p:xfrm>
          <a:off x="272480" y="1596971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992E8191-4C3C-D297-A101-701A2D173EF9}"/>
              </a:ext>
            </a:extLst>
          </p:cNvPr>
          <p:cNvSpPr/>
          <p:nvPr/>
        </p:nvSpPr>
        <p:spPr>
          <a:xfrm>
            <a:off x="1168804" y="232933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2236DEC-6440-E347-D685-326894F2FE9B}"/>
              </a:ext>
            </a:extLst>
          </p:cNvPr>
          <p:cNvSpPr/>
          <p:nvPr/>
        </p:nvSpPr>
        <p:spPr>
          <a:xfrm>
            <a:off x="2842094" y="232932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10F6EA5-2670-9369-3021-F0C86BCC1936}"/>
              </a:ext>
            </a:extLst>
          </p:cNvPr>
          <p:cNvSpPr/>
          <p:nvPr/>
        </p:nvSpPr>
        <p:spPr>
          <a:xfrm>
            <a:off x="1168804" y="2553515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D7FCB5E-3672-3954-A6B4-EFFC0B8C054C}"/>
              </a:ext>
            </a:extLst>
          </p:cNvPr>
          <p:cNvSpPr/>
          <p:nvPr/>
        </p:nvSpPr>
        <p:spPr>
          <a:xfrm>
            <a:off x="2842094" y="2553507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43B828-F200-5614-9B3F-8AC4E8082D7A}"/>
              </a:ext>
            </a:extLst>
          </p:cNvPr>
          <p:cNvSpPr/>
          <p:nvPr/>
        </p:nvSpPr>
        <p:spPr>
          <a:xfrm>
            <a:off x="1168804" y="2099158"/>
            <a:ext cx="50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3A168A9-9619-979E-9DE6-688F40724EDD}"/>
              </a:ext>
            </a:extLst>
          </p:cNvPr>
          <p:cNvSpPr/>
          <p:nvPr/>
        </p:nvSpPr>
        <p:spPr>
          <a:xfrm>
            <a:off x="1697855" y="2120931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BD0ACFD-9189-83AC-54EA-8E9EFD300F3E}"/>
              </a:ext>
            </a:extLst>
          </p:cNvPr>
          <p:cNvSpPr/>
          <p:nvPr/>
        </p:nvSpPr>
        <p:spPr>
          <a:xfrm>
            <a:off x="1168804" y="1629659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AE84167-3CD3-AB0A-20AD-D51C603466CB}"/>
              </a:ext>
            </a:extLst>
          </p:cNvPr>
          <p:cNvSpPr/>
          <p:nvPr/>
        </p:nvSpPr>
        <p:spPr>
          <a:xfrm>
            <a:off x="1168804" y="1860181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3325A3-7AC7-E737-C800-D42DBF55D29A}"/>
              </a:ext>
            </a:extLst>
          </p:cNvPr>
          <p:cNvSpPr/>
          <p:nvPr/>
        </p:nvSpPr>
        <p:spPr>
          <a:xfrm>
            <a:off x="286533" y="1427321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3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D35EDAF0-177C-FAA7-71E8-82EC8504A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0815717"/>
              </p:ext>
            </p:extLst>
          </p:nvPr>
        </p:nvGraphicFramePr>
        <p:xfrm>
          <a:off x="272480" y="2974684"/>
          <a:ext cx="6516724" cy="11497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2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교육기관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프로그램</a:t>
                      </a:r>
                      <a:endParaRPr lang="ko-KR" altLang="en-US" sz="700" b="1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05695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>
                        <a:buFont typeface="Arial" pitchFamily="34" charset="0"/>
                        <a:buNone/>
                      </a:pPr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8486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교육비 영수증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9955">
                <a:tc>
                  <a:txBody>
                    <a:bodyPr/>
                    <a:lstStyle/>
                    <a:p>
                      <a:pPr algn="r" latinLnBrk="0"/>
                      <a:r>
                        <a:rPr lang="ko-KR" altLang="en-US" sz="700" b="1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수료증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0"/>
                      <a:endParaRPr lang="ko-KR" altLang="en-US" sz="7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276378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25FAADFC-C498-2373-A602-835B4531E47D}"/>
              </a:ext>
            </a:extLst>
          </p:cNvPr>
          <p:cNvSpPr/>
          <p:nvPr/>
        </p:nvSpPr>
        <p:spPr>
          <a:xfrm>
            <a:off x="1168804" y="370704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교육비영수증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.zip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336AE36-3D0D-B57E-2C59-CADD0791E5CD}"/>
              </a:ext>
            </a:extLst>
          </p:cNvPr>
          <p:cNvSpPr/>
          <p:nvPr/>
        </p:nvSpPr>
        <p:spPr>
          <a:xfrm>
            <a:off x="2842094" y="370704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10FC094-58D9-C9A8-96F0-1D995314DC10}"/>
              </a:ext>
            </a:extLst>
          </p:cNvPr>
          <p:cNvSpPr/>
          <p:nvPr/>
        </p:nvSpPr>
        <p:spPr>
          <a:xfrm>
            <a:off x="1168804" y="3931228"/>
            <a:ext cx="1620000" cy="144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수료증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.pdf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CC1ACD1-3D27-E140-74C1-03A6990FD675}"/>
              </a:ext>
            </a:extLst>
          </p:cNvPr>
          <p:cNvSpPr/>
          <p:nvPr/>
        </p:nvSpPr>
        <p:spPr>
          <a:xfrm>
            <a:off x="2842094" y="3931220"/>
            <a:ext cx="264174" cy="144016"/>
          </a:xfrm>
          <a:prstGeom prst="rect">
            <a:avLst/>
          </a:prstGeom>
          <a:solidFill>
            <a:srgbClr val="66FF66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받기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949A51C-4622-88F2-E936-5CC98A88AC4A}"/>
              </a:ext>
            </a:extLst>
          </p:cNvPr>
          <p:cNvSpPr/>
          <p:nvPr/>
        </p:nvSpPr>
        <p:spPr>
          <a:xfrm>
            <a:off x="1168804" y="3476871"/>
            <a:ext cx="504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algn="r"/>
            <a:r>
              <a:rPr lang="en-US" altLang="ko-KR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300,000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1FB210-D86E-C671-87E4-E72ECB1128C7}"/>
              </a:ext>
            </a:extLst>
          </p:cNvPr>
          <p:cNvSpPr/>
          <p:nvPr/>
        </p:nvSpPr>
        <p:spPr>
          <a:xfrm>
            <a:off x="1697855" y="3498644"/>
            <a:ext cx="89768" cy="1077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700" dirty="0">
                <a:solidFill>
                  <a:prstClr val="black"/>
                </a:solidFill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E5D6EFF-14EA-931E-BBE8-4B129B9D53F8}"/>
              </a:ext>
            </a:extLst>
          </p:cNvPr>
          <p:cNvSpPr/>
          <p:nvPr/>
        </p:nvSpPr>
        <p:spPr>
          <a:xfrm>
            <a:off x="1168804" y="3007372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웹툰창작소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4FB44F1-BA58-C658-D063-8109A2811B9E}"/>
              </a:ext>
            </a:extLst>
          </p:cNvPr>
          <p:cNvSpPr/>
          <p:nvPr/>
        </p:nvSpPr>
        <p:spPr>
          <a:xfrm>
            <a:off x="1168804" y="3237894"/>
            <a:ext cx="3816000" cy="14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rIns="3600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+mn-ea"/>
              </a:rPr>
              <a:t>디지털 드로잉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A9252BF-5198-5658-E222-0E10EB9D25D0}"/>
              </a:ext>
            </a:extLst>
          </p:cNvPr>
          <p:cNvSpPr/>
          <p:nvPr/>
        </p:nvSpPr>
        <p:spPr>
          <a:xfrm>
            <a:off x="286533" y="2805034"/>
            <a:ext cx="814325" cy="1231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</a:rPr>
              <a:t>수강등록신고 </a:t>
            </a: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>
                <a:solidFill>
                  <a:prstClr val="black"/>
                </a:solidFill>
              </a:rPr>
              <a:t>차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DFAEE1B-97FC-C688-79FF-E0D62D5529F5}"/>
              </a:ext>
            </a:extLst>
          </p:cNvPr>
          <p:cNvSpPr/>
          <p:nvPr/>
        </p:nvSpPr>
        <p:spPr>
          <a:xfrm>
            <a:off x="6386289" y="4253397"/>
            <a:ext cx="392727" cy="198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E8CE2704-6B96-E8A4-8E39-F8AAB4518201}"/>
              </a:ext>
            </a:extLst>
          </p:cNvPr>
          <p:cNvSpPr>
            <a:spLocks noChangeAspect="1"/>
          </p:cNvSpPr>
          <p:nvPr/>
        </p:nvSpPr>
        <p:spPr>
          <a:xfrm>
            <a:off x="6202635" y="4282774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AC45E9D9-7B18-2650-5476-E841DE94EFD6}"/>
              </a:ext>
            </a:extLst>
          </p:cNvPr>
          <p:cNvSpPr>
            <a:spLocks noChangeAspect="1"/>
          </p:cNvSpPr>
          <p:nvPr/>
        </p:nvSpPr>
        <p:spPr>
          <a:xfrm>
            <a:off x="211367" y="289050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6961512-A00F-32BB-B850-0498416EE263}"/>
              </a:ext>
            </a:extLst>
          </p:cNvPr>
          <p:cNvSpPr>
            <a:spLocks noChangeAspect="1"/>
          </p:cNvSpPr>
          <p:nvPr/>
        </p:nvSpPr>
        <p:spPr>
          <a:xfrm>
            <a:off x="211367" y="1529390"/>
            <a:ext cx="144000" cy="144000"/>
          </a:xfrm>
          <a:prstGeom prst="ellipse">
            <a:avLst/>
          </a:prstGeom>
          <a:solidFill>
            <a:schemeClr val="bg1"/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5203133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00B0F0"/>
        </a:solidFill>
        <a:ln w="3175">
          <a:solidFill>
            <a:srgbClr val="005C2A"/>
          </a:solidFill>
        </a:ln>
        <a:effectLst>
          <a:outerShdw blurRad="25400" dist="12700" dir="5400000" algn="t" rotWithShape="0">
            <a:schemeClr val="tx1">
              <a:lumMod val="50000"/>
              <a:lumOff val="50000"/>
              <a:alpha val="40000"/>
            </a:schemeClr>
          </a:outerShdw>
        </a:effectLst>
      </a:spPr>
      <a:bodyPr lIns="252000" rtlCol="0" anchor="ctr"/>
      <a:lstStyle>
        <a:defPPr>
          <a:defRPr sz="700" b="1" smtClean="0">
            <a:solidFill>
              <a:schemeClr val="bg1"/>
            </a:solidFill>
            <a:latin typeface="나눔고딕" pitchFamily="50" charset="-127"/>
            <a:ea typeface="나눔고딕" pitchFamily="50" charset="-127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bg1">
              <a:lumMod val="50000"/>
            </a:schemeClr>
          </a:solidFill>
          <a:prstDash val="sysDash"/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900" dirty="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9_Office 테마">
  <a:themeElements>
    <a:clrScheme name="사용자 지정 95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D7E8C6"/>
      </a:hlink>
      <a:folHlink>
        <a:srgbClr val="FFFFFF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 w="6350">
          <a:solidFill>
            <a:schemeClr val="bg1">
              <a:lumMod val="50000"/>
            </a:schemeClr>
          </a:solidFill>
        </a:ln>
        <a:effectLst>
          <a:outerShdw blurRad="50800" dist="38100" dir="2700000" algn="tl" rotWithShape="0">
            <a:schemeClr val="tx1">
              <a:lumMod val="50000"/>
              <a:lumOff val="50000"/>
              <a:alpha val="40000"/>
            </a:schemeClr>
          </a:outerShdw>
        </a:effectLst>
      </a:spPr>
      <a:bodyPr wrap="none" rtlCol="0" anchor="ctr"/>
      <a:lstStyle>
        <a:defPPr algn="ctr">
          <a:defRPr sz="700" smtClean="0">
            <a:solidFill>
              <a:schemeClr val="tx1">
                <a:lumMod val="95000"/>
                <a:lumOff val="5000"/>
              </a:schemeClr>
            </a:solidFill>
            <a:latin typeface="맑은 고딕" pitchFamily="50" charset="-127"/>
            <a:ea typeface="맑은 고딕" pitchFamily="50" charset="-127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rgbClr val="FF0000"/>
          </a:solidFill>
          <a:prstDash val="sysDash"/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900" dirty="0" smtClean="0"/>
        </a:defPPr>
      </a:lstStyle>
    </a:tx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110695</TotalTime>
  <Words>18212</Words>
  <Application>Microsoft Office PowerPoint</Application>
  <PresentationFormat>A4 용지(210x297mm)</PresentationFormat>
  <Paragraphs>5879</Paragraphs>
  <Slides>79</Slides>
  <Notes>1</Notes>
  <HiddenSlides>0</HiddenSlides>
  <MMClips>0</MMClips>
  <ScaleCrop>false</ScaleCrop>
  <HeadingPairs>
    <vt:vector size="8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3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79</vt:i4>
      </vt:variant>
    </vt:vector>
  </HeadingPairs>
  <TitlesOfParts>
    <vt:vector size="88" baseType="lpstr">
      <vt:lpstr>굴림체</vt:lpstr>
      <vt:lpstr>나눔고딕</vt:lpstr>
      <vt:lpstr>맑은 고딕</vt:lpstr>
      <vt:lpstr>Arial</vt:lpstr>
      <vt:lpstr>Noto Sans</vt:lpstr>
      <vt:lpstr>1_Office 테마</vt:lpstr>
      <vt:lpstr>9_Office 테마</vt:lpstr>
      <vt:lpstr>2_Office 테마</vt:lpstr>
      <vt:lpstr>Visio</vt:lpstr>
      <vt:lpstr>오산교육재단 홈페이지 개편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HP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Kimkyu</dc:creator>
  <cp:lastModifiedBy>성열 최</cp:lastModifiedBy>
  <cp:revision>3752</cp:revision>
  <cp:lastPrinted>2022-07-06T11:39:49Z</cp:lastPrinted>
  <dcterms:created xsi:type="dcterms:W3CDTF">2011-08-08T03:42:49Z</dcterms:created>
  <dcterms:modified xsi:type="dcterms:W3CDTF">2025-11-05T02:44:29Z</dcterms:modified>
</cp:coreProperties>
</file>