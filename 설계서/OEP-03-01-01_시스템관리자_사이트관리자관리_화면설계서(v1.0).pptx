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4" r:id="rId2"/>
    <p:sldMasterId id="2147483660" r:id="rId3"/>
  </p:sldMasterIdLst>
  <p:notesMasterIdLst>
    <p:notesMasterId r:id="rId11"/>
  </p:notesMasterIdLst>
  <p:handoutMasterIdLst>
    <p:handoutMasterId r:id="rId12"/>
  </p:handoutMasterIdLst>
  <p:sldIdLst>
    <p:sldId id="1572" r:id="rId4"/>
    <p:sldId id="330" r:id="rId5"/>
    <p:sldId id="1732" r:id="rId6"/>
    <p:sldId id="1855" r:id="rId7"/>
    <p:sldId id="2166" r:id="rId8"/>
    <p:sldId id="2168" r:id="rId9"/>
    <p:sldId id="2167" r:id="rId10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7" pos="104">
          <p15:clr>
            <a:srgbClr val="A4A3A4"/>
          </p15:clr>
        </p15:guide>
        <p15:guide id="15" pos="4345" userDrawn="1">
          <p15:clr>
            <a:srgbClr val="A4A3A4"/>
          </p15:clr>
        </p15:guide>
        <p15:guide id="16" orient="horz" pos="1412" userDrawn="1">
          <p15:clr>
            <a:srgbClr val="A4A3A4"/>
          </p15:clr>
        </p15:guide>
        <p15:guide id="17" orient="horz" pos="1525" userDrawn="1">
          <p15:clr>
            <a:srgbClr val="A4A3A4"/>
          </p15:clr>
        </p15:guide>
        <p15:guide id="18" orient="horz" pos="4088" userDrawn="1">
          <p15:clr>
            <a:srgbClr val="A4A3A4"/>
          </p15:clr>
        </p15:guide>
        <p15:guide id="19" pos="18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66"/>
    <a:srgbClr val="00FF00"/>
    <a:srgbClr val="0033CC"/>
    <a:srgbClr val="99CCFF"/>
    <a:srgbClr val="6699FF"/>
    <a:srgbClr val="CCECFF"/>
    <a:srgbClr val="77D717"/>
    <a:srgbClr val="FF4F4F"/>
    <a:srgbClr val="0000CC"/>
    <a:srgbClr val="F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76" autoAdjust="0"/>
    <p:restoredTop sz="83420" autoAdjust="0"/>
  </p:normalViewPr>
  <p:slideViewPr>
    <p:cSldViewPr>
      <p:cViewPr varScale="1">
        <p:scale>
          <a:sx n="120" d="100"/>
          <a:sy n="120" d="100"/>
        </p:scale>
        <p:origin x="1380" y="108"/>
      </p:cViewPr>
      <p:guideLst>
        <p:guide orient="horz" pos="867"/>
        <p:guide pos="104"/>
        <p:guide pos="4345"/>
        <p:guide orient="horz" pos="1412"/>
        <p:guide orient="horz" pos="1525"/>
        <p:guide orient="horz" pos="4088"/>
        <p:guide pos="182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87" d="100"/>
          <a:sy n="87" d="100"/>
        </p:scale>
        <p:origin x="-3756" y="-78"/>
      </p:cViewPr>
      <p:guideLst>
        <p:guide orient="horz" pos="3126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070" y="0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/>
          <a:lstStyle>
            <a:lvl1pPr algn="r">
              <a:defRPr sz="1200"/>
            </a:lvl1pPr>
          </a:lstStyle>
          <a:p>
            <a:fld id="{C8666A89-3649-4A26-B076-8BB61794613B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28452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070" y="9428452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 anchor="b"/>
          <a:lstStyle>
            <a:lvl1pPr algn="r">
              <a:defRPr sz="1200"/>
            </a:lvl1pPr>
          </a:lstStyle>
          <a:p>
            <a:fld id="{598925E5-C1E6-4986-9C33-22AD8CBAF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0394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B9C9D-B269-4765-BAF2-65AF33F6B00F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6C2E9-C377-4C23-9E6D-618FB56A7D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86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04B90-27FD-422C-8CC6-2AADAD122D08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325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/>
              <a:pPr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8939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/>
              <a:pPr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6069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" y="284"/>
            <a:ext cx="9905181" cy="6857433"/>
          </a:xfrm>
          <a:prstGeom prst="rect">
            <a:avLst/>
          </a:prstGeom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429397"/>
            <a:ext cx="2311400" cy="292079"/>
          </a:xfrm>
          <a:prstGeom prst="rect">
            <a:avLst/>
          </a:prstGeom>
        </p:spPr>
        <p:txBody>
          <a:bodyPr/>
          <a:lstStyle/>
          <a:p>
            <a:fld id="{ED3D6733-6F27-4404-AB51-585418F146E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429397"/>
            <a:ext cx="3136900" cy="292079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99300" y="6429397"/>
            <a:ext cx="2311400" cy="292079"/>
          </a:xfrm>
          <a:prstGeom prst="rect">
            <a:avLst/>
          </a:prstGeom>
        </p:spPr>
        <p:txBody>
          <a:bodyPr/>
          <a:lstStyle/>
          <a:p>
            <a:fld id="{EE6BC638-39B7-4287-91A7-2A3DDA57329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685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" y="287"/>
            <a:ext cx="9905181" cy="6857433"/>
          </a:xfrm>
          <a:prstGeom prst="rect">
            <a:avLst/>
          </a:prstGeom>
        </p:spPr>
      </p:pic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543756" y="1916839"/>
            <a:ext cx="4290477" cy="450573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1800" kern="1200" baseline="0" dirty="0">
                <a:solidFill>
                  <a:srgbClr val="D4D1CE"/>
                </a:solidFill>
                <a:effectLst/>
                <a:latin typeface="Noto Sans" panose="020B0502040504020204" pitchFamily="34" charset="0"/>
                <a:ea typeface="맑은 고딕" panose="020B0503020000020004" pitchFamily="50" charset="-127"/>
                <a:cs typeface="+mj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제목 1"/>
          <p:cNvSpPr>
            <a:spLocks noGrp="1"/>
          </p:cNvSpPr>
          <p:nvPr>
            <p:ph type="ctrTitle" hasCustomPrompt="1"/>
          </p:nvPr>
        </p:nvSpPr>
        <p:spPr>
          <a:xfrm>
            <a:off x="543756" y="550335"/>
            <a:ext cx="4290477" cy="1412579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4300" kern="1200" baseline="0" dirty="0">
                <a:solidFill>
                  <a:srgbClr val="D4D1CE"/>
                </a:solidFill>
                <a:effectLst/>
                <a:latin typeface="Noto Sans" panose="020B0502040504020204" pitchFamily="34" charset="0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입력하시오</a:t>
            </a:r>
          </a:p>
        </p:txBody>
      </p:sp>
    </p:spTree>
    <p:extLst>
      <p:ext uri="{BB962C8B-B14F-4D97-AF65-F5344CB8AC3E}">
        <p14:creationId xmlns:p14="http://schemas.microsoft.com/office/powerpoint/2010/main" val="2732881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" y="287"/>
            <a:ext cx="9905181" cy="6857433"/>
          </a:xfrm>
          <a:prstGeom prst="rect">
            <a:avLst/>
          </a:prstGeom>
        </p:spPr>
      </p:pic>
      <p:sp>
        <p:nvSpPr>
          <p:cNvPr id="8" name="모서리가 둥근 직사각형 7"/>
          <p:cNvSpPr/>
          <p:nvPr userDrawn="1"/>
        </p:nvSpPr>
        <p:spPr>
          <a:xfrm>
            <a:off x="134144" y="577180"/>
            <a:ext cx="9655394" cy="5940000"/>
          </a:xfrm>
          <a:prstGeom prst="roundRect">
            <a:avLst>
              <a:gd name="adj" fmla="val 902"/>
            </a:avLst>
          </a:prstGeom>
          <a:gradFill>
            <a:gsLst>
              <a:gs pos="0">
                <a:srgbClr val="FFFFFF">
                  <a:alpha val="85000"/>
                </a:srgbClr>
              </a:gs>
              <a:gs pos="29000">
                <a:schemeClr val="bg1"/>
              </a:gs>
            </a:gsLst>
            <a:lin ang="5400000" scaled="0"/>
          </a:gradFill>
          <a:ln w="12700">
            <a:gradFill>
              <a:gsLst>
                <a:gs pos="100000">
                  <a:srgbClr val="005EA4">
                    <a:alpha val="70000"/>
                  </a:srgbClr>
                </a:gs>
                <a:gs pos="2000">
                  <a:schemeClr val="tx2">
                    <a:lumMod val="20000"/>
                    <a:lumOff val="80000"/>
                  </a:schemeClr>
                </a:gs>
                <a:gs pos="62000">
                  <a:srgbClr val="E1E8F5">
                    <a:alpha val="0"/>
                  </a:srgb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689" y="6577092"/>
            <a:ext cx="901852" cy="20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134144" y="6597932"/>
            <a:ext cx="28632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Copyright ⓒ 2022 WIZWIG CO., LTD.,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394769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>
                <a:solidFill>
                  <a:prstClr val="black"/>
                </a:solidFill>
              </a:rPr>
              <a:pPr/>
              <a:t>2025-11-04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075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>
                <a:solidFill>
                  <a:prstClr val="black"/>
                </a:solidFill>
              </a:rPr>
              <a:pPr/>
              <a:t>2025-11-04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4165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직선 연결선 32"/>
          <p:cNvCxnSpPr/>
          <p:nvPr/>
        </p:nvCxnSpPr>
        <p:spPr>
          <a:xfrm>
            <a:off x="165100" y="6563894"/>
            <a:ext cx="95758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Box 119"/>
          <p:cNvSpPr txBox="1">
            <a:spLocks noChangeArrowheads="1"/>
          </p:cNvSpPr>
          <p:nvPr/>
        </p:nvSpPr>
        <p:spPr bwMode="auto">
          <a:xfrm>
            <a:off x="4776509" y="6581661"/>
            <a:ext cx="35298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96004F94-3BE7-4D60-B404-1745300C98A2}" type="slidenum">
              <a:rPr lang="ko-KR" altLang="en-US" sz="1000" b="1">
                <a:latin typeface="맑은 고딕" pitchFamily="50" charset="-127"/>
                <a:ea typeface="맑은 고딕" pitchFamily="50" charset="-127"/>
              </a:rPr>
              <a:pPr/>
              <a:t>‹#›</a:t>
            </a:fld>
            <a:endParaRPr lang="en-US" altLang="ko-KR" sz="10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2" name="Picture 2" descr="D:\WIZWIG\01 로고\2018년 New 디자인\wizwig_log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282" y="6617695"/>
            <a:ext cx="624252" cy="160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49826" y="6581012"/>
            <a:ext cx="260359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맑은 고딕" pitchFamily="50" charset="-127"/>
                <a:ea typeface="맑은 고딕" pitchFamily="50" charset="-127"/>
              </a:rPr>
              <a:t>Copyright ⓒ 2025 WIZWIG CO., LTD. All rights reserved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68315" y="497938"/>
            <a:ext cx="9751252" cy="158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68315" y="539950"/>
            <a:ext cx="9751252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45428943"/>
              </p:ext>
            </p:extLst>
          </p:nvPr>
        </p:nvGraphicFramePr>
        <p:xfrm>
          <a:off x="164472" y="590019"/>
          <a:ext cx="9577063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3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59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287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맑은 고딕" pitchFamily="50" charset="-127"/>
                          <a:ea typeface="맑은 고딕" pitchFamily="50" charset="-127"/>
                        </a:rPr>
                        <a:t>화면설계서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단위시스템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시스템관리자</a:t>
                      </a: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_</a:t>
                      </a:r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사이트관리자관리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설계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문서번호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+mn-ea"/>
                        </a:rPr>
                        <a:t>OEP-03-01-01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83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latin typeface="맑은 고딕" pitchFamily="50" charset="-127"/>
                          <a:ea typeface="맑은 고딕" pitchFamily="50" charset="-127"/>
                        </a:rPr>
                        <a:t>최성열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작성일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2025.10.13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문서버젼</a:t>
                      </a:r>
                      <a:endParaRPr lang="ko-KR" altLang="en-US" sz="800" b="1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1.0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 userDrawn="1"/>
        </p:nvSpPr>
        <p:spPr>
          <a:xfrm>
            <a:off x="8095943" y="188650"/>
            <a:ext cx="16979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0" b="1" dirty="0">
                <a:latin typeface="나눔고딕" pitchFamily="50" charset="-127"/>
                <a:ea typeface="나눔고딕" pitchFamily="50" charset="-127"/>
              </a:rPr>
              <a:t>오산교육재단 홈페이지 개편</a:t>
            </a:r>
            <a:endParaRPr lang="ko-KR" altLang="en-US" sz="10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FEA842D7-2E7B-E0E0-E4B6-842AA36B601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8" y="166184"/>
            <a:ext cx="1184930" cy="302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8167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75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19026"/>
            <a:ext cx="8915400" cy="7969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062021"/>
            <a:ext cx="8915400" cy="5286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429403"/>
            <a:ext cx="23114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D6733-6F27-4404-AB51-585418F146E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429403"/>
            <a:ext cx="31369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429403"/>
            <a:ext cx="23114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BC638-39B7-4287-91A7-2A3DDA57329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774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1" hangingPunct="1">
        <a:spcBef>
          <a:spcPct val="0"/>
        </a:spcBef>
        <a:buNone/>
        <a:defRPr lang="ko-KR" altLang="en-US" sz="3500" kern="1200">
          <a:solidFill>
            <a:sysClr val="windowText" lastClr="000000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25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8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18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8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lang="ko-KR" altLang="en-US"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직선 연결선 32"/>
          <p:cNvCxnSpPr/>
          <p:nvPr/>
        </p:nvCxnSpPr>
        <p:spPr>
          <a:xfrm>
            <a:off x="68315" y="6563894"/>
            <a:ext cx="9751252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9826" y="6581012"/>
            <a:ext cx="260359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prstClr val="black"/>
                </a:solidFill>
              </a:rPr>
              <a:t>Copyright ⓒ 2025 WIZWIG CO., LTD. All rights reserved</a:t>
            </a:r>
          </a:p>
        </p:txBody>
      </p:sp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558110"/>
              </p:ext>
            </p:extLst>
          </p:nvPr>
        </p:nvGraphicFramePr>
        <p:xfrm>
          <a:off x="164472" y="1080490"/>
          <a:ext cx="9577063" cy="54284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00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8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0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Layout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Comment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146">
                <a:tc rowSpan="8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오산교육재단 홈페이지 개편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맑은 고딕" pitchFamily="50" charset="-127"/>
                          <a:ea typeface="맑은 고딕" pitchFamily="50" charset="-127"/>
                        </a:rPr>
                        <a:t>Code</a:t>
                      </a:r>
                      <a:endParaRPr lang="ko-KR" altLang="en-US" sz="8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화면 명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15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맑은 고딕" pitchFamily="50" charset="-127"/>
                          <a:ea typeface="맑은 고딕" pitchFamily="50" charset="-127"/>
                        </a:rPr>
                        <a:t>경로</a:t>
                      </a:r>
                      <a:endParaRPr lang="ko-KR" altLang="en-US" sz="8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8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처리기능설명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805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6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맑은 고딕" pitchFamily="50" charset="-127"/>
                          <a:ea typeface="맑은 고딕" pitchFamily="50" charset="-127"/>
                        </a:rPr>
                        <a:t>요구사항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85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맑은 고딕" pitchFamily="50" charset="-127"/>
                          <a:ea typeface="맑은 고딕" pitchFamily="50" charset="-127"/>
                        </a:rPr>
                        <a:t>요구사항 </a:t>
                      </a:r>
                      <a:r>
                        <a:rPr lang="en-US" altLang="ko-KR" sz="700" b="1"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8" name="Text Box 119"/>
          <p:cNvSpPr txBox="1">
            <a:spLocks noChangeArrowheads="1"/>
          </p:cNvSpPr>
          <p:nvPr/>
        </p:nvSpPr>
        <p:spPr bwMode="auto">
          <a:xfrm>
            <a:off x="4767190" y="6581661"/>
            <a:ext cx="35298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96004F94-3BE7-4D60-B404-1745300C98A2}" type="slidenum">
              <a:rPr lang="ko-KR" altLang="en-US" sz="1000" b="1">
                <a:solidFill>
                  <a:prstClr val="black"/>
                </a:solidFill>
              </a:rPr>
              <a:pPr/>
              <a:t>‹#›</a:t>
            </a:fld>
            <a:endParaRPr lang="en-US" altLang="ko-KR" sz="1000" b="1" dirty="0">
              <a:solidFill>
                <a:prstClr val="black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D085515-67E9-0F64-543A-59979F50545B}"/>
              </a:ext>
            </a:extLst>
          </p:cNvPr>
          <p:cNvCxnSpPr/>
          <p:nvPr userDrawn="1"/>
        </p:nvCxnSpPr>
        <p:spPr>
          <a:xfrm>
            <a:off x="68315" y="497938"/>
            <a:ext cx="9751252" cy="158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E665D48-9195-8929-C4C7-541468616E19}"/>
              </a:ext>
            </a:extLst>
          </p:cNvPr>
          <p:cNvCxnSpPr/>
          <p:nvPr userDrawn="1"/>
        </p:nvCxnSpPr>
        <p:spPr>
          <a:xfrm>
            <a:off x="68315" y="539950"/>
            <a:ext cx="9751252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B4614D8-E957-213B-E31F-DF039DF3645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83909941"/>
              </p:ext>
            </p:extLst>
          </p:nvPr>
        </p:nvGraphicFramePr>
        <p:xfrm>
          <a:off x="164472" y="590019"/>
          <a:ext cx="9577063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3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59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287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맑은 고딕" pitchFamily="50" charset="-127"/>
                          <a:ea typeface="맑은 고딕" pitchFamily="50" charset="-127"/>
                        </a:rPr>
                        <a:t>화면설계서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단위시스템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시스템관리자</a:t>
                      </a: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_</a:t>
                      </a:r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사이트관리자관리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설계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문서번호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+mn-ea"/>
                        </a:rPr>
                        <a:t>OEP-03-01-01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83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latin typeface="맑은 고딕" pitchFamily="50" charset="-127"/>
                          <a:ea typeface="맑은 고딕" pitchFamily="50" charset="-127"/>
                        </a:rPr>
                        <a:t>최성열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작성일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2025.10.13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문서버젼</a:t>
                      </a:r>
                      <a:endParaRPr lang="ko-KR" altLang="en-US" sz="800" b="1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1.0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A26E5CD-CDE3-B7ED-66F6-4772DDA0CFDD}"/>
              </a:ext>
            </a:extLst>
          </p:cNvPr>
          <p:cNvSpPr txBox="1"/>
          <p:nvPr userDrawn="1"/>
        </p:nvSpPr>
        <p:spPr>
          <a:xfrm>
            <a:off x="8095943" y="188650"/>
            <a:ext cx="16979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0" b="1" dirty="0">
                <a:latin typeface="나눔고딕" pitchFamily="50" charset="-127"/>
                <a:ea typeface="나눔고딕" pitchFamily="50" charset="-127"/>
              </a:rPr>
              <a:t>오산교육재단 홈페이지 개편</a:t>
            </a:r>
            <a:endParaRPr lang="ko-KR" altLang="en-US" sz="10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302632CC-0245-0E34-7DC7-9BB5BDB97B0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8" y="166184"/>
            <a:ext cx="1184930" cy="302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640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9.png"/><Relationship Id="rId7" Type="http://schemas.openxmlformats.org/officeDocument/2006/relationships/oleObject" Target="../embeddings/oleObject1.bin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16465" y="833221"/>
            <a:ext cx="5412601" cy="540060"/>
          </a:xfrm>
        </p:spPr>
        <p:txBody>
          <a:bodyPr/>
          <a:lstStyle/>
          <a:p>
            <a:r>
              <a:rPr lang="ko-KR" altLang="en-US" sz="3200" b="1" dirty="0">
                <a:latin typeface="나눔고딕" pitchFamily="50" charset="-127"/>
                <a:ea typeface="나눔고딕" pitchFamily="50" charset="-127"/>
              </a:rPr>
              <a:t>오산교육재단</a:t>
            </a:r>
            <a:br>
              <a:rPr lang="en-US" altLang="ko-KR" sz="3200" b="1" dirty="0"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3200" b="1" dirty="0">
                <a:latin typeface="나눔고딕" pitchFamily="50" charset="-127"/>
                <a:ea typeface="나눔고딕" pitchFamily="50" charset="-127"/>
              </a:rPr>
              <a:t>홈페이지 개편</a:t>
            </a:r>
            <a:endParaRPr lang="ko-KR" altLang="en-US" sz="30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28464" y="2024844"/>
            <a:ext cx="2364750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400" b="1">
                <a:solidFill>
                  <a:schemeClr val="bg1"/>
                </a:solidFill>
              </a:rPr>
              <a:t>화면설계서</a:t>
            </a: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381" y="6077898"/>
            <a:ext cx="1290559" cy="294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6770236" y="6453336"/>
            <a:ext cx="29851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 ⓒ 2025 WIZWIG CO., LTD., All rights reserved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28464" y="2744924"/>
            <a:ext cx="22365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</a:rPr>
              <a:t>시스템관리자</a:t>
            </a:r>
            <a:r>
              <a:rPr lang="en-US" altLang="ko-KR" sz="2000" b="1" dirty="0">
                <a:solidFill>
                  <a:schemeClr val="bg1"/>
                </a:solidFill>
              </a:rPr>
              <a:t>]</a:t>
            </a:r>
          </a:p>
          <a:p>
            <a:r>
              <a:rPr lang="ko-KR" altLang="en-US" sz="2000" b="1" dirty="0">
                <a:solidFill>
                  <a:schemeClr val="bg1"/>
                </a:solidFill>
              </a:rPr>
              <a:t>사이트관리자관리</a:t>
            </a: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5D2B0827-74F0-A0F7-9599-1B004FECC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6517" y="342531"/>
            <a:ext cx="1303423" cy="33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6887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7317335"/>
              </p:ext>
            </p:extLst>
          </p:nvPr>
        </p:nvGraphicFramePr>
        <p:xfrm>
          <a:off x="165106" y="1183340"/>
          <a:ext cx="9575801" cy="3380414"/>
        </p:xfrm>
        <a:graphic>
          <a:graphicData uri="http://schemas.openxmlformats.org/drawingml/2006/table">
            <a:tbl>
              <a:tblPr/>
              <a:tblGrid>
                <a:gridCol w="1305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3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0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6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221">
                <a:tc gridSpan="4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문서이력표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862">
                <a:tc gridSpan="4">
                  <a:txBody>
                    <a:bodyPr/>
                    <a:lstStyle/>
                    <a:p>
                      <a:pPr marL="0" marR="0" lvl="0" indent="0" algn="l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오산교육재단 시스템관리자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&gt;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사이트관리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&gt;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기본정보관리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&gt;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사이트관리자관리 화면설계서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862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문서버젼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개정일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개정내용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작성자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1.0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2025.10.13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최초 작성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최성열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748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8931620"/>
              </p:ext>
            </p:extLst>
          </p:nvPr>
        </p:nvGraphicFramePr>
        <p:xfrm>
          <a:off x="165100" y="1175295"/>
          <a:ext cx="9575800" cy="237482"/>
        </p:xfrm>
        <a:graphic>
          <a:graphicData uri="http://schemas.openxmlformats.org/drawingml/2006/table">
            <a:tbl>
              <a:tblPr/>
              <a:tblGrid>
                <a:gridCol w="95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436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사이트관리자 메뉴 구조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모서리가 둥근 직사각형 74"/>
          <p:cNvSpPr/>
          <p:nvPr/>
        </p:nvSpPr>
        <p:spPr>
          <a:xfrm>
            <a:off x="4064743" y="1520788"/>
            <a:ext cx="1931636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 시스템관리자</a:t>
            </a:r>
          </a:p>
        </p:txBody>
      </p:sp>
      <p:sp>
        <p:nvSpPr>
          <p:cNvPr id="76" name="모서리가 둥근 직사각형 75"/>
          <p:cNvSpPr/>
          <p:nvPr/>
        </p:nvSpPr>
        <p:spPr>
          <a:xfrm>
            <a:off x="160240" y="2093391"/>
            <a:ext cx="827159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대시보드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모서리가 둥근 직사각형 80"/>
          <p:cNvSpPr/>
          <p:nvPr/>
        </p:nvSpPr>
        <p:spPr>
          <a:xfrm>
            <a:off x="1254428" y="2093391"/>
            <a:ext cx="827159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사이트관리</a:t>
            </a:r>
          </a:p>
        </p:txBody>
      </p:sp>
      <p:sp>
        <p:nvSpPr>
          <p:cNvPr id="82" name="모서리가 둥근 직사각형 81"/>
          <p:cNvSpPr/>
          <p:nvPr/>
        </p:nvSpPr>
        <p:spPr>
          <a:xfrm>
            <a:off x="2348616" y="2093391"/>
            <a:ext cx="827159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모듈관리</a:t>
            </a:r>
          </a:p>
        </p:txBody>
      </p:sp>
      <p:sp>
        <p:nvSpPr>
          <p:cNvPr id="83" name="모서리가 둥근 직사각형 82"/>
          <p:cNvSpPr/>
          <p:nvPr/>
        </p:nvSpPr>
        <p:spPr>
          <a:xfrm>
            <a:off x="3442804" y="2093391"/>
            <a:ext cx="827159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템플릿관리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536992" y="2093391"/>
            <a:ext cx="827159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서브페이지</a:t>
            </a:r>
          </a:p>
        </p:txBody>
      </p:sp>
      <p:sp>
        <p:nvSpPr>
          <p:cNvPr id="92" name="모서리가 둥근 직사각형 91"/>
          <p:cNvSpPr/>
          <p:nvPr/>
        </p:nvSpPr>
        <p:spPr>
          <a:xfrm>
            <a:off x="5631180" y="2093391"/>
            <a:ext cx="827159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회원관리</a:t>
            </a: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725368" y="2093391"/>
            <a:ext cx="827159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운영관리</a:t>
            </a:r>
          </a:p>
        </p:txBody>
      </p:sp>
      <p:sp>
        <p:nvSpPr>
          <p:cNvPr id="95" name="모서리가 둥근 직사각형 94"/>
          <p:cNvSpPr/>
          <p:nvPr/>
        </p:nvSpPr>
        <p:spPr>
          <a:xfrm>
            <a:off x="8913741" y="2093391"/>
            <a:ext cx="827159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운영지원</a:t>
            </a:r>
          </a:p>
        </p:txBody>
      </p:sp>
      <p:cxnSp>
        <p:nvCxnSpPr>
          <p:cNvPr id="104" name="꺾인 연결선 103"/>
          <p:cNvCxnSpPr>
            <a:stCxn id="76" idx="0"/>
            <a:endCxn id="75" idx="2"/>
          </p:cNvCxnSpPr>
          <p:nvPr/>
        </p:nvCxnSpPr>
        <p:spPr>
          <a:xfrm rot="5400000" flipH="1" flipV="1">
            <a:off x="2630447" y="-306722"/>
            <a:ext cx="343487" cy="445674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/>
          <p:cNvCxnSpPr>
            <a:stCxn id="81" idx="0"/>
            <a:endCxn id="75" idx="2"/>
          </p:cNvCxnSpPr>
          <p:nvPr/>
        </p:nvCxnSpPr>
        <p:spPr>
          <a:xfrm rot="5400000" flipH="1" flipV="1">
            <a:off x="3177541" y="240372"/>
            <a:ext cx="343487" cy="3362553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/>
          <p:cNvCxnSpPr>
            <a:stCxn id="82" idx="0"/>
            <a:endCxn id="75" idx="2"/>
          </p:cNvCxnSpPr>
          <p:nvPr/>
        </p:nvCxnSpPr>
        <p:spPr>
          <a:xfrm rot="5400000" flipH="1" flipV="1">
            <a:off x="3724635" y="787466"/>
            <a:ext cx="343487" cy="2268365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/>
          <p:cNvCxnSpPr>
            <a:cxnSpLocks/>
            <a:stCxn id="83" idx="0"/>
            <a:endCxn id="75" idx="2"/>
          </p:cNvCxnSpPr>
          <p:nvPr/>
        </p:nvCxnSpPr>
        <p:spPr>
          <a:xfrm rot="5400000" flipH="1" flipV="1">
            <a:off x="4271729" y="1334560"/>
            <a:ext cx="343487" cy="117417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/>
          <p:cNvCxnSpPr>
            <a:stCxn id="84" idx="0"/>
            <a:endCxn id="75" idx="2"/>
          </p:cNvCxnSpPr>
          <p:nvPr/>
        </p:nvCxnSpPr>
        <p:spPr>
          <a:xfrm rot="5400000" flipH="1" flipV="1">
            <a:off x="4818823" y="1881654"/>
            <a:ext cx="343487" cy="7998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꺾인 연결선 142"/>
          <p:cNvCxnSpPr>
            <a:stCxn id="92" idx="0"/>
            <a:endCxn id="75" idx="2"/>
          </p:cNvCxnSpPr>
          <p:nvPr/>
        </p:nvCxnSpPr>
        <p:spPr>
          <a:xfrm rot="16200000" flipV="1">
            <a:off x="5365918" y="1414548"/>
            <a:ext cx="343487" cy="101419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/>
          <p:cNvCxnSpPr>
            <a:stCxn id="94" idx="0"/>
            <a:endCxn id="75" idx="2"/>
          </p:cNvCxnSpPr>
          <p:nvPr/>
        </p:nvCxnSpPr>
        <p:spPr>
          <a:xfrm rot="16200000" flipV="1">
            <a:off x="5913012" y="867454"/>
            <a:ext cx="343487" cy="210838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/>
          <p:cNvCxnSpPr>
            <a:cxnSpLocks/>
            <a:stCxn id="16" idx="0"/>
            <a:endCxn id="75" idx="2"/>
          </p:cNvCxnSpPr>
          <p:nvPr/>
        </p:nvCxnSpPr>
        <p:spPr>
          <a:xfrm rot="16200000" flipV="1">
            <a:off x="6460106" y="320360"/>
            <a:ext cx="343487" cy="3202575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모서리가 둥근 직사각형 94">
            <a:extLst>
              <a:ext uri="{FF2B5EF4-FFF2-40B4-BE49-F238E27FC236}">
                <a16:creationId xmlns:a16="http://schemas.microsoft.com/office/drawing/2014/main" id="{3D16A776-B9B2-7B76-91E1-0E677E2A4D27}"/>
              </a:ext>
            </a:extLst>
          </p:cNvPr>
          <p:cNvSpPr/>
          <p:nvPr/>
        </p:nvSpPr>
        <p:spPr>
          <a:xfrm>
            <a:off x="7819556" y="2093391"/>
            <a:ext cx="827159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통계관리</a:t>
            </a:r>
          </a:p>
        </p:txBody>
      </p:sp>
      <p:cxnSp>
        <p:nvCxnSpPr>
          <p:cNvPr id="18" name="꺾인 연결선 145">
            <a:extLst>
              <a:ext uri="{FF2B5EF4-FFF2-40B4-BE49-F238E27FC236}">
                <a16:creationId xmlns:a16="http://schemas.microsoft.com/office/drawing/2014/main" id="{644307EB-4AEF-9DF9-A665-63EC3A4CFC16}"/>
              </a:ext>
            </a:extLst>
          </p:cNvPr>
          <p:cNvCxnSpPr>
            <a:cxnSpLocks/>
            <a:stCxn id="95" idx="0"/>
            <a:endCxn id="75" idx="2"/>
          </p:cNvCxnSpPr>
          <p:nvPr/>
        </p:nvCxnSpPr>
        <p:spPr>
          <a:xfrm rot="16200000" flipV="1">
            <a:off x="7007198" y="-226732"/>
            <a:ext cx="343487" cy="4296760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83">
            <a:extLst>
              <a:ext uri="{FF2B5EF4-FFF2-40B4-BE49-F238E27FC236}">
                <a16:creationId xmlns:a16="http://schemas.microsoft.com/office/drawing/2014/main" id="{4053D635-DDA7-AF0E-A9F3-C3677701129B}"/>
              </a:ext>
            </a:extLst>
          </p:cNvPr>
          <p:cNvSpPr/>
          <p:nvPr/>
        </p:nvSpPr>
        <p:spPr>
          <a:xfrm>
            <a:off x="1820652" y="2344450"/>
            <a:ext cx="773051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기본정보관리</a:t>
            </a:r>
          </a:p>
        </p:txBody>
      </p:sp>
      <p:cxnSp>
        <p:nvCxnSpPr>
          <p:cNvPr id="19" name="꺾인 연결선 111">
            <a:extLst>
              <a:ext uri="{FF2B5EF4-FFF2-40B4-BE49-F238E27FC236}">
                <a16:creationId xmlns:a16="http://schemas.microsoft.com/office/drawing/2014/main" id="{7332238D-DF82-7478-5E30-EF1080A161C3}"/>
              </a:ext>
            </a:extLst>
          </p:cNvPr>
          <p:cNvCxnSpPr>
            <a:cxnSpLocks/>
            <a:stCxn id="17" idx="1"/>
            <a:endCxn id="81" idx="2"/>
          </p:cNvCxnSpPr>
          <p:nvPr/>
        </p:nvCxnSpPr>
        <p:spPr>
          <a:xfrm rot="10800000">
            <a:off x="1668008" y="2282743"/>
            <a:ext cx="152644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83">
            <a:extLst>
              <a:ext uri="{FF2B5EF4-FFF2-40B4-BE49-F238E27FC236}">
                <a16:creationId xmlns:a16="http://schemas.microsoft.com/office/drawing/2014/main" id="{9878B467-3ED8-8643-5D96-37472D1CF140}"/>
              </a:ext>
            </a:extLst>
          </p:cNvPr>
          <p:cNvSpPr/>
          <p:nvPr/>
        </p:nvSpPr>
        <p:spPr>
          <a:xfrm>
            <a:off x="2348616" y="2560535"/>
            <a:ext cx="638885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cxnSp>
        <p:nvCxnSpPr>
          <p:cNvPr id="21" name="꺾인 연결선 111">
            <a:extLst>
              <a:ext uri="{FF2B5EF4-FFF2-40B4-BE49-F238E27FC236}">
                <a16:creationId xmlns:a16="http://schemas.microsoft.com/office/drawing/2014/main" id="{B3BFB94A-6FD1-7FFC-98CC-D4CAD5050CC2}"/>
              </a:ext>
            </a:extLst>
          </p:cNvPr>
          <p:cNvCxnSpPr>
            <a:cxnSpLocks/>
            <a:stCxn id="20" idx="1"/>
            <a:endCxn id="17" idx="2"/>
          </p:cNvCxnSpPr>
          <p:nvPr/>
        </p:nvCxnSpPr>
        <p:spPr>
          <a:xfrm rot="10800000">
            <a:off x="2207178" y="2516588"/>
            <a:ext cx="141438" cy="13001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모서리가 둥근 직사각형 83">
            <a:extLst>
              <a:ext uri="{FF2B5EF4-FFF2-40B4-BE49-F238E27FC236}">
                <a16:creationId xmlns:a16="http://schemas.microsoft.com/office/drawing/2014/main" id="{8C09DBB4-DB58-1BC5-B8DC-3AE6F63F7E85}"/>
              </a:ext>
            </a:extLst>
          </p:cNvPr>
          <p:cNvSpPr/>
          <p:nvPr/>
        </p:nvSpPr>
        <p:spPr>
          <a:xfrm>
            <a:off x="1820652" y="3032737"/>
            <a:ext cx="773051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그룹관리</a:t>
            </a:r>
          </a:p>
        </p:txBody>
      </p:sp>
      <p:sp>
        <p:nvSpPr>
          <p:cNvPr id="26" name="모서리가 둥근 직사각형 83">
            <a:extLst>
              <a:ext uri="{FF2B5EF4-FFF2-40B4-BE49-F238E27FC236}">
                <a16:creationId xmlns:a16="http://schemas.microsoft.com/office/drawing/2014/main" id="{1054B271-E32D-9120-0344-D7FF595A334D}"/>
              </a:ext>
            </a:extLst>
          </p:cNvPr>
          <p:cNvSpPr/>
          <p:nvPr/>
        </p:nvSpPr>
        <p:spPr>
          <a:xfrm>
            <a:off x="1820652" y="3244121"/>
            <a:ext cx="773051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작업관리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모서리가 둥근 직사각형 83">
            <a:extLst>
              <a:ext uri="{FF2B5EF4-FFF2-40B4-BE49-F238E27FC236}">
                <a16:creationId xmlns:a16="http://schemas.microsoft.com/office/drawing/2014/main" id="{CB97E286-1A2C-1BC5-9334-47AF563F8D99}"/>
              </a:ext>
            </a:extLst>
          </p:cNvPr>
          <p:cNvSpPr/>
          <p:nvPr/>
        </p:nvSpPr>
        <p:spPr>
          <a:xfrm>
            <a:off x="1820652" y="3455505"/>
            <a:ext cx="773051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메뉴설정관리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모서리가 둥근 직사각형 83">
            <a:extLst>
              <a:ext uri="{FF2B5EF4-FFF2-40B4-BE49-F238E27FC236}">
                <a16:creationId xmlns:a16="http://schemas.microsoft.com/office/drawing/2014/main" id="{ABB6121E-5F3E-39D2-4783-A057251FD9EF}"/>
              </a:ext>
            </a:extLst>
          </p:cNvPr>
          <p:cNvSpPr/>
          <p:nvPr/>
        </p:nvSpPr>
        <p:spPr>
          <a:xfrm>
            <a:off x="1826740" y="3664346"/>
            <a:ext cx="1131824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사이트관리자메뉴관리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모서리가 둥근 직사각형 83">
            <a:extLst>
              <a:ext uri="{FF2B5EF4-FFF2-40B4-BE49-F238E27FC236}">
                <a16:creationId xmlns:a16="http://schemas.microsoft.com/office/drawing/2014/main" id="{DEBEFDDC-1495-0896-354A-52DFF5058E96}"/>
              </a:ext>
            </a:extLst>
          </p:cNvPr>
          <p:cNvSpPr/>
          <p:nvPr/>
        </p:nvSpPr>
        <p:spPr>
          <a:xfrm>
            <a:off x="1820652" y="3870961"/>
            <a:ext cx="773051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약관및정책설정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모서리가 둥근 직사각형 83">
            <a:extLst>
              <a:ext uri="{FF2B5EF4-FFF2-40B4-BE49-F238E27FC236}">
                <a16:creationId xmlns:a16="http://schemas.microsoft.com/office/drawing/2014/main" id="{4284B817-BCA4-6E9B-CA65-F68A5EC8483A}"/>
              </a:ext>
            </a:extLst>
          </p:cNvPr>
          <p:cNvSpPr/>
          <p:nvPr/>
        </p:nvSpPr>
        <p:spPr>
          <a:xfrm>
            <a:off x="1820652" y="4077843"/>
            <a:ext cx="773051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데이터정리</a:t>
            </a:r>
          </a:p>
        </p:txBody>
      </p:sp>
      <p:sp>
        <p:nvSpPr>
          <p:cNvPr id="31" name="모서리가 둥근 직사각형 83">
            <a:extLst>
              <a:ext uri="{FF2B5EF4-FFF2-40B4-BE49-F238E27FC236}">
                <a16:creationId xmlns:a16="http://schemas.microsoft.com/office/drawing/2014/main" id="{63DACC69-76C6-AF07-FD9C-18ACA2307192}"/>
              </a:ext>
            </a:extLst>
          </p:cNvPr>
          <p:cNvSpPr/>
          <p:nvPr/>
        </p:nvSpPr>
        <p:spPr>
          <a:xfrm>
            <a:off x="1820652" y="4278466"/>
            <a:ext cx="773051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SNS KEY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모서리가 둥근 직사각형 83">
            <a:extLst>
              <a:ext uri="{FF2B5EF4-FFF2-40B4-BE49-F238E27FC236}">
                <a16:creationId xmlns:a16="http://schemas.microsoft.com/office/drawing/2014/main" id="{49212E17-62F4-ED51-DE4E-4FA2437529A5}"/>
              </a:ext>
            </a:extLst>
          </p:cNvPr>
          <p:cNvSpPr/>
          <p:nvPr/>
        </p:nvSpPr>
        <p:spPr>
          <a:xfrm>
            <a:off x="3012933" y="2560535"/>
            <a:ext cx="638885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설정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7" name="모서리가 둥근 직사각형 83">
            <a:extLst>
              <a:ext uri="{FF2B5EF4-FFF2-40B4-BE49-F238E27FC236}">
                <a16:creationId xmlns:a16="http://schemas.microsoft.com/office/drawing/2014/main" id="{CB00640D-8DC6-03A0-78BA-A28C1C974D8A}"/>
              </a:ext>
            </a:extLst>
          </p:cNvPr>
          <p:cNvSpPr/>
          <p:nvPr/>
        </p:nvSpPr>
        <p:spPr>
          <a:xfrm>
            <a:off x="3677250" y="2560535"/>
            <a:ext cx="638885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관리자등록</a:t>
            </a:r>
          </a:p>
        </p:txBody>
      </p:sp>
      <p:sp>
        <p:nvSpPr>
          <p:cNvPr id="38" name="모서리가 둥근 직사각형 83">
            <a:extLst>
              <a:ext uri="{FF2B5EF4-FFF2-40B4-BE49-F238E27FC236}">
                <a16:creationId xmlns:a16="http://schemas.microsoft.com/office/drawing/2014/main" id="{2869AA27-E7C3-617B-3451-FCB592E930AE}"/>
              </a:ext>
            </a:extLst>
          </p:cNvPr>
          <p:cNvSpPr/>
          <p:nvPr/>
        </p:nvSpPr>
        <p:spPr>
          <a:xfrm>
            <a:off x="4341567" y="2560535"/>
            <a:ext cx="638885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관리자열기</a:t>
            </a:r>
          </a:p>
        </p:txBody>
      </p:sp>
      <p:sp>
        <p:nvSpPr>
          <p:cNvPr id="39" name="모서리가 둥근 직사각형 83">
            <a:extLst>
              <a:ext uri="{FF2B5EF4-FFF2-40B4-BE49-F238E27FC236}">
                <a16:creationId xmlns:a16="http://schemas.microsoft.com/office/drawing/2014/main" id="{DDA17CB7-DC71-8588-2687-F26C3EBFA209}"/>
              </a:ext>
            </a:extLst>
          </p:cNvPr>
          <p:cNvSpPr/>
          <p:nvPr/>
        </p:nvSpPr>
        <p:spPr>
          <a:xfrm>
            <a:off x="3440832" y="2793298"/>
            <a:ext cx="702774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상세정보</a:t>
            </a:r>
          </a:p>
        </p:txBody>
      </p:sp>
      <p:cxnSp>
        <p:nvCxnSpPr>
          <p:cNvPr id="40" name="꺾인 연결선 111">
            <a:extLst>
              <a:ext uri="{FF2B5EF4-FFF2-40B4-BE49-F238E27FC236}">
                <a16:creationId xmlns:a16="http://schemas.microsoft.com/office/drawing/2014/main" id="{B59963A9-9D8B-6040-87CC-2943F1580346}"/>
              </a:ext>
            </a:extLst>
          </p:cNvPr>
          <p:cNvCxnSpPr>
            <a:cxnSpLocks/>
            <a:stCxn id="39" idx="1"/>
            <a:endCxn id="36" idx="2"/>
          </p:cNvCxnSpPr>
          <p:nvPr/>
        </p:nvCxnSpPr>
        <p:spPr>
          <a:xfrm rot="10800000">
            <a:off x="3332376" y="2732673"/>
            <a:ext cx="108456" cy="146694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모서리가 둥근 직사각형 83">
            <a:extLst>
              <a:ext uri="{FF2B5EF4-FFF2-40B4-BE49-F238E27FC236}">
                <a16:creationId xmlns:a16="http://schemas.microsoft.com/office/drawing/2014/main" id="{548ED135-E9F0-3B49-CC13-30CBB53BB981}"/>
              </a:ext>
            </a:extLst>
          </p:cNvPr>
          <p:cNvSpPr/>
          <p:nvPr/>
        </p:nvSpPr>
        <p:spPr>
          <a:xfrm>
            <a:off x="4167947" y="2793298"/>
            <a:ext cx="702774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부가정보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모서리가 둥근 직사각형 83">
            <a:extLst>
              <a:ext uri="{FF2B5EF4-FFF2-40B4-BE49-F238E27FC236}">
                <a16:creationId xmlns:a16="http://schemas.microsoft.com/office/drawing/2014/main" id="{2D168DC4-D3EA-AA76-BB8C-7F032AB944ED}"/>
              </a:ext>
            </a:extLst>
          </p:cNvPr>
          <p:cNvSpPr/>
          <p:nvPr/>
        </p:nvSpPr>
        <p:spPr>
          <a:xfrm>
            <a:off x="4901959" y="2793298"/>
            <a:ext cx="702774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도메인관리</a:t>
            </a:r>
          </a:p>
        </p:txBody>
      </p:sp>
      <p:sp>
        <p:nvSpPr>
          <p:cNvPr id="45" name="모서리가 둥근 직사각형 83">
            <a:extLst>
              <a:ext uri="{FF2B5EF4-FFF2-40B4-BE49-F238E27FC236}">
                <a16:creationId xmlns:a16="http://schemas.microsoft.com/office/drawing/2014/main" id="{D21515C2-393E-537C-DC82-B5ADE7DEFF99}"/>
              </a:ext>
            </a:extLst>
          </p:cNvPr>
          <p:cNvSpPr/>
          <p:nvPr/>
        </p:nvSpPr>
        <p:spPr>
          <a:xfrm>
            <a:off x="5631180" y="2793298"/>
            <a:ext cx="702774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상태관리</a:t>
            </a:r>
          </a:p>
        </p:txBody>
      </p:sp>
      <p:sp>
        <p:nvSpPr>
          <p:cNvPr id="46" name="모서리가 둥근 직사각형 83">
            <a:extLst>
              <a:ext uri="{FF2B5EF4-FFF2-40B4-BE49-F238E27FC236}">
                <a16:creationId xmlns:a16="http://schemas.microsoft.com/office/drawing/2014/main" id="{DA9BE4AB-1938-D749-28C6-6DEF75C8C4CF}"/>
              </a:ext>
            </a:extLst>
          </p:cNvPr>
          <p:cNvSpPr/>
          <p:nvPr/>
        </p:nvSpPr>
        <p:spPr>
          <a:xfrm>
            <a:off x="6360401" y="2793298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약관및정책관리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모서리가 둥근 직사각형 83">
            <a:extLst>
              <a:ext uri="{FF2B5EF4-FFF2-40B4-BE49-F238E27FC236}">
                <a16:creationId xmlns:a16="http://schemas.microsoft.com/office/drawing/2014/main" id="{AF12AD9F-B649-811C-F0EE-DB017F8ECB6A}"/>
              </a:ext>
            </a:extLst>
          </p:cNvPr>
          <p:cNvSpPr/>
          <p:nvPr/>
        </p:nvSpPr>
        <p:spPr>
          <a:xfrm>
            <a:off x="7327031" y="2793298"/>
            <a:ext cx="935392" cy="172138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사이트관리자관리</a:t>
            </a:r>
          </a:p>
        </p:txBody>
      </p:sp>
      <p:sp>
        <p:nvSpPr>
          <p:cNvPr id="48" name="모서리가 둥근 직사각형 83">
            <a:extLst>
              <a:ext uri="{FF2B5EF4-FFF2-40B4-BE49-F238E27FC236}">
                <a16:creationId xmlns:a16="http://schemas.microsoft.com/office/drawing/2014/main" id="{C23991B5-8F48-E3D5-0182-5353C10ADE32}"/>
              </a:ext>
            </a:extLst>
          </p:cNvPr>
          <p:cNvSpPr/>
          <p:nvPr/>
        </p:nvSpPr>
        <p:spPr>
          <a:xfrm>
            <a:off x="8293661" y="2793298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첨부파일제공용량</a:t>
            </a:r>
          </a:p>
        </p:txBody>
      </p:sp>
      <p:cxnSp>
        <p:nvCxnSpPr>
          <p:cNvPr id="49" name="꺾인 연결선 111">
            <a:extLst>
              <a:ext uri="{FF2B5EF4-FFF2-40B4-BE49-F238E27FC236}">
                <a16:creationId xmlns:a16="http://schemas.microsoft.com/office/drawing/2014/main" id="{856DC4E1-2F61-E92E-3B84-73D066DBFDD6}"/>
              </a:ext>
            </a:extLst>
          </p:cNvPr>
          <p:cNvCxnSpPr>
            <a:cxnSpLocks/>
            <a:stCxn id="25" idx="1"/>
            <a:endCxn id="81" idx="2"/>
          </p:cNvCxnSpPr>
          <p:nvPr/>
        </p:nvCxnSpPr>
        <p:spPr>
          <a:xfrm rot="10800000">
            <a:off x="1668008" y="2282744"/>
            <a:ext cx="152644" cy="836063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 111">
            <a:extLst>
              <a:ext uri="{FF2B5EF4-FFF2-40B4-BE49-F238E27FC236}">
                <a16:creationId xmlns:a16="http://schemas.microsoft.com/office/drawing/2014/main" id="{F573ED33-F036-B1C5-76B4-AE9E6BC41C27}"/>
              </a:ext>
            </a:extLst>
          </p:cNvPr>
          <p:cNvCxnSpPr>
            <a:cxnSpLocks/>
            <a:stCxn id="26" idx="1"/>
            <a:endCxn id="81" idx="2"/>
          </p:cNvCxnSpPr>
          <p:nvPr/>
        </p:nvCxnSpPr>
        <p:spPr>
          <a:xfrm rot="10800000">
            <a:off x="1668008" y="2282744"/>
            <a:ext cx="152644" cy="104744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꺾인 연결선 111">
            <a:extLst>
              <a:ext uri="{FF2B5EF4-FFF2-40B4-BE49-F238E27FC236}">
                <a16:creationId xmlns:a16="http://schemas.microsoft.com/office/drawing/2014/main" id="{7E44FA47-6C7D-6E2A-FB96-914105212FF5}"/>
              </a:ext>
            </a:extLst>
          </p:cNvPr>
          <p:cNvCxnSpPr>
            <a:cxnSpLocks/>
            <a:stCxn id="27" idx="1"/>
            <a:endCxn id="81" idx="2"/>
          </p:cNvCxnSpPr>
          <p:nvPr/>
        </p:nvCxnSpPr>
        <p:spPr>
          <a:xfrm rot="10800000">
            <a:off x="1668008" y="2282744"/>
            <a:ext cx="152644" cy="1258831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꺾인 연결선 111">
            <a:extLst>
              <a:ext uri="{FF2B5EF4-FFF2-40B4-BE49-F238E27FC236}">
                <a16:creationId xmlns:a16="http://schemas.microsoft.com/office/drawing/2014/main" id="{9E6858D9-9EE6-2291-B25C-D08820B7297F}"/>
              </a:ext>
            </a:extLst>
          </p:cNvPr>
          <p:cNvCxnSpPr>
            <a:cxnSpLocks/>
            <a:stCxn id="28" idx="1"/>
            <a:endCxn id="81" idx="2"/>
          </p:cNvCxnSpPr>
          <p:nvPr/>
        </p:nvCxnSpPr>
        <p:spPr>
          <a:xfrm rot="10800000">
            <a:off x="1668008" y="2282743"/>
            <a:ext cx="158732" cy="146767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연결선 111">
            <a:extLst>
              <a:ext uri="{FF2B5EF4-FFF2-40B4-BE49-F238E27FC236}">
                <a16:creationId xmlns:a16="http://schemas.microsoft.com/office/drawing/2014/main" id="{CA0A95E2-D1BD-24F0-A4CE-FC1F763F627A}"/>
              </a:ext>
            </a:extLst>
          </p:cNvPr>
          <p:cNvCxnSpPr>
            <a:cxnSpLocks/>
            <a:stCxn id="29" idx="1"/>
            <a:endCxn id="81" idx="2"/>
          </p:cNvCxnSpPr>
          <p:nvPr/>
        </p:nvCxnSpPr>
        <p:spPr>
          <a:xfrm rot="10800000">
            <a:off x="1668008" y="2282744"/>
            <a:ext cx="152644" cy="167428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꺾인 연결선 111">
            <a:extLst>
              <a:ext uri="{FF2B5EF4-FFF2-40B4-BE49-F238E27FC236}">
                <a16:creationId xmlns:a16="http://schemas.microsoft.com/office/drawing/2014/main" id="{01E30346-6CB9-01AA-FAE1-3D23A2C2C436}"/>
              </a:ext>
            </a:extLst>
          </p:cNvPr>
          <p:cNvCxnSpPr>
            <a:cxnSpLocks/>
            <a:stCxn id="30" idx="1"/>
            <a:endCxn id="81" idx="2"/>
          </p:cNvCxnSpPr>
          <p:nvPr/>
        </p:nvCxnSpPr>
        <p:spPr>
          <a:xfrm rot="10800000">
            <a:off x="1668008" y="2282744"/>
            <a:ext cx="152644" cy="1881169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111">
            <a:extLst>
              <a:ext uri="{FF2B5EF4-FFF2-40B4-BE49-F238E27FC236}">
                <a16:creationId xmlns:a16="http://schemas.microsoft.com/office/drawing/2014/main" id="{DB930088-0DF7-F307-ED46-BBD8CF442A5B}"/>
              </a:ext>
            </a:extLst>
          </p:cNvPr>
          <p:cNvCxnSpPr>
            <a:cxnSpLocks/>
            <a:stCxn id="31" idx="1"/>
            <a:endCxn id="81" idx="2"/>
          </p:cNvCxnSpPr>
          <p:nvPr/>
        </p:nvCxnSpPr>
        <p:spPr>
          <a:xfrm rot="10800000">
            <a:off x="1668008" y="2282743"/>
            <a:ext cx="152644" cy="208179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모서리가 둥근 직사각형 83">
            <a:extLst>
              <a:ext uri="{FF2B5EF4-FFF2-40B4-BE49-F238E27FC236}">
                <a16:creationId xmlns:a16="http://schemas.microsoft.com/office/drawing/2014/main" id="{54C73558-30C2-0CD7-AEFC-80655F46E27F}"/>
              </a:ext>
            </a:extLst>
          </p:cNvPr>
          <p:cNvSpPr/>
          <p:nvPr/>
        </p:nvSpPr>
        <p:spPr>
          <a:xfrm>
            <a:off x="3440832" y="3002114"/>
            <a:ext cx="702774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데이터이관</a:t>
            </a:r>
          </a:p>
        </p:txBody>
      </p:sp>
      <p:sp>
        <p:nvSpPr>
          <p:cNvPr id="73" name="모서리가 둥근 직사각형 83">
            <a:extLst>
              <a:ext uri="{FF2B5EF4-FFF2-40B4-BE49-F238E27FC236}">
                <a16:creationId xmlns:a16="http://schemas.microsoft.com/office/drawing/2014/main" id="{13D19EA6-C3C7-1A67-5B91-336274CC92BF}"/>
              </a:ext>
            </a:extLst>
          </p:cNvPr>
          <p:cNvSpPr/>
          <p:nvPr/>
        </p:nvSpPr>
        <p:spPr>
          <a:xfrm>
            <a:off x="4167947" y="3002114"/>
            <a:ext cx="702774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모듈권한관리</a:t>
            </a:r>
          </a:p>
        </p:txBody>
      </p:sp>
      <p:sp>
        <p:nvSpPr>
          <p:cNvPr id="74" name="모서리가 둥근 직사각형 83">
            <a:extLst>
              <a:ext uri="{FF2B5EF4-FFF2-40B4-BE49-F238E27FC236}">
                <a16:creationId xmlns:a16="http://schemas.microsoft.com/office/drawing/2014/main" id="{7837275C-E9BD-F993-4A8E-39E7DFA95FA6}"/>
              </a:ext>
            </a:extLst>
          </p:cNvPr>
          <p:cNvSpPr/>
          <p:nvPr/>
        </p:nvSpPr>
        <p:spPr>
          <a:xfrm>
            <a:off x="4901959" y="3002114"/>
            <a:ext cx="792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템플릿권한관리</a:t>
            </a:r>
          </a:p>
        </p:txBody>
      </p:sp>
      <p:pic>
        <p:nvPicPr>
          <p:cNvPr id="77" name="Picture 864" descr="j025511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302" y="2664913"/>
            <a:ext cx="188449" cy="177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714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/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4975436" y="2140622"/>
            <a:ext cx="4765463" cy="1092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고등학생 대상 장학금 신청 및 관리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● 프로그램 조회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● 프로그램 등록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● 프로그램 설정 </a:t>
            </a:r>
            <a:r>
              <a:rPr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: </a:t>
            </a: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기본정보</a:t>
            </a:r>
            <a:r>
              <a:rPr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, </a:t>
            </a: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접수관리</a:t>
            </a:r>
            <a:r>
              <a:rPr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, </a:t>
            </a: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선발관리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● 담당자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/>
          <p:cNvSpPr txBox="1">
            <a:spLocks noChangeArrowheads="1"/>
          </p:cNvSpPr>
          <p:nvPr/>
        </p:nvSpPr>
        <p:spPr bwMode="auto">
          <a:xfrm>
            <a:off x="4886305" y="1477454"/>
            <a:ext cx="37030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프로그램신청관리</a:t>
            </a: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&gt;</a:t>
            </a: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고등학생장학금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/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01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055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A775E-7DBC-96BB-BF79-8218869BD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8A91F07-6825-914B-F32C-C4D729D2D210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 조회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9ECED9-D12B-5C4D-3D45-400937C43F34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기본정보관리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설정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AB8341DF-D8C5-A98D-CB58-A245E73A92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871898"/>
              </p:ext>
            </p:extLst>
          </p:nvPr>
        </p:nvGraphicFramePr>
        <p:xfrm>
          <a:off x="6969418" y="2548005"/>
          <a:ext cx="2772114" cy="207528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시스템관리자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기본정보관리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설정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탭 메뉴 중 사이트관리자관리 클릭 시 보임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개설된 해당 홈페이지 대상 사이트관리자를 등록하고 관리 하는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 명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해당 홈페이지의 사이트 명을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아이디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해당 홈페이지 대상 등록된 사이트관리자의 아이디를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해당 홈페이지 대상 등록된 사이트관리자의 이름을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가입일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홈페이지 대상 해당 사이트관리자가 등록된 일자를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설정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시 사이트관리자 정보 설정 화면으로 이동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해당 홈페이지 대상 사이트관리자를 등록할 수 있는 화면이 보임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선택삭제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사이트관리자 목록에서 사이트관리자 선택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선택삭제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일괄 삭제 처리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AD1DFD93-795E-8E83-B2FD-C41A9FD04CC7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pmh_hit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4294E1-467F-C5DC-0178-A4E08402F3CB}"/>
              </a:ext>
            </a:extLst>
          </p:cNvPr>
          <p:cNvSpPr/>
          <p:nvPr/>
        </p:nvSpPr>
        <p:spPr>
          <a:xfrm>
            <a:off x="1286116" y="1800504"/>
            <a:ext cx="5611100" cy="468919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b="1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B0AB76F-71C1-EB4B-158F-5A32AEE34909}"/>
              </a:ext>
            </a:extLst>
          </p:cNvPr>
          <p:cNvSpPr/>
          <p:nvPr/>
        </p:nvSpPr>
        <p:spPr>
          <a:xfrm>
            <a:off x="236538" y="1800504"/>
            <a:ext cx="1008050" cy="468919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b="1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66A0E7-4510-6A42-AEEC-3649206C8C87}"/>
              </a:ext>
            </a:extLst>
          </p:cNvPr>
          <p:cNvSpPr/>
          <p:nvPr/>
        </p:nvSpPr>
        <p:spPr>
          <a:xfrm>
            <a:off x="236538" y="1376772"/>
            <a:ext cx="6660678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b="1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F8C1E09-63BE-CAD5-0222-D89781675946}"/>
              </a:ext>
            </a:extLst>
          </p:cNvPr>
          <p:cNvSpPr/>
          <p:nvPr/>
        </p:nvSpPr>
        <p:spPr>
          <a:xfrm>
            <a:off x="5806688" y="1512762"/>
            <a:ext cx="538610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ko-KR" altLang="en-US" sz="700" b="1">
                <a:solidFill>
                  <a:prstClr val="black"/>
                </a:solidFill>
              </a:rPr>
              <a:t>사이트관리자</a:t>
            </a:r>
          </a:p>
        </p:txBody>
      </p:sp>
      <p:sp>
        <p:nvSpPr>
          <p:cNvPr id="11" name="모서리가 둥근 직사각형 83">
            <a:extLst>
              <a:ext uri="{FF2B5EF4-FFF2-40B4-BE49-F238E27FC236}">
                <a16:creationId xmlns:a16="http://schemas.microsoft.com/office/drawing/2014/main" id="{12164FD6-7840-E8CB-A224-15A176DE7882}"/>
              </a:ext>
            </a:extLst>
          </p:cNvPr>
          <p:cNvSpPr/>
          <p:nvPr/>
        </p:nvSpPr>
        <p:spPr>
          <a:xfrm>
            <a:off x="6408400" y="1463605"/>
            <a:ext cx="426117" cy="196385"/>
          </a:xfrm>
          <a:prstGeom prst="roundRect">
            <a:avLst>
              <a:gd name="adj" fmla="val 9419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r>
              <a:rPr lang="ko-KR" altLang="en-US" sz="600" b="1">
                <a:solidFill>
                  <a:prstClr val="black">
                    <a:lumMod val="95000"/>
                    <a:lumOff val="5000"/>
                  </a:prstClr>
                </a:solidFill>
              </a:rPr>
              <a:t>로그아웃</a:t>
            </a:r>
          </a:p>
        </p:txBody>
      </p:sp>
      <p:pic>
        <p:nvPicPr>
          <p:cNvPr id="12" name="Picture 5" descr="D:\05 문서\02 문서 디자인\아이콘\icon2\65097-200.png">
            <a:extLst>
              <a:ext uri="{FF2B5EF4-FFF2-40B4-BE49-F238E27FC236}">
                <a16:creationId xmlns:a16="http://schemas.microsoft.com/office/drawing/2014/main" id="{EBB8C3BB-7A9E-29BC-06EA-BB49EE628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8764" y="1482540"/>
            <a:ext cx="145564" cy="14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BB6263D9-2542-06D9-21B9-5E0975ACA754}"/>
              </a:ext>
            </a:extLst>
          </p:cNvPr>
          <p:cNvSpPr/>
          <p:nvPr/>
        </p:nvSpPr>
        <p:spPr>
          <a:xfrm>
            <a:off x="5691671" y="1887544"/>
            <a:ext cx="1141338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ko-KR" altLang="en-US" sz="600" dirty="0">
                <a:solidFill>
                  <a:prstClr val="black"/>
                </a:solidFill>
              </a:rPr>
              <a:t>홈 </a:t>
            </a:r>
            <a:r>
              <a:rPr lang="en-US" altLang="ko-KR" sz="600" dirty="0">
                <a:solidFill>
                  <a:prstClr val="black"/>
                </a:solidFill>
              </a:rPr>
              <a:t>&gt; </a:t>
            </a:r>
            <a:r>
              <a:rPr lang="ko-KR" altLang="en-US" sz="600" dirty="0">
                <a:solidFill>
                  <a:prstClr val="black"/>
                </a:solidFill>
              </a:rPr>
              <a:t>사이트관리 </a:t>
            </a:r>
            <a:r>
              <a:rPr lang="en-US" altLang="ko-KR" sz="600" dirty="0">
                <a:solidFill>
                  <a:prstClr val="black"/>
                </a:solidFill>
              </a:rPr>
              <a:t>&gt; </a:t>
            </a:r>
            <a:r>
              <a:rPr lang="ko-KR" altLang="en-US" sz="600" dirty="0">
                <a:solidFill>
                  <a:prstClr val="black"/>
                </a:solidFill>
              </a:rPr>
              <a:t>기본정보관리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1AFE84E-EE1E-1D68-CFDA-C96DD9DA5524}"/>
              </a:ext>
            </a:extLst>
          </p:cNvPr>
          <p:cNvSpPr/>
          <p:nvPr/>
        </p:nvSpPr>
        <p:spPr>
          <a:xfrm>
            <a:off x="1362111" y="1890280"/>
            <a:ext cx="692497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900" b="1" dirty="0">
                <a:solidFill>
                  <a:prstClr val="black"/>
                </a:solidFill>
              </a:rPr>
              <a:t>기본정보관리</a:t>
            </a:r>
          </a:p>
        </p:txBody>
      </p:sp>
      <p:pic>
        <p:nvPicPr>
          <p:cNvPr id="17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67ABEC4B-F094-BC4D-08F6-67C1791B7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93" y="1480278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E26F95B1-4C49-E38F-4B8A-4BEEA30EAF4E}"/>
              </a:ext>
            </a:extLst>
          </p:cNvPr>
          <p:cNvSpPr/>
          <p:nvPr/>
        </p:nvSpPr>
        <p:spPr>
          <a:xfrm>
            <a:off x="292427" y="1854920"/>
            <a:ext cx="448841" cy="267509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lang="ko-KR" altLang="en-US" sz="700" b="1" dirty="0" err="1">
                <a:solidFill>
                  <a:prstClr val="black"/>
                </a:solidFill>
              </a:rPr>
              <a:t>대시보드</a:t>
            </a: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r>
              <a:rPr lang="ko-KR" altLang="en-US" sz="700" b="1" u="sng" dirty="0">
                <a:solidFill>
                  <a:prstClr val="black"/>
                </a:solidFill>
              </a:rPr>
              <a:t>사이트관리</a:t>
            </a:r>
            <a:endParaRPr lang="en-US" altLang="ko-KR" sz="700" b="1" u="sng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r>
              <a:rPr lang="ko-KR" altLang="en-US" sz="700" b="1" dirty="0">
                <a:solidFill>
                  <a:prstClr val="black"/>
                </a:solidFill>
              </a:rPr>
              <a:t>모듈관리</a:t>
            </a: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r>
              <a:rPr lang="ko-KR" altLang="en-US" sz="700" b="1" dirty="0">
                <a:solidFill>
                  <a:prstClr val="black"/>
                </a:solidFill>
              </a:rPr>
              <a:t>템플릿관리</a:t>
            </a: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r>
              <a:rPr lang="ko-KR" altLang="en-US" sz="700" b="1" dirty="0">
                <a:solidFill>
                  <a:prstClr val="black"/>
                </a:solidFill>
              </a:rPr>
              <a:t>서브페이지</a:t>
            </a: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r>
              <a:rPr lang="ko-KR" altLang="en-US" sz="700" b="1" dirty="0">
                <a:solidFill>
                  <a:prstClr val="black"/>
                </a:solidFill>
              </a:rPr>
              <a:t>회원관리</a:t>
            </a: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r>
              <a:rPr lang="ko-KR" altLang="en-US" sz="700" b="1" dirty="0">
                <a:solidFill>
                  <a:prstClr val="black"/>
                </a:solidFill>
              </a:rPr>
              <a:t>운영관리</a:t>
            </a: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r>
              <a:rPr lang="ko-KR" altLang="en-US" sz="700" b="1" dirty="0">
                <a:solidFill>
                  <a:prstClr val="black"/>
                </a:solidFill>
              </a:rPr>
              <a:t>통계관리</a:t>
            </a: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r>
              <a:rPr lang="ko-KR" altLang="en-US" sz="700" b="1" dirty="0">
                <a:solidFill>
                  <a:prstClr val="black"/>
                </a:solidFill>
              </a:rPr>
              <a:t>운영지원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3370C84-C824-D873-34DD-619C217CD68C}"/>
              </a:ext>
            </a:extLst>
          </p:cNvPr>
          <p:cNvSpPr/>
          <p:nvPr/>
        </p:nvSpPr>
        <p:spPr>
          <a:xfrm>
            <a:off x="344488" y="2190391"/>
            <a:ext cx="862416" cy="9182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92075" indent="-92075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600" u="sng" dirty="0">
                <a:solidFill>
                  <a:prstClr val="black"/>
                </a:solidFill>
              </a:rPr>
              <a:t>기본정보관리</a:t>
            </a:r>
            <a:endParaRPr lang="en-US" altLang="ko-KR" sz="600" u="sng" dirty="0">
              <a:solidFill>
                <a:prstClr val="black"/>
              </a:solidFill>
            </a:endParaRPr>
          </a:p>
          <a:p>
            <a:pPr marL="92075" indent="-92075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600" dirty="0">
                <a:solidFill>
                  <a:prstClr val="black"/>
                </a:solidFill>
              </a:rPr>
              <a:t>그룹관리</a:t>
            </a:r>
            <a:endParaRPr lang="en-US" altLang="ko-KR" sz="600" dirty="0">
              <a:solidFill>
                <a:prstClr val="black"/>
              </a:solidFill>
            </a:endParaRPr>
          </a:p>
          <a:p>
            <a:pPr marL="92075" indent="-92075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600" dirty="0">
                <a:solidFill>
                  <a:prstClr val="black"/>
                </a:solidFill>
              </a:rPr>
              <a:t>작업관리</a:t>
            </a:r>
            <a:endParaRPr lang="en-US" altLang="ko-KR" sz="600" dirty="0">
              <a:solidFill>
                <a:prstClr val="black"/>
              </a:solidFill>
            </a:endParaRPr>
          </a:p>
          <a:p>
            <a:pPr marL="92075" indent="-92075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600" dirty="0">
                <a:solidFill>
                  <a:prstClr val="black"/>
                </a:solidFill>
              </a:rPr>
              <a:t>메뉴설정관리</a:t>
            </a:r>
            <a:endParaRPr lang="en-US" altLang="ko-KR" sz="600" dirty="0">
              <a:solidFill>
                <a:prstClr val="black"/>
              </a:solidFill>
            </a:endParaRPr>
          </a:p>
          <a:p>
            <a:pPr marL="92075" indent="-92075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600" dirty="0">
                <a:solidFill>
                  <a:prstClr val="black"/>
                </a:solidFill>
              </a:rPr>
              <a:t>사이트관리자메뉴관리</a:t>
            </a:r>
            <a:endParaRPr lang="en-US" altLang="ko-KR" sz="600" dirty="0">
              <a:solidFill>
                <a:prstClr val="black"/>
              </a:solidFill>
            </a:endParaRPr>
          </a:p>
          <a:p>
            <a:pPr marL="92075" indent="-92075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600" dirty="0" err="1">
                <a:solidFill>
                  <a:prstClr val="black"/>
                </a:solidFill>
              </a:rPr>
              <a:t>약관및정책설정</a:t>
            </a:r>
            <a:endParaRPr lang="en-US" altLang="ko-KR" sz="600" dirty="0">
              <a:solidFill>
                <a:prstClr val="black"/>
              </a:solidFill>
            </a:endParaRPr>
          </a:p>
          <a:p>
            <a:pPr marL="92075" indent="-92075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600" dirty="0">
                <a:solidFill>
                  <a:prstClr val="black"/>
                </a:solidFill>
              </a:rPr>
              <a:t>데이터정리</a:t>
            </a:r>
            <a:endParaRPr lang="en-US" altLang="ko-KR" sz="600" dirty="0">
              <a:solidFill>
                <a:prstClr val="black"/>
              </a:solidFill>
            </a:endParaRPr>
          </a:p>
          <a:p>
            <a:pPr marL="92075" indent="-92075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sz="600" dirty="0">
                <a:solidFill>
                  <a:prstClr val="black"/>
                </a:solidFill>
              </a:rPr>
              <a:t>SNS KEY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5F1146D-A7E3-9199-AD89-B57C2E1F8A74}"/>
              </a:ext>
            </a:extLst>
          </p:cNvPr>
          <p:cNvCxnSpPr>
            <a:cxnSpLocks/>
          </p:cNvCxnSpPr>
          <p:nvPr/>
        </p:nvCxnSpPr>
        <p:spPr>
          <a:xfrm>
            <a:off x="1371732" y="2279292"/>
            <a:ext cx="538146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C87525B-E34F-FCB5-39B4-9493E21263BF}"/>
              </a:ext>
            </a:extLst>
          </p:cNvPr>
          <p:cNvSpPr/>
          <p:nvPr/>
        </p:nvSpPr>
        <p:spPr>
          <a:xfrm>
            <a:off x="1429412" y="2124540"/>
            <a:ext cx="359073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 dirty="0" err="1">
                <a:solidFill>
                  <a:prstClr val="black"/>
                </a:solidFill>
              </a:rPr>
              <a:t>샹세정보</a:t>
            </a:r>
            <a:endParaRPr lang="ko-KR" altLang="en-US" sz="700" b="1" dirty="0">
              <a:solidFill>
                <a:prstClr val="black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ECD9CD6-6C55-18ED-5B1C-FD80AA777C94}"/>
              </a:ext>
            </a:extLst>
          </p:cNvPr>
          <p:cNvSpPr/>
          <p:nvPr/>
        </p:nvSpPr>
        <p:spPr>
          <a:xfrm>
            <a:off x="1938195" y="2124540"/>
            <a:ext cx="359073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>
                <a:solidFill>
                  <a:prstClr val="black"/>
                </a:solidFill>
              </a:rPr>
              <a:t>부가정보</a:t>
            </a:r>
            <a:endParaRPr lang="ko-KR" altLang="en-US" sz="700" b="1" dirty="0">
              <a:solidFill>
                <a:prstClr val="black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A933E9F-0E43-FAB5-D3FF-19810CFF5FEA}"/>
              </a:ext>
            </a:extLst>
          </p:cNvPr>
          <p:cNvSpPr/>
          <p:nvPr/>
        </p:nvSpPr>
        <p:spPr>
          <a:xfrm>
            <a:off x="2446978" y="2124540"/>
            <a:ext cx="44884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>
                <a:solidFill>
                  <a:prstClr val="black"/>
                </a:solidFill>
              </a:rPr>
              <a:t>도메인관리</a:t>
            </a:r>
            <a:endParaRPr lang="ko-KR" altLang="en-US" sz="700" b="1" dirty="0">
              <a:solidFill>
                <a:prstClr val="black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02E0743-AFBC-B96D-4685-C9EFB6974363}"/>
              </a:ext>
            </a:extLst>
          </p:cNvPr>
          <p:cNvSpPr/>
          <p:nvPr/>
        </p:nvSpPr>
        <p:spPr>
          <a:xfrm>
            <a:off x="3045529" y="2124540"/>
            <a:ext cx="359073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>
                <a:solidFill>
                  <a:prstClr val="black"/>
                </a:solidFill>
              </a:rPr>
              <a:t>상태관리</a:t>
            </a:r>
            <a:endParaRPr lang="ko-KR" altLang="en-US" sz="700" b="1" dirty="0">
              <a:solidFill>
                <a:prstClr val="black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BD91AD0-4F4C-7FF6-F818-7DF6353F361B}"/>
              </a:ext>
            </a:extLst>
          </p:cNvPr>
          <p:cNvSpPr/>
          <p:nvPr/>
        </p:nvSpPr>
        <p:spPr>
          <a:xfrm>
            <a:off x="3554312" y="2124540"/>
            <a:ext cx="724557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>
                <a:solidFill>
                  <a:prstClr val="black"/>
                </a:solidFill>
              </a:rPr>
              <a:t>약관 및 정책 관리</a:t>
            </a:r>
            <a:endParaRPr lang="ko-KR" altLang="en-US" sz="700" b="1" dirty="0">
              <a:solidFill>
                <a:prstClr val="black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54D99FE-A539-85B4-954B-D75AE74439F4}"/>
              </a:ext>
            </a:extLst>
          </p:cNvPr>
          <p:cNvSpPr/>
          <p:nvPr/>
        </p:nvSpPr>
        <p:spPr>
          <a:xfrm>
            <a:off x="4428579" y="2124540"/>
            <a:ext cx="750205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 u="sng" dirty="0">
                <a:solidFill>
                  <a:prstClr val="black"/>
                </a:solidFill>
              </a:rPr>
              <a:t>사이트관리자 관리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1DFD96C-C20E-DEE5-365F-673CDE71B2A5}"/>
              </a:ext>
            </a:extLst>
          </p:cNvPr>
          <p:cNvSpPr/>
          <p:nvPr/>
        </p:nvSpPr>
        <p:spPr>
          <a:xfrm>
            <a:off x="5328494" y="2124540"/>
            <a:ext cx="718145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>
                <a:solidFill>
                  <a:prstClr val="black"/>
                </a:solidFill>
              </a:rPr>
              <a:t>첨부파일제공용량</a:t>
            </a:r>
            <a:endParaRPr lang="ko-KR" altLang="en-US" sz="700" b="1" dirty="0">
              <a:solidFill>
                <a:prstClr val="black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EC1636D-FDD4-4C9B-B104-64B9907EF0C2}"/>
              </a:ext>
            </a:extLst>
          </p:cNvPr>
          <p:cNvSpPr/>
          <p:nvPr/>
        </p:nvSpPr>
        <p:spPr>
          <a:xfrm>
            <a:off x="6196347" y="2124540"/>
            <a:ext cx="44884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>
                <a:solidFill>
                  <a:prstClr val="black"/>
                </a:solidFill>
              </a:rPr>
              <a:t>데이터이관</a:t>
            </a:r>
            <a:endParaRPr lang="ko-KR" altLang="en-US" sz="700" b="1" dirty="0">
              <a:solidFill>
                <a:prstClr val="black"/>
              </a:solidFill>
            </a:endParaRPr>
          </a:p>
        </p:txBody>
      </p:sp>
      <p:graphicFrame>
        <p:nvGraphicFramePr>
          <p:cNvPr id="1037" name="표 1036">
            <a:extLst>
              <a:ext uri="{FF2B5EF4-FFF2-40B4-BE49-F238E27FC236}">
                <a16:creationId xmlns:a16="http://schemas.microsoft.com/office/drawing/2014/main" id="{70DE8A17-7F60-83DF-CFFD-A6A9F4C2E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861016"/>
              </p:ext>
            </p:extLst>
          </p:nvPr>
        </p:nvGraphicFramePr>
        <p:xfrm>
          <a:off x="1352600" y="2564904"/>
          <a:ext cx="5455268" cy="2736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6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24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12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52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327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11846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사이트 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가입일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46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오산교육재단 홈페이지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honggildong72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2022-07-10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46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오산교육재단 홈페이지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honggildong72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2022-07-10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446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오산교육재단 홈페이지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honggildong72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2022-07-10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46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오산교육재단 홈페이지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honggildong72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2022-07-10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46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오산교육재단 홈페이지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honggildong72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2022-07-10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46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오산교육재단 홈페이지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honggildong72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2022-07-10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46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오산교육재단 홈페이지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honggildong72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2022-07-10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46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오산교육재단 홈페이지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honggildong72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2022-07-10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46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오산교육재단 홈페이지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honggildong72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2022-07-10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446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오산교육재단 홈페이지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honggildong72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2022-07-10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38" name="직사각형 1037">
            <a:extLst>
              <a:ext uri="{FF2B5EF4-FFF2-40B4-BE49-F238E27FC236}">
                <a16:creationId xmlns:a16="http://schemas.microsoft.com/office/drawing/2014/main" id="{1E2AA104-367C-798F-9FF9-0100EF8E8B78}"/>
              </a:ext>
            </a:extLst>
          </p:cNvPr>
          <p:cNvSpPr/>
          <p:nvPr/>
        </p:nvSpPr>
        <p:spPr>
          <a:xfrm>
            <a:off x="6436848" y="2825228"/>
            <a:ext cx="290591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039" name="직사각형 1038">
            <a:extLst>
              <a:ext uri="{FF2B5EF4-FFF2-40B4-BE49-F238E27FC236}">
                <a16:creationId xmlns:a16="http://schemas.microsoft.com/office/drawing/2014/main" id="{A41C596A-03CD-A0CA-8780-9F03676EC4E8}"/>
              </a:ext>
            </a:extLst>
          </p:cNvPr>
          <p:cNvSpPr/>
          <p:nvPr/>
        </p:nvSpPr>
        <p:spPr>
          <a:xfrm>
            <a:off x="3599573" y="5356169"/>
            <a:ext cx="90249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</a:rPr>
              <a:t>처음</a:t>
            </a:r>
            <a:r>
              <a:rPr lang="en-US" altLang="ko-KR" sz="700" dirty="0">
                <a:solidFill>
                  <a:prstClr val="black"/>
                </a:solidFill>
              </a:rPr>
              <a:t> ◀  1  ▶  </a:t>
            </a:r>
            <a:r>
              <a:rPr lang="ko-KR" altLang="en-US" sz="700" dirty="0">
                <a:solidFill>
                  <a:prstClr val="black"/>
                </a:solidFill>
              </a:rPr>
              <a:t>마지막</a:t>
            </a:r>
          </a:p>
        </p:txBody>
      </p:sp>
      <p:graphicFrame>
        <p:nvGraphicFramePr>
          <p:cNvPr id="1040" name="개체 1039">
            <a:extLst>
              <a:ext uri="{FF2B5EF4-FFF2-40B4-BE49-F238E27FC236}">
                <a16:creationId xmlns:a16="http://schemas.microsoft.com/office/drawing/2014/main" id="{B3BBBC22-6A31-89E3-6101-F6A9BE4603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3690447"/>
              </p:ext>
            </p:extLst>
          </p:nvPr>
        </p:nvGraphicFramePr>
        <p:xfrm>
          <a:off x="1424162" y="2616275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196" name="개체 1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4162" y="2616275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1" name="직사각형 1040">
            <a:extLst>
              <a:ext uri="{FF2B5EF4-FFF2-40B4-BE49-F238E27FC236}">
                <a16:creationId xmlns:a16="http://schemas.microsoft.com/office/drawing/2014/main" id="{63DA2ED0-5231-BFA3-79C8-2145E6E0B8FF}"/>
              </a:ext>
            </a:extLst>
          </p:cNvPr>
          <p:cNvSpPr/>
          <p:nvPr/>
        </p:nvSpPr>
        <p:spPr>
          <a:xfrm>
            <a:off x="1352600" y="5625244"/>
            <a:ext cx="486828" cy="198000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rgbClr val="FF0000"/>
                </a:solidFill>
              </a:rPr>
              <a:t>선택삭제</a:t>
            </a:r>
            <a:endParaRPr lang="ko-KR" altLang="en-US" sz="700" dirty="0">
              <a:solidFill>
                <a:srgbClr val="FF0000"/>
              </a:solidFill>
            </a:endParaRPr>
          </a:p>
        </p:txBody>
      </p:sp>
      <p:sp>
        <p:nvSpPr>
          <p:cNvPr id="1042" name="직사각형 1041">
            <a:extLst>
              <a:ext uri="{FF2B5EF4-FFF2-40B4-BE49-F238E27FC236}">
                <a16:creationId xmlns:a16="http://schemas.microsoft.com/office/drawing/2014/main" id="{0AF286B6-8D88-276B-C205-6F844A7BB134}"/>
              </a:ext>
            </a:extLst>
          </p:cNvPr>
          <p:cNvSpPr/>
          <p:nvPr/>
        </p:nvSpPr>
        <p:spPr>
          <a:xfrm>
            <a:off x="6285148" y="5629413"/>
            <a:ext cx="522720" cy="19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</a:p>
        </p:txBody>
      </p:sp>
      <p:graphicFrame>
        <p:nvGraphicFramePr>
          <p:cNvPr id="1043" name="개체 1042">
            <a:extLst>
              <a:ext uri="{FF2B5EF4-FFF2-40B4-BE49-F238E27FC236}">
                <a16:creationId xmlns:a16="http://schemas.microsoft.com/office/drawing/2014/main" id="{3C4C77D7-020D-22AF-C5FB-4D1B4ACF79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6321736"/>
              </p:ext>
            </p:extLst>
          </p:nvPr>
        </p:nvGraphicFramePr>
        <p:xfrm>
          <a:off x="1424162" y="2828427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199" name="개체 1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4162" y="2828427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" name="개체 1043">
            <a:extLst>
              <a:ext uri="{FF2B5EF4-FFF2-40B4-BE49-F238E27FC236}">
                <a16:creationId xmlns:a16="http://schemas.microsoft.com/office/drawing/2014/main" id="{6268C832-4667-9E23-EB42-61C6F525A5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1432519"/>
              </p:ext>
            </p:extLst>
          </p:nvPr>
        </p:nvGraphicFramePr>
        <p:xfrm>
          <a:off x="1424162" y="3081043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200" name="개체 1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4162" y="3081043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5" name="개체 1044">
            <a:extLst>
              <a:ext uri="{FF2B5EF4-FFF2-40B4-BE49-F238E27FC236}">
                <a16:creationId xmlns:a16="http://schemas.microsoft.com/office/drawing/2014/main" id="{AC644309-CBEA-587A-9090-FE9761B1AC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844318"/>
              </p:ext>
            </p:extLst>
          </p:nvPr>
        </p:nvGraphicFramePr>
        <p:xfrm>
          <a:off x="1424162" y="3328671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201" name="개체 2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4162" y="3328671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" name="개체 1045">
            <a:extLst>
              <a:ext uri="{FF2B5EF4-FFF2-40B4-BE49-F238E27FC236}">
                <a16:creationId xmlns:a16="http://schemas.microsoft.com/office/drawing/2014/main" id="{3D823066-DA7E-3F64-4131-560DBE6657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3217973"/>
              </p:ext>
            </p:extLst>
          </p:nvPr>
        </p:nvGraphicFramePr>
        <p:xfrm>
          <a:off x="1424162" y="3580699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202" name="개체 2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4162" y="3580699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7" name="개체 1046">
            <a:extLst>
              <a:ext uri="{FF2B5EF4-FFF2-40B4-BE49-F238E27FC236}">
                <a16:creationId xmlns:a16="http://schemas.microsoft.com/office/drawing/2014/main" id="{FC596E9A-8368-8013-41EE-BD9284305D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3883281"/>
              </p:ext>
            </p:extLst>
          </p:nvPr>
        </p:nvGraphicFramePr>
        <p:xfrm>
          <a:off x="1424162" y="3832727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203" name="개체 2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4162" y="3832727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8" name="개체 1047">
            <a:extLst>
              <a:ext uri="{FF2B5EF4-FFF2-40B4-BE49-F238E27FC236}">
                <a16:creationId xmlns:a16="http://schemas.microsoft.com/office/drawing/2014/main" id="{273A518D-C053-8770-61BF-0EABFFE864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2797993"/>
              </p:ext>
            </p:extLst>
          </p:nvPr>
        </p:nvGraphicFramePr>
        <p:xfrm>
          <a:off x="1424162" y="4082339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204" name="개체 2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4162" y="4082339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9" name="개체 1048">
            <a:extLst>
              <a:ext uri="{FF2B5EF4-FFF2-40B4-BE49-F238E27FC236}">
                <a16:creationId xmlns:a16="http://schemas.microsoft.com/office/drawing/2014/main" id="{AFB5487D-1C13-E9DC-01D1-D79662C8CB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1603453"/>
              </p:ext>
            </p:extLst>
          </p:nvPr>
        </p:nvGraphicFramePr>
        <p:xfrm>
          <a:off x="1424162" y="4345130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205" name="개체 2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4162" y="4345130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0" name="개체 1049">
            <a:extLst>
              <a:ext uri="{FF2B5EF4-FFF2-40B4-BE49-F238E27FC236}">
                <a16:creationId xmlns:a16="http://schemas.microsoft.com/office/drawing/2014/main" id="{55E30915-C570-F3D1-2C42-EC2C0EE388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0141717"/>
              </p:ext>
            </p:extLst>
          </p:nvPr>
        </p:nvGraphicFramePr>
        <p:xfrm>
          <a:off x="1424162" y="4596495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206" name="개체 2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4162" y="4596495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1" name="개체 1050">
            <a:extLst>
              <a:ext uri="{FF2B5EF4-FFF2-40B4-BE49-F238E27FC236}">
                <a16:creationId xmlns:a16="http://schemas.microsoft.com/office/drawing/2014/main" id="{C1FC057E-85FD-97B3-695C-C29531672A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384704"/>
              </p:ext>
            </p:extLst>
          </p:nvPr>
        </p:nvGraphicFramePr>
        <p:xfrm>
          <a:off x="1424162" y="4848523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207" name="개체 2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4162" y="4848523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2" name="개체 1051">
            <a:extLst>
              <a:ext uri="{FF2B5EF4-FFF2-40B4-BE49-F238E27FC236}">
                <a16:creationId xmlns:a16="http://schemas.microsoft.com/office/drawing/2014/main" id="{5454389F-A1E0-41D4-E546-67D0AD45B7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09852"/>
              </p:ext>
            </p:extLst>
          </p:nvPr>
        </p:nvGraphicFramePr>
        <p:xfrm>
          <a:off x="1424162" y="5105372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208" name="개체 2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4162" y="5105372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3" name="직사각형 1052">
            <a:extLst>
              <a:ext uri="{FF2B5EF4-FFF2-40B4-BE49-F238E27FC236}">
                <a16:creationId xmlns:a16="http://schemas.microsoft.com/office/drawing/2014/main" id="{E4C640A8-9992-C95C-2790-712BFED49024}"/>
              </a:ext>
            </a:extLst>
          </p:cNvPr>
          <p:cNvSpPr/>
          <p:nvPr/>
        </p:nvSpPr>
        <p:spPr>
          <a:xfrm>
            <a:off x="6436848" y="3083895"/>
            <a:ext cx="290591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054" name="직사각형 1053">
            <a:extLst>
              <a:ext uri="{FF2B5EF4-FFF2-40B4-BE49-F238E27FC236}">
                <a16:creationId xmlns:a16="http://schemas.microsoft.com/office/drawing/2014/main" id="{2DE8CF93-7D7B-58E3-D6C1-186E677B02AA}"/>
              </a:ext>
            </a:extLst>
          </p:cNvPr>
          <p:cNvSpPr/>
          <p:nvPr/>
        </p:nvSpPr>
        <p:spPr>
          <a:xfrm>
            <a:off x="6436848" y="3336355"/>
            <a:ext cx="290591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055" name="직사각형 1054">
            <a:extLst>
              <a:ext uri="{FF2B5EF4-FFF2-40B4-BE49-F238E27FC236}">
                <a16:creationId xmlns:a16="http://schemas.microsoft.com/office/drawing/2014/main" id="{B40592C0-373D-8A13-BC4D-A03300C68C90}"/>
              </a:ext>
            </a:extLst>
          </p:cNvPr>
          <p:cNvSpPr/>
          <p:nvPr/>
        </p:nvSpPr>
        <p:spPr>
          <a:xfrm>
            <a:off x="6436848" y="3588383"/>
            <a:ext cx="290591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056" name="직사각형 1055">
            <a:extLst>
              <a:ext uri="{FF2B5EF4-FFF2-40B4-BE49-F238E27FC236}">
                <a16:creationId xmlns:a16="http://schemas.microsoft.com/office/drawing/2014/main" id="{CC0C9E2C-987C-28C6-A84F-523BB7D48DA9}"/>
              </a:ext>
            </a:extLst>
          </p:cNvPr>
          <p:cNvSpPr/>
          <p:nvPr/>
        </p:nvSpPr>
        <p:spPr>
          <a:xfrm>
            <a:off x="6436848" y="3836534"/>
            <a:ext cx="290591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057" name="직사각형 1056">
            <a:extLst>
              <a:ext uri="{FF2B5EF4-FFF2-40B4-BE49-F238E27FC236}">
                <a16:creationId xmlns:a16="http://schemas.microsoft.com/office/drawing/2014/main" id="{C6131AC5-3080-73D1-1BFE-0A8F1706D6CC}"/>
              </a:ext>
            </a:extLst>
          </p:cNvPr>
          <p:cNvSpPr/>
          <p:nvPr/>
        </p:nvSpPr>
        <p:spPr>
          <a:xfrm>
            <a:off x="6436848" y="4092439"/>
            <a:ext cx="290591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058" name="직사각형 1057">
            <a:extLst>
              <a:ext uri="{FF2B5EF4-FFF2-40B4-BE49-F238E27FC236}">
                <a16:creationId xmlns:a16="http://schemas.microsoft.com/office/drawing/2014/main" id="{2031AF91-8C67-3A51-4DD3-6D05A45581B5}"/>
              </a:ext>
            </a:extLst>
          </p:cNvPr>
          <p:cNvSpPr/>
          <p:nvPr/>
        </p:nvSpPr>
        <p:spPr>
          <a:xfrm>
            <a:off x="6436848" y="4337670"/>
            <a:ext cx="290591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059" name="직사각형 1058">
            <a:extLst>
              <a:ext uri="{FF2B5EF4-FFF2-40B4-BE49-F238E27FC236}">
                <a16:creationId xmlns:a16="http://schemas.microsoft.com/office/drawing/2014/main" id="{662DC188-ED68-DA0B-EC81-A86A7334C02A}"/>
              </a:ext>
            </a:extLst>
          </p:cNvPr>
          <p:cNvSpPr/>
          <p:nvPr/>
        </p:nvSpPr>
        <p:spPr>
          <a:xfrm>
            <a:off x="6436848" y="4596495"/>
            <a:ext cx="290591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060" name="직사각형 1059">
            <a:extLst>
              <a:ext uri="{FF2B5EF4-FFF2-40B4-BE49-F238E27FC236}">
                <a16:creationId xmlns:a16="http://schemas.microsoft.com/office/drawing/2014/main" id="{A8897145-5ED3-9119-D95A-9D6D89CB28EA}"/>
              </a:ext>
            </a:extLst>
          </p:cNvPr>
          <p:cNvSpPr/>
          <p:nvPr/>
        </p:nvSpPr>
        <p:spPr>
          <a:xfrm>
            <a:off x="6436848" y="4848523"/>
            <a:ext cx="290591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061" name="직사각형 1060">
            <a:extLst>
              <a:ext uri="{FF2B5EF4-FFF2-40B4-BE49-F238E27FC236}">
                <a16:creationId xmlns:a16="http://schemas.microsoft.com/office/drawing/2014/main" id="{620AEF8E-6E8B-31F3-D204-839BD44B02C3}"/>
              </a:ext>
            </a:extLst>
          </p:cNvPr>
          <p:cNvSpPr/>
          <p:nvPr/>
        </p:nvSpPr>
        <p:spPr>
          <a:xfrm>
            <a:off x="6436848" y="5098135"/>
            <a:ext cx="290591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067" name="직사각형 1066">
            <a:extLst>
              <a:ext uri="{FF2B5EF4-FFF2-40B4-BE49-F238E27FC236}">
                <a16:creationId xmlns:a16="http://schemas.microsoft.com/office/drawing/2014/main" id="{AD286493-5292-A4AC-9E2D-A9B6487F5B55}"/>
              </a:ext>
            </a:extLst>
          </p:cNvPr>
          <p:cNvSpPr/>
          <p:nvPr/>
        </p:nvSpPr>
        <p:spPr>
          <a:xfrm>
            <a:off x="6450573" y="2378746"/>
            <a:ext cx="31418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 dirty="0">
                <a:solidFill>
                  <a:prstClr val="black"/>
                </a:solidFill>
              </a:rPr>
              <a:t>총 </a:t>
            </a:r>
            <a:r>
              <a:rPr lang="en-US" altLang="ko-KR" sz="700" b="1" dirty="0">
                <a:solidFill>
                  <a:prstClr val="black"/>
                </a:solidFill>
              </a:rPr>
              <a:t>10</a:t>
            </a:r>
            <a:r>
              <a:rPr lang="ko-KR" altLang="en-US" sz="700" b="1" dirty="0">
                <a:solidFill>
                  <a:prstClr val="black"/>
                </a:solidFill>
              </a:rPr>
              <a:t>명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913BABFC-54BD-5F55-A0A3-6256382C71C8}"/>
              </a:ext>
            </a:extLst>
          </p:cNvPr>
          <p:cNvSpPr>
            <a:spLocks noChangeAspect="1"/>
          </p:cNvSpPr>
          <p:nvPr/>
        </p:nvSpPr>
        <p:spPr>
          <a:xfrm>
            <a:off x="1279028" y="2481327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2425746-D4FC-B7D7-45A6-9FFED97783B9}"/>
              </a:ext>
            </a:extLst>
          </p:cNvPr>
          <p:cNvSpPr>
            <a:spLocks noChangeAspect="1"/>
          </p:cNvSpPr>
          <p:nvPr/>
        </p:nvSpPr>
        <p:spPr>
          <a:xfrm>
            <a:off x="1864607" y="5652244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7BEE070-F2CB-B9C1-7DEB-6B9E379D5977}"/>
              </a:ext>
            </a:extLst>
          </p:cNvPr>
          <p:cNvSpPr>
            <a:spLocks noChangeAspect="1"/>
          </p:cNvSpPr>
          <p:nvPr/>
        </p:nvSpPr>
        <p:spPr>
          <a:xfrm>
            <a:off x="6118340" y="5652244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0177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BC808-DB44-AF28-2580-A68DD66DC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C414F8-8808-52EA-3C50-65BE3D15CBF6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 등록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ED51EA-81E2-8A64-6EE3-01450AE1EB2F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기본정보관리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설정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E91AFB50-60A3-7561-FB0B-7846551AE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764602"/>
              </p:ext>
            </p:extLst>
          </p:nvPr>
        </p:nvGraphicFramePr>
        <p:xfrm>
          <a:off x="6969418" y="2548005"/>
          <a:ext cx="2772114" cy="216029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시스템관리자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기본정보관리 화면에서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해당 홈페이지 대상 사이트관리자를 등록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아이디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아이디 입력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중복확인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을 클릭하여 중복 확인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아이디 설정완료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비밀번호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사이트관리자 비밀번호를 문자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+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숫자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+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특수문자 조합으로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9~16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자리 입력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사이트관리자 이름을 입력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이메일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사이트관리자 이메일 주소를 설정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사이트관리자 시스템 메뉴 목록이며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권한을 부여할 메뉴를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체크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저장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사이트관리자 정보 및 관리자 권한을 설정한 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저장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을 클릭 하면 사이트관리자 등록이 완료 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사이트관리자 등록이 취소 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시스템관리자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기본정보관리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화면으로 이동 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921673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3C89E555-CF67-8A92-EC56-EE97A2D99C63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pmh_hit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82A48C9-9400-F3B2-84CF-3F57D465485C}"/>
              </a:ext>
            </a:extLst>
          </p:cNvPr>
          <p:cNvSpPr/>
          <p:nvPr/>
        </p:nvSpPr>
        <p:spPr>
          <a:xfrm>
            <a:off x="1286116" y="1800504"/>
            <a:ext cx="5611100" cy="468919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b="1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cxnSp>
        <p:nvCxnSpPr>
          <p:cNvPr id="3" name="꺾인 연결선 78">
            <a:extLst>
              <a:ext uri="{FF2B5EF4-FFF2-40B4-BE49-F238E27FC236}">
                <a16:creationId xmlns:a16="http://schemas.microsoft.com/office/drawing/2014/main" id="{994BD5FA-00A9-2BDF-EF29-B27E43B824FA}"/>
              </a:ext>
            </a:extLst>
          </p:cNvPr>
          <p:cNvCxnSpPr>
            <a:cxnSpLocks/>
          </p:cNvCxnSpPr>
          <p:nvPr/>
        </p:nvCxnSpPr>
        <p:spPr>
          <a:xfrm rot="10800000">
            <a:off x="1608380" y="3933056"/>
            <a:ext cx="146293" cy="2554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8F64D45-D41D-B75C-1B33-340C5B73859B}"/>
              </a:ext>
            </a:extLst>
          </p:cNvPr>
          <p:cNvSpPr/>
          <p:nvPr/>
        </p:nvSpPr>
        <p:spPr>
          <a:xfrm>
            <a:off x="236538" y="1800504"/>
            <a:ext cx="1008050" cy="468919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b="1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79FDD0E-AA01-D165-6C93-051D7132E5F5}"/>
              </a:ext>
            </a:extLst>
          </p:cNvPr>
          <p:cNvSpPr/>
          <p:nvPr/>
        </p:nvSpPr>
        <p:spPr>
          <a:xfrm>
            <a:off x="236538" y="1376772"/>
            <a:ext cx="6660678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b="1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C96CC18-F01F-DF8B-516F-7B3306943698}"/>
              </a:ext>
            </a:extLst>
          </p:cNvPr>
          <p:cNvSpPr/>
          <p:nvPr/>
        </p:nvSpPr>
        <p:spPr>
          <a:xfrm>
            <a:off x="5806688" y="1512762"/>
            <a:ext cx="538610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ko-KR" altLang="en-US" sz="700" b="1">
                <a:solidFill>
                  <a:prstClr val="black"/>
                </a:solidFill>
              </a:rPr>
              <a:t>사이트관리자</a:t>
            </a:r>
          </a:p>
        </p:txBody>
      </p:sp>
      <p:sp>
        <p:nvSpPr>
          <p:cNvPr id="11" name="모서리가 둥근 직사각형 83">
            <a:extLst>
              <a:ext uri="{FF2B5EF4-FFF2-40B4-BE49-F238E27FC236}">
                <a16:creationId xmlns:a16="http://schemas.microsoft.com/office/drawing/2014/main" id="{01E9B874-72F8-0371-FA20-7D1BD4DA500A}"/>
              </a:ext>
            </a:extLst>
          </p:cNvPr>
          <p:cNvSpPr/>
          <p:nvPr/>
        </p:nvSpPr>
        <p:spPr>
          <a:xfrm>
            <a:off x="6408400" y="1463605"/>
            <a:ext cx="426117" cy="196385"/>
          </a:xfrm>
          <a:prstGeom prst="roundRect">
            <a:avLst>
              <a:gd name="adj" fmla="val 9419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r>
              <a:rPr lang="ko-KR" altLang="en-US" sz="600" b="1">
                <a:solidFill>
                  <a:prstClr val="black">
                    <a:lumMod val="95000"/>
                    <a:lumOff val="5000"/>
                  </a:prstClr>
                </a:solidFill>
              </a:rPr>
              <a:t>로그아웃</a:t>
            </a:r>
          </a:p>
        </p:txBody>
      </p:sp>
      <p:pic>
        <p:nvPicPr>
          <p:cNvPr id="12" name="Picture 5" descr="D:\05 문서\02 문서 디자인\아이콘\icon2\65097-200.png">
            <a:extLst>
              <a:ext uri="{FF2B5EF4-FFF2-40B4-BE49-F238E27FC236}">
                <a16:creationId xmlns:a16="http://schemas.microsoft.com/office/drawing/2014/main" id="{B3520A17-BF79-E587-50B1-DF2DB18E3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8764" y="1482540"/>
            <a:ext cx="145564" cy="14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0D50F1F8-4C5D-56F0-2BB6-6BD8E4A77878}"/>
              </a:ext>
            </a:extLst>
          </p:cNvPr>
          <p:cNvSpPr/>
          <p:nvPr/>
        </p:nvSpPr>
        <p:spPr>
          <a:xfrm>
            <a:off x="5691671" y="1887544"/>
            <a:ext cx="1141338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ko-KR" altLang="en-US" sz="600" dirty="0">
                <a:solidFill>
                  <a:prstClr val="black"/>
                </a:solidFill>
              </a:rPr>
              <a:t>홈 </a:t>
            </a:r>
            <a:r>
              <a:rPr lang="en-US" altLang="ko-KR" sz="600" dirty="0">
                <a:solidFill>
                  <a:prstClr val="black"/>
                </a:solidFill>
              </a:rPr>
              <a:t>&gt; </a:t>
            </a:r>
            <a:r>
              <a:rPr lang="ko-KR" altLang="en-US" sz="600" dirty="0">
                <a:solidFill>
                  <a:prstClr val="black"/>
                </a:solidFill>
              </a:rPr>
              <a:t>사이트관리 </a:t>
            </a:r>
            <a:r>
              <a:rPr lang="en-US" altLang="ko-KR" sz="600" dirty="0">
                <a:solidFill>
                  <a:prstClr val="black"/>
                </a:solidFill>
              </a:rPr>
              <a:t>&gt; </a:t>
            </a:r>
            <a:r>
              <a:rPr lang="ko-KR" altLang="en-US" sz="600" dirty="0">
                <a:solidFill>
                  <a:prstClr val="black"/>
                </a:solidFill>
              </a:rPr>
              <a:t>기본정보관리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0EE96B6-A982-43AE-DD5E-8638C8740DB5}"/>
              </a:ext>
            </a:extLst>
          </p:cNvPr>
          <p:cNvSpPr/>
          <p:nvPr/>
        </p:nvSpPr>
        <p:spPr>
          <a:xfrm>
            <a:off x="1362111" y="1890280"/>
            <a:ext cx="692497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900" b="1" dirty="0">
                <a:solidFill>
                  <a:prstClr val="black"/>
                </a:solidFill>
              </a:rPr>
              <a:t>기본정보관리</a:t>
            </a:r>
          </a:p>
        </p:txBody>
      </p:sp>
      <p:pic>
        <p:nvPicPr>
          <p:cNvPr id="17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E69B4392-AECE-0AA3-C898-1296C4070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93" y="1480278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0B2D5561-A7EA-3733-A584-C978ED49F18D}"/>
              </a:ext>
            </a:extLst>
          </p:cNvPr>
          <p:cNvSpPr/>
          <p:nvPr/>
        </p:nvSpPr>
        <p:spPr>
          <a:xfrm>
            <a:off x="292427" y="1854920"/>
            <a:ext cx="448841" cy="267509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lang="ko-KR" altLang="en-US" sz="700" b="1" dirty="0" err="1">
                <a:solidFill>
                  <a:prstClr val="black"/>
                </a:solidFill>
              </a:rPr>
              <a:t>대시보드</a:t>
            </a: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r>
              <a:rPr lang="ko-KR" altLang="en-US" sz="700" b="1" u="sng" dirty="0">
                <a:solidFill>
                  <a:prstClr val="black"/>
                </a:solidFill>
              </a:rPr>
              <a:t>사이트관리</a:t>
            </a:r>
            <a:endParaRPr lang="en-US" altLang="ko-KR" sz="700" b="1" u="sng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r>
              <a:rPr lang="ko-KR" altLang="en-US" sz="700" b="1" dirty="0">
                <a:solidFill>
                  <a:prstClr val="black"/>
                </a:solidFill>
              </a:rPr>
              <a:t>모듈관리</a:t>
            </a: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r>
              <a:rPr lang="ko-KR" altLang="en-US" sz="700" b="1" dirty="0">
                <a:solidFill>
                  <a:prstClr val="black"/>
                </a:solidFill>
              </a:rPr>
              <a:t>템플릿관리</a:t>
            </a: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r>
              <a:rPr lang="ko-KR" altLang="en-US" sz="700" b="1" dirty="0">
                <a:solidFill>
                  <a:prstClr val="black"/>
                </a:solidFill>
              </a:rPr>
              <a:t>서브페이지</a:t>
            </a: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r>
              <a:rPr lang="ko-KR" altLang="en-US" sz="700" b="1" dirty="0">
                <a:solidFill>
                  <a:prstClr val="black"/>
                </a:solidFill>
              </a:rPr>
              <a:t>회원관리</a:t>
            </a: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r>
              <a:rPr lang="ko-KR" altLang="en-US" sz="700" b="1" dirty="0">
                <a:solidFill>
                  <a:prstClr val="black"/>
                </a:solidFill>
              </a:rPr>
              <a:t>운영관리</a:t>
            </a: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r>
              <a:rPr lang="ko-KR" altLang="en-US" sz="700" b="1" dirty="0">
                <a:solidFill>
                  <a:prstClr val="black"/>
                </a:solidFill>
              </a:rPr>
              <a:t>통계관리</a:t>
            </a: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r>
              <a:rPr lang="ko-KR" altLang="en-US" sz="700" b="1" dirty="0">
                <a:solidFill>
                  <a:prstClr val="black"/>
                </a:solidFill>
              </a:rPr>
              <a:t>운영지원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1C976CC-C851-D3EA-E674-5E6F9FE43876}"/>
              </a:ext>
            </a:extLst>
          </p:cNvPr>
          <p:cNvSpPr/>
          <p:nvPr/>
        </p:nvSpPr>
        <p:spPr>
          <a:xfrm>
            <a:off x="344488" y="2190391"/>
            <a:ext cx="862416" cy="9182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92075" indent="-92075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600" u="sng" dirty="0">
                <a:solidFill>
                  <a:prstClr val="black"/>
                </a:solidFill>
              </a:rPr>
              <a:t>기본정보관리</a:t>
            </a:r>
            <a:endParaRPr lang="en-US" altLang="ko-KR" sz="600" u="sng" dirty="0">
              <a:solidFill>
                <a:prstClr val="black"/>
              </a:solidFill>
            </a:endParaRPr>
          </a:p>
          <a:p>
            <a:pPr marL="92075" indent="-92075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600" dirty="0">
                <a:solidFill>
                  <a:prstClr val="black"/>
                </a:solidFill>
              </a:rPr>
              <a:t>그룹관리</a:t>
            </a:r>
            <a:endParaRPr lang="en-US" altLang="ko-KR" sz="600" dirty="0">
              <a:solidFill>
                <a:prstClr val="black"/>
              </a:solidFill>
            </a:endParaRPr>
          </a:p>
          <a:p>
            <a:pPr marL="92075" indent="-92075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600" dirty="0">
                <a:solidFill>
                  <a:prstClr val="black"/>
                </a:solidFill>
              </a:rPr>
              <a:t>작업관리</a:t>
            </a:r>
            <a:endParaRPr lang="en-US" altLang="ko-KR" sz="600" dirty="0">
              <a:solidFill>
                <a:prstClr val="black"/>
              </a:solidFill>
            </a:endParaRPr>
          </a:p>
          <a:p>
            <a:pPr marL="92075" indent="-92075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600" dirty="0">
                <a:solidFill>
                  <a:prstClr val="black"/>
                </a:solidFill>
              </a:rPr>
              <a:t>메뉴설정관리</a:t>
            </a:r>
            <a:endParaRPr lang="en-US" altLang="ko-KR" sz="600" dirty="0">
              <a:solidFill>
                <a:prstClr val="black"/>
              </a:solidFill>
            </a:endParaRPr>
          </a:p>
          <a:p>
            <a:pPr marL="92075" indent="-92075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600" dirty="0">
                <a:solidFill>
                  <a:prstClr val="black"/>
                </a:solidFill>
              </a:rPr>
              <a:t>사이트관리자메뉴관리</a:t>
            </a:r>
            <a:endParaRPr lang="en-US" altLang="ko-KR" sz="600" dirty="0">
              <a:solidFill>
                <a:prstClr val="black"/>
              </a:solidFill>
            </a:endParaRPr>
          </a:p>
          <a:p>
            <a:pPr marL="92075" indent="-92075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600" dirty="0" err="1">
                <a:solidFill>
                  <a:prstClr val="black"/>
                </a:solidFill>
              </a:rPr>
              <a:t>약관및정책설정</a:t>
            </a:r>
            <a:endParaRPr lang="en-US" altLang="ko-KR" sz="600" dirty="0">
              <a:solidFill>
                <a:prstClr val="black"/>
              </a:solidFill>
            </a:endParaRPr>
          </a:p>
          <a:p>
            <a:pPr marL="92075" indent="-92075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600" dirty="0">
                <a:solidFill>
                  <a:prstClr val="black"/>
                </a:solidFill>
              </a:rPr>
              <a:t>데이터정리</a:t>
            </a:r>
            <a:endParaRPr lang="en-US" altLang="ko-KR" sz="600" dirty="0">
              <a:solidFill>
                <a:prstClr val="black"/>
              </a:solidFill>
            </a:endParaRPr>
          </a:p>
          <a:p>
            <a:pPr marL="92075" indent="-92075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sz="600" dirty="0">
                <a:solidFill>
                  <a:prstClr val="black"/>
                </a:solidFill>
              </a:rPr>
              <a:t>SNS KEY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134E9C7-6DA4-399C-828B-91BF12F53355}"/>
              </a:ext>
            </a:extLst>
          </p:cNvPr>
          <p:cNvCxnSpPr/>
          <p:nvPr/>
        </p:nvCxnSpPr>
        <p:spPr>
          <a:xfrm>
            <a:off x="1424608" y="2279292"/>
            <a:ext cx="5256584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8010A24-8F7A-EC6D-208C-69A822EB4F6A}"/>
              </a:ext>
            </a:extLst>
          </p:cNvPr>
          <p:cNvSpPr/>
          <p:nvPr/>
        </p:nvSpPr>
        <p:spPr>
          <a:xfrm>
            <a:off x="1429412" y="2124540"/>
            <a:ext cx="359073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>
                <a:solidFill>
                  <a:prstClr val="black"/>
                </a:solidFill>
              </a:rPr>
              <a:t>샹세정보</a:t>
            </a:r>
            <a:endParaRPr lang="ko-KR" altLang="en-US" sz="700" b="1" dirty="0">
              <a:solidFill>
                <a:prstClr val="black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8E4B5AB-8B9B-FDD3-7A86-0344C551A4D9}"/>
              </a:ext>
            </a:extLst>
          </p:cNvPr>
          <p:cNvSpPr/>
          <p:nvPr/>
        </p:nvSpPr>
        <p:spPr>
          <a:xfrm>
            <a:off x="1938195" y="2124540"/>
            <a:ext cx="359073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>
                <a:solidFill>
                  <a:prstClr val="black"/>
                </a:solidFill>
              </a:rPr>
              <a:t>부가정보</a:t>
            </a:r>
            <a:endParaRPr lang="ko-KR" altLang="en-US" sz="700" b="1" dirty="0">
              <a:solidFill>
                <a:prstClr val="black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DB6F0F2-E108-ACC7-0795-119EB04AD894}"/>
              </a:ext>
            </a:extLst>
          </p:cNvPr>
          <p:cNvSpPr/>
          <p:nvPr/>
        </p:nvSpPr>
        <p:spPr>
          <a:xfrm>
            <a:off x="2446978" y="2124540"/>
            <a:ext cx="44884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>
                <a:solidFill>
                  <a:prstClr val="black"/>
                </a:solidFill>
              </a:rPr>
              <a:t>도메인관리</a:t>
            </a:r>
            <a:endParaRPr lang="ko-KR" altLang="en-US" sz="700" b="1" dirty="0">
              <a:solidFill>
                <a:prstClr val="black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F30B2E0-E6C7-248C-9761-472B219E8387}"/>
              </a:ext>
            </a:extLst>
          </p:cNvPr>
          <p:cNvSpPr/>
          <p:nvPr/>
        </p:nvSpPr>
        <p:spPr>
          <a:xfrm>
            <a:off x="3045529" y="2124540"/>
            <a:ext cx="359073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>
                <a:solidFill>
                  <a:prstClr val="black"/>
                </a:solidFill>
              </a:rPr>
              <a:t>상태관리</a:t>
            </a:r>
            <a:endParaRPr lang="ko-KR" altLang="en-US" sz="700" b="1" dirty="0">
              <a:solidFill>
                <a:prstClr val="black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95F1531-D0C3-4922-7185-78AA8D36DEB2}"/>
              </a:ext>
            </a:extLst>
          </p:cNvPr>
          <p:cNvSpPr/>
          <p:nvPr/>
        </p:nvSpPr>
        <p:spPr>
          <a:xfrm>
            <a:off x="3554312" y="2124540"/>
            <a:ext cx="724557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>
                <a:solidFill>
                  <a:prstClr val="black"/>
                </a:solidFill>
              </a:rPr>
              <a:t>약관 및 정책 관리</a:t>
            </a:r>
            <a:endParaRPr lang="ko-KR" altLang="en-US" sz="700" b="1" dirty="0">
              <a:solidFill>
                <a:prstClr val="black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145E8D4-206C-315A-C59D-3E9A0D085FE4}"/>
              </a:ext>
            </a:extLst>
          </p:cNvPr>
          <p:cNvSpPr/>
          <p:nvPr/>
        </p:nvSpPr>
        <p:spPr>
          <a:xfrm>
            <a:off x="4428579" y="2124540"/>
            <a:ext cx="750205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 u="sng" dirty="0">
                <a:solidFill>
                  <a:prstClr val="black"/>
                </a:solidFill>
              </a:rPr>
              <a:t>사이트관리자 관리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84939EF-9261-674C-008F-1B500CCBDE11}"/>
              </a:ext>
            </a:extLst>
          </p:cNvPr>
          <p:cNvSpPr/>
          <p:nvPr/>
        </p:nvSpPr>
        <p:spPr>
          <a:xfrm>
            <a:off x="5328494" y="2124540"/>
            <a:ext cx="718145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>
                <a:solidFill>
                  <a:prstClr val="black"/>
                </a:solidFill>
              </a:rPr>
              <a:t>첨부파일제공용량</a:t>
            </a:r>
            <a:endParaRPr lang="ko-KR" altLang="en-US" sz="700" b="1" dirty="0">
              <a:solidFill>
                <a:prstClr val="black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5F507E9-AAC2-7E36-96AC-39012CB9076A}"/>
              </a:ext>
            </a:extLst>
          </p:cNvPr>
          <p:cNvSpPr/>
          <p:nvPr/>
        </p:nvSpPr>
        <p:spPr>
          <a:xfrm>
            <a:off x="6196347" y="2124540"/>
            <a:ext cx="44884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>
                <a:solidFill>
                  <a:prstClr val="black"/>
                </a:solidFill>
              </a:rPr>
              <a:t>데이터이관</a:t>
            </a:r>
            <a:endParaRPr lang="ko-KR" altLang="en-US" sz="700" b="1" dirty="0">
              <a:solidFill>
                <a:prstClr val="black"/>
              </a:solidFill>
            </a:endParaRPr>
          </a:p>
        </p:txBody>
      </p: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F0948508-816C-EB5C-68CD-BDD08A335377}"/>
              </a:ext>
            </a:extLst>
          </p:cNvPr>
          <p:cNvGraphicFramePr>
            <a:graphicFrameLocks noGrp="1"/>
          </p:cNvGraphicFramePr>
          <p:nvPr/>
        </p:nvGraphicFramePr>
        <p:xfrm>
          <a:off x="1380840" y="2340564"/>
          <a:ext cx="5444368" cy="984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7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6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07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아이디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77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07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07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E-mail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8" name="직사각형 47">
            <a:extLst>
              <a:ext uri="{FF2B5EF4-FFF2-40B4-BE49-F238E27FC236}">
                <a16:creationId xmlns:a16="http://schemas.microsoft.com/office/drawing/2014/main" id="{0967B21E-1379-994B-D357-579EAA59A32C}"/>
              </a:ext>
            </a:extLst>
          </p:cNvPr>
          <p:cNvSpPr/>
          <p:nvPr/>
        </p:nvSpPr>
        <p:spPr>
          <a:xfrm>
            <a:off x="2317024" y="2392851"/>
            <a:ext cx="115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D8F887D-1098-D62D-7A18-0C6B17A35D93}"/>
              </a:ext>
            </a:extLst>
          </p:cNvPr>
          <p:cNvSpPr/>
          <p:nvPr/>
        </p:nvSpPr>
        <p:spPr>
          <a:xfrm>
            <a:off x="3497472" y="2392835"/>
            <a:ext cx="468001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중복확인</a:t>
            </a:r>
            <a:endParaRPr lang="ko-KR" altLang="en-US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F59EE8C-150A-73E6-E71E-3066EC8FF4EE}"/>
              </a:ext>
            </a:extLst>
          </p:cNvPr>
          <p:cNvSpPr/>
          <p:nvPr/>
        </p:nvSpPr>
        <p:spPr>
          <a:xfrm>
            <a:off x="2317024" y="2629553"/>
            <a:ext cx="115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FCC70D8-9101-0EF5-95FD-E8D9F910390B}"/>
              </a:ext>
            </a:extLst>
          </p:cNvPr>
          <p:cNvSpPr/>
          <p:nvPr/>
        </p:nvSpPr>
        <p:spPr>
          <a:xfrm>
            <a:off x="2317024" y="3122634"/>
            <a:ext cx="59504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Rectangle 191">
            <a:extLst>
              <a:ext uri="{FF2B5EF4-FFF2-40B4-BE49-F238E27FC236}">
                <a16:creationId xmlns:a16="http://schemas.microsoft.com/office/drawing/2014/main" id="{8BF4D5D7-7426-FB5C-71D9-BF5F57978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4616" y="3140773"/>
            <a:ext cx="7854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lvl="0" latinLnBrk="0">
              <a:defRPr/>
            </a:pPr>
            <a:r>
              <a:rPr kumimoji="0" lang="en-US" altLang="ko-KR" sz="7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@</a:t>
            </a:r>
            <a:endParaRPr kumimoji="0" lang="ko-KR" altLang="en-US" sz="7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64A7AC15-D41F-70DD-7E7C-E55353265D28}"/>
              </a:ext>
            </a:extLst>
          </p:cNvPr>
          <p:cNvSpPr/>
          <p:nvPr/>
        </p:nvSpPr>
        <p:spPr>
          <a:xfrm>
            <a:off x="4329618" y="3122731"/>
            <a:ext cx="649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</a:p>
        </p:txBody>
      </p:sp>
      <p:pic>
        <p:nvPicPr>
          <p:cNvPr id="87" name="Picture 13">
            <a:extLst>
              <a:ext uri="{FF2B5EF4-FFF2-40B4-BE49-F238E27FC236}">
                <a16:creationId xmlns:a16="http://schemas.microsoft.com/office/drawing/2014/main" id="{EB0B1D84-1CFB-1E64-D3AE-745666129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790" y="3123987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8" name="직사각형 87">
            <a:extLst>
              <a:ext uri="{FF2B5EF4-FFF2-40B4-BE49-F238E27FC236}">
                <a16:creationId xmlns:a16="http://schemas.microsoft.com/office/drawing/2014/main" id="{130A0FE0-7FBE-979D-AB02-A1466645D46A}"/>
              </a:ext>
            </a:extLst>
          </p:cNvPr>
          <p:cNvSpPr/>
          <p:nvPr/>
        </p:nvSpPr>
        <p:spPr>
          <a:xfrm>
            <a:off x="3030161" y="3122634"/>
            <a:ext cx="127860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F2B80608-41E0-23AF-961C-0D1F5400373C}"/>
              </a:ext>
            </a:extLst>
          </p:cNvPr>
          <p:cNvSpPr/>
          <p:nvPr/>
        </p:nvSpPr>
        <p:spPr>
          <a:xfrm>
            <a:off x="3510552" y="2655386"/>
            <a:ext cx="2515112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ko-KR" altLang="en-US" sz="600" dirty="0">
                <a:solidFill>
                  <a:prstClr val="black"/>
                </a:solidFill>
              </a:rPr>
              <a:t>비밀번호는 대소문자와 숫자</a:t>
            </a:r>
            <a:r>
              <a:rPr lang="en-US" altLang="ko-KR" sz="600" dirty="0">
                <a:solidFill>
                  <a:prstClr val="black"/>
                </a:solidFill>
              </a:rPr>
              <a:t>, </a:t>
            </a:r>
            <a:r>
              <a:rPr lang="ko-KR" altLang="en-US" sz="600" dirty="0">
                <a:solidFill>
                  <a:prstClr val="black"/>
                </a:solidFill>
              </a:rPr>
              <a:t>특수문자 조합으로 </a:t>
            </a:r>
            <a:r>
              <a:rPr lang="en-US" altLang="ko-KR" sz="600" dirty="0">
                <a:solidFill>
                  <a:prstClr val="black"/>
                </a:solidFill>
              </a:rPr>
              <a:t>9~16</a:t>
            </a:r>
            <a:r>
              <a:rPr lang="ko-KR" altLang="en-US" sz="600" dirty="0">
                <a:solidFill>
                  <a:prstClr val="black"/>
                </a:solidFill>
              </a:rPr>
              <a:t>글자로 입력하세요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9B434A61-0D23-60B8-A239-17FA55212968}"/>
              </a:ext>
            </a:extLst>
          </p:cNvPr>
          <p:cNvSpPr/>
          <p:nvPr/>
        </p:nvSpPr>
        <p:spPr>
          <a:xfrm>
            <a:off x="2317024" y="2884894"/>
            <a:ext cx="115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1D065047-A046-66F5-F750-D57539E1D0FE}"/>
              </a:ext>
            </a:extLst>
          </p:cNvPr>
          <p:cNvSpPr/>
          <p:nvPr/>
        </p:nvSpPr>
        <p:spPr>
          <a:xfrm>
            <a:off x="1382651" y="3432868"/>
            <a:ext cx="48090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 dirty="0">
                <a:solidFill>
                  <a:prstClr val="black"/>
                </a:solidFill>
              </a:rPr>
              <a:t>관리자 권한</a:t>
            </a:r>
          </a:p>
        </p:txBody>
      </p:sp>
      <p:sp>
        <p:nvSpPr>
          <p:cNvPr id="97" name="모서리가 둥근 직사각형 111">
            <a:extLst>
              <a:ext uri="{FF2B5EF4-FFF2-40B4-BE49-F238E27FC236}">
                <a16:creationId xmlns:a16="http://schemas.microsoft.com/office/drawing/2014/main" id="{276D3095-6794-CC1D-6E70-F67C04AE2A65}"/>
              </a:ext>
            </a:extLst>
          </p:cNvPr>
          <p:cNvSpPr/>
          <p:nvPr/>
        </p:nvSpPr>
        <p:spPr>
          <a:xfrm>
            <a:off x="1402440" y="3597747"/>
            <a:ext cx="1421988" cy="186795"/>
          </a:xfrm>
          <a:prstGeom prst="roundRect">
            <a:avLst>
              <a:gd name="adj" fmla="val 3960"/>
            </a:avLst>
          </a:prstGeom>
          <a:solidFill>
            <a:schemeClr val="tx2">
              <a:lumMod val="20000"/>
              <a:lumOff val="80000"/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rIns="36000" rtlCol="0" anchor="ctr"/>
          <a:lstStyle/>
          <a:p>
            <a:r>
              <a:rPr lang="ko-KR" altLang="en-US" sz="700" b="1" dirty="0">
                <a:solidFill>
                  <a:prstClr val="black">
                    <a:lumMod val="95000"/>
                    <a:lumOff val="5000"/>
                  </a:prstClr>
                </a:solidFill>
              </a:rPr>
              <a:t>사이트관리</a:t>
            </a:r>
          </a:p>
        </p:txBody>
      </p:sp>
      <p:sp>
        <p:nvSpPr>
          <p:cNvPr id="98" name="모서리가 둥근 직사각형 112">
            <a:extLst>
              <a:ext uri="{FF2B5EF4-FFF2-40B4-BE49-F238E27FC236}">
                <a16:creationId xmlns:a16="http://schemas.microsoft.com/office/drawing/2014/main" id="{36FF2EBA-BF2D-F0B4-DA1C-6CA1D5F00A7D}"/>
              </a:ext>
            </a:extLst>
          </p:cNvPr>
          <p:cNvSpPr/>
          <p:nvPr/>
        </p:nvSpPr>
        <p:spPr>
          <a:xfrm>
            <a:off x="1750702" y="3853928"/>
            <a:ext cx="1421988" cy="186795"/>
          </a:xfrm>
          <a:prstGeom prst="roundRect">
            <a:avLst>
              <a:gd name="adj" fmla="val 3960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rIns="36000" rtlCol="0" anchor="ctr"/>
          <a:lstStyle/>
          <a:p>
            <a:r>
              <a:rPr lang="ko-KR" altLang="en-US" sz="700" b="1" dirty="0">
                <a:solidFill>
                  <a:prstClr val="black">
                    <a:lumMod val="95000"/>
                    <a:lumOff val="5000"/>
                  </a:prstClr>
                </a:solidFill>
              </a:rPr>
              <a:t>기본정보관리</a:t>
            </a:r>
          </a:p>
        </p:txBody>
      </p:sp>
      <p:sp>
        <p:nvSpPr>
          <p:cNvPr id="99" name="모서리가 둥근 직사각형 113">
            <a:extLst>
              <a:ext uri="{FF2B5EF4-FFF2-40B4-BE49-F238E27FC236}">
                <a16:creationId xmlns:a16="http://schemas.microsoft.com/office/drawing/2014/main" id="{1C223D1D-48CA-B0DF-1E10-BD66282136F0}"/>
              </a:ext>
            </a:extLst>
          </p:cNvPr>
          <p:cNvSpPr/>
          <p:nvPr/>
        </p:nvSpPr>
        <p:spPr>
          <a:xfrm>
            <a:off x="1754672" y="4105956"/>
            <a:ext cx="1421988" cy="186795"/>
          </a:xfrm>
          <a:prstGeom prst="roundRect">
            <a:avLst>
              <a:gd name="adj" fmla="val 3960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rIns="36000" rtlCol="0" anchor="ctr"/>
          <a:lstStyle/>
          <a:p>
            <a:r>
              <a:rPr lang="ko-KR" altLang="en-US" sz="700" b="1" dirty="0">
                <a:solidFill>
                  <a:prstClr val="black">
                    <a:lumMod val="95000"/>
                    <a:lumOff val="5000"/>
                  </a:prstClr>
                </a:solidFill>
              </a:rPr>
              <a:t>백업 및 복구</a:t>
            </a:r>
          </a:p>
        </p:txBody>
      </p:sp>
      <p:sp>
        <p:nvSpPr>
          <p:cNvPr id="100" name="모서리가 둥근 직사각형 114">
            <a:extLst>
              <a:ext uri="{FF2B5EF4-FFF2-40B4-BE49-F238E27FC236}">
                <a16:creationId xmlns:a16="http://schemas.microsoft.com/office/drawing/2014/main" id="{8A45438B-3890-7EDA-6183-0123EB931251}"/>
              </a:ext>
            </a:extLst>
          </p:cNvPr>
          <p:cNvSpPr/>
          <p:nvPr/>
        </p:nvSpPr>
        <p:spPr>
          <a:xfrm>
            <a:off x="1402440" y="4580746"/>
            <a:ext cx="1421988" cy="186795"/>
          </a:xfrm>
          <a:prstGeom prst="roundRect">
            <a:avLst>
              <a:gd name="adj" fmla="val 3960"/>
            </a:avLst>
          </a:prstGeom>
          <a:solidFill>
            <a:schemeClr val="tx2">
              <a:lumMod val="20000"/>
              <a:lumOff val="80000"/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rIns="36000" rtlCol="0" anchor="ctr"/>
          <a:lstStyle/>
          <a:p>
            <a:r>
              <a:rPr lang="ko-KR" altLang="en-US" sz="700" b="1" dirty="0">
                <a:solidFill>
                  <a:prstClr val="black">
                    <a:lumMod val="95000"/>
                    <a:lumOff val="5000"/>
                  </a:prstClr>
                </a:solidFill>
              </a:rPr>
              <a:t>프로그램신청관리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A0404279-B359-E782-EAA3-E8F2F3ED41D9}"/>
              </a:ext>
            </a:extLst>
          </p:cNvPr>
          <p:cNvSpPr/>
          <p:nvPr/>
        </p:nvSpPr>
        <p:spPr>
          <a:xfrm>
            <a:off x="5781092" y="6210884"/>
            <a:ext cx="522720" cy="19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</a:rPr>
              <a:t>저장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D5780E80-9843-B9F7-537B-085171BD019B}"/>
              </a:ext>
            </a:extLst>
          </p:cNvPr>
          <p:cNvSpPr/>
          <p:nvPr/>
        </p:nvSpPr>
        <p:spPr>
          <a:xfrm>
            <a:off x="6346559" y="6205980"/>
            <a:ext cx="461309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cxnSp>
        <p:nvCxnSpPr>
          <p:cNvPr id="103" name="꺾인 연결선 119">
            <a:extLst>
              <a:ext uri="{FF2B5EF4-FFF2-40B4-BE49-F238E27FC236}">
                <a16:creationId xmlns:a16="http://schemas.microsoft.com/office/drawing/2014/main" id="{1F8E929A-BA9D-A8B1-B185-E824DD2F2A57}"/>
              </a:ext>
            </a:extLst>
          </p:cNvPr>
          <p:cNvCxnSpPr>
            <a:stCxn id="98" idx="1"/>
          </p:cNvCxnSpPr>
          <p:nvPr/>
        </p:nvCxnSpPr>
        <p:spPr>
          <a:xfrm rot="10800000">
            <a:off x="1604628" y="3784542"/>
            <a:ext cx="146075" cy="162784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모서리가 둥근 직사각형 121">
            <a:extLst>
              <a:ext uri="{FF2B5EF4-FFF2-40B4-BE49-F238E27FC236}">
                <a16:creationId xmlns:a16="http://schemas.microsoft.com/office/drawing/2014/main" id="{FF54375B-3721-8143-6481-04EA88030C61}"/>
              </a:ext>
            </a:extLst>
          </p:cNvPr>
          <p:cNvSpPr/>
          <p:nvPr/>
        </p:nvSpPr>
        <p:spPr>
          <a:xfrm>
            <a:off x="1754672" y="4331427"/>
            <a:ext cx="1421988" cy="186795"/>
          </a:xfrm>
          <a:prstGeom prst="roundRect">
            <a:avLst>
              <a:gd name="adj" fmla="val 3960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rIns="36000" rtlCol="0" anchor="ctr"/>
          <a:lstStyle/>
          <a:p>
            <a:r>
              <a:rPr lang="ko-KR" altLang="en-US" sz="700" b="1" dirty="0">
                <a:solidFill>
                  <a:prstClr val="black">
                    <a:lumMod val="95000"/>
                    <a:lumOff val="5000"/>
                  </a:prstClr>
                </a:solidFill>
              </a:rPr>
              <a:t>데이터 정리</a:t>
            </a:r>
          </a:p>
        </p:txBody>
      </p:sp>
      <p:sp>
        <p:nvSpPr>
          <p:cNvPr id="105" name="모서리가 둥근 직사각형 122">
            <a:extLst>
              <a:ext uri="{FF2B5EF4-FFF2-40B4-BE49-F238E27FC236}">
                <a16:creationId xmlns:a16="http://schemas.microsoft.com/office/drawing/2014/main" id="{B851033B-9926-5E48-A58B-CD5D43E6AC56}"/>
              </a:ext>
            </a:extLst>
          </p:cNvPr>
          <p:cNvSpPr/>
          <p:nvPr/>
        </p:nvSpPr>
        <p:spPr>
          <a:xfrm>
            <a:off x="1750702" y="4839897"/>
            <a:ext cx="1421988" cy="186795"/>
          </a:xfrm>
          <a:prstGeom prst="roundRect">
            <a:avLst>
              <a:gd name="adj" fmla="val 3960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rIns="36000" rtlCol="0" anchor="ctr"/>
          <a:lstStyle/>
          <a:p>
            <a:r>
              <a:rPr lang="ko-KR" altLang="en-US" sz="700" b="1" dirty="0">
                <a:solidFill>
                  <a:prstClr val="black">
                    <a:lumMod val="95000"/>
                    <a:lumOff val="5000"/>
                  </a:prstClr>
                </a:solidFill>
              </a:rPr>
              <a:t>고등학생 장학금</a:t>
            </a:r>
          </a:p>
        </p:txBody>
      </p:sp>
      <p:cxnSp>
        <p:nvCxnSpPr>
          <p:cNvPr id="106" name="꺾인 연결선 130">
            <a:extLst>
              <a:ext uri="{FF2B5EF4-FFF2-40B4-BE49-F238E27FC236}">
                <a16:creationId xmlns:a16="http://schemas.microsoft.com/office/drawing/2014/main" id="{9EB3D081-B08B-6008-2EC3-474417E9EE61}"/>
              </a:ext>
            </a:extLst>
          </p:cNvPr>
          <p:cNvCxnSpPr>
            <a:stCxn id="105" idx="1"/>
          </p:cNvCxnSpPr>
          <p:nvPr/>
        </p:nvCxnSpPr>
        <p:spPr>
          <a:xfrm rot="10800000">
            <a:off x="1604628" y="4770511"/>
            <a:ext cx="146075" cy="162784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모서리가 둥근 직사각형 134">
            <a:extLst>
              <a:ext uri="{FF2B5EF4-FFF2-40B4-BE49-F238E27FC236}">
                <a16:creationId xmlns:a16="http://schemas.microsoft.com/office/drawing/2014/main" id="{5667919D-739F-7382-66F3-1FE621B54CC4}"/>
              </a:ext>
            </a:extLst>
          </p:cNvPr>
          <p:cNvSpPr/>
          <p:nvPr/>
        </p:nvSpPr>
        <p:spPr>
          <a:xfrm>
            <a:off x="1750702" y="5072796"/>
            <a:ext cx="1421988" cy="186795"/>
          </a:xfrm>
          <a:prstGeom prst="roundRect">
            <a:avLst>
              <a:gd name="adj" fmla="val 3960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rIns="36000" rtlCol="0" anchor="ctr"/>
          <a:lstStyle/>
          <a:p>
            <a:r>
              <a:rPr lang="ko-KR" altLang="en-US" sz="700" b="1" dirty="0">
                <a:solidFill>
                  <a:prstClr val="black">
                    <a:lumMod val="95000"/>
                    <a:lumOff val="5000"/>
                  </a:prstClr>
                </a:solidFill>
              </a:rPr>
              <a:t>대학생 장학금</a:t>
            </a:r>
          </a:p>
        </p:txBody>
      </p:sp>
      <p:sp>
        <p:nvSpPr>
          <p:cNvPr id="108" name="모서리가 둥근 직사각형 135">
            <a:extLst>
              <a:ext uri="{FF2B5EF4-FFF2-40B4-BE49-F238E27FC236}">
                <a16:creationId xmlns:a16="http://schemas.microsoft.com/office/drawing/2014/main" id="{04FEE2A0-73DF-F27C-7BE5-33C59CB984DD}"/>
              </a:ext>
            </a:extLst>
          </p:cNvPr>
          <p:cNvSpPr/>
          <p:nvPr/>
        </p:nvSpPr>
        <p:spPr>
          <a:xfrm>
            <a:off x="1750702" y="5298011"/>
            <a:ext cx="1421988" cy="186795"/>
          </a:xfrm>
          <a:prstGeom prst="roundRect">
            <a:avLst>
              <a:gd name="adj" fmla="val 3960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rIns="36000" rtlCol="0" anchor="ctr"/>
          <a:lstStyle/>
          <a:p>
            <a:r>
              <a:rPr lang="ko-KR" altLang="en-US" sz="700" b="1" dirty="0" err="1">
                <a:solidFill>
                  <a:prstClr val="black">
                    <a:lumMod val="95000"/>
                    <a:lumOff val="5000"/>
                  </a:prstClr>
                </a:solidFill>
              </a:rPr>
              <a:t>특기생</a:t>
            </a:r>
            <a:r>
              <a:rPr lang="ko-KR" altLang="en-US" sz="700" b="1" dirty="0">
                <a:solidFill>
                  <a:prstClr val="black">
                    <a:lumMod val="95000"/>
                    <a:lumOff val="5000"/>
                  </a:prstClr>
                </a:solidFill>
              </a:rPr>
              <a:t> 장학금</a:t>
            </a:r>
          </a:p>
        </p:txBody>
      </p:sp>
      <p:cxnSp>
        <p:nvCxnSpPr>
          <p:cNvPr id="109" name="꺾인 연결선 136">
            <a:extLst>
              <a:ext uri="{FF2B5EF4-FFF2-40B4-BE49-F238E27FC236}">
                <a16:creationId xmlns:a16="http://schemas.microsoft.com/office/drawing/2014/main" id="{F9062DA5-1BF0-EFAD-07DE-3DA3C33C7613}"/>
              </a:ext>
            </a:extLst>
          </p:cNvPr>
          <p:cNvCxnSpPr/>
          <p:nvPr/>
        </p:nvCxnSpPr>
        <p:spPr>
          <a:xfrm rot="10800000">
            <a:off x="1604628" y="4922573"/>
            <a:ext cx="146075" cy="23833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꺾인 연결선 140">
            <a:extLst>
              <a:ext uri="{FF2B5EF4-FFF2-40B4-BE49-F238E27FC236}">
                <a16:creationId xmlns:a16="http://schemas.microsoft.com/office/drawing/2014/main" id="{4D6B9065-369F-31FE-4D3C-2C584E044218}"/>
              </a:ext>
            </a:extLst>
          </p:cNvPr>
          <p:cNvCxnSpPr>
            <a:cxnSpLocks/>
          </p:cNvCxnSpPr>
          <p:nvPr/>
        </p:nvCxnSpPr>
        <p:spPr>
          <a:xfrm rot="10800000">
            <a:off x="1608379" y="4183976"/>
            <a:ext cx="146075" cy="23833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41">
            <a:extLst>
              <a:ext uri="{FF2B5EF4-FFF2-40B4-BE49-F238E27FC236}">
                <a16:creationId xmlns:a16="http://schemas.microsoft.com/office/drawing/2014/main" id="{DD0A80C2-0712-B5E7-010C-2164A1BD08D4}"/>
              </a:ext>
            </a:extLst>
          </p:cNvPr>
          <p:cNvCxnSpPr/>
          <p:nvPr/>
        </p:nvCxnSpPr>
        <p:spPr>
          <a:xfrm rot="10800000">
            <a:off x="1604628" y="5150825"/>
            <a:ext cx="146075" cy="23833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3" name="개체 112">
            <a:extLst>
              <a:ext uri="{FF2B5EF4-FFF2-40B4-BE49-F238E27FC236}">
                <a16:creationId xmlns:a16="http://schemas.microsoft.com/office/drawing/2014/main" id="{576FBE47-BD2A-6536-7A67-80CB16E110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34321" y="4603798"/>
          <a:ext cx="144463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113" name="개체 112">
                        <a:extLst>
                          <a:ext uri="{FF2B5EF4-FFF2-40B4-BE49-F238E27FC236}">
                            <a16:creationId xmlns:a16="http://schemas.microsoft.com/office/drawing/2014/main" id="{85453A35-2DAF-6FBE-61C4-5826741DC6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4321" y="4603798"/>
                        <a:ext cx="144463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" name="개체 113">
            <a:extLst>
              <a:ext uri="{FF2B5EF4-FFF2-40B4-BE49-F238E27FC236}">
                <a16:creationId xmlns:a16="http://schemas.microsoft.com/office/drawing/2014/main" id="{65A6929D-A78C-EF26-2369-64C2FC0E4F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33749" y="3619684"/>
          <a:ext cx="144463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45435" imgH="145435" progId="Visio.Drawing.11">
                  <p:embed/>
                </p:oleObj>
              </mc:Choice>
              <mc:Fallback>
                <p:oleObj name="Visio" r:id="rId7" imgW="145435" imgH="145435" progId="Visio.Drawing.11">
                  <p:embed/>
                  <p:pic>
                    <p:nvPicPr>
                      <p:cNvPr id="114" name="개체 113">
                        <a:extLst>
                          <a:ext uri="{FF2B5EF4-FFF2-40B4-BE49-F238E27FC236}">
                            <a16:creationId xmlns:a16="http://schemas.microsoft.com/office/drawing/2014/main" id="{3E57B2A5-8AB6-07B5-E55B-DB03555067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749" y="3619684"/>
                        <a:ext cx="144463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개체 114">
            <a:extLst>
              <a:ext uri="{FF2B5EF4-FFF2-40B4-BE49-F238E27FC236}">
                <a16:creationId xmlns:a16="http://schemas.microsoft.com/office/drawing/2014/main" id="{77FA7B9F-ABD1-E11C-C82C-2B5D0138EB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9030" y="3876324"/>
          <a:ext cx="144463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45435" imgH="145435" progId="Visio.Drawing.11">
                  <p:embed/>
                </p:oleObj>
              </mc:Choice>
              <mc:Fallback>
                <p:oleObj name="Visio" r:id="rId7" imgW="145435" imgH="145435" progId="Visio.Drawing.11">
                  <p:embed/>
                  <p:pic>
                    <p:nvPicPr>
                      <p:cNvPr id="115" name="개체 114">
                        <a:extLst>
                          <a:ext uri="{FF2B5EF4-FFF2-40B4-BE49-F238E27FC236}">
                            <a16:creationId xmlns:a16="http://schemas.microsoft.com/office/drawing/2014/main" id="{6372B4AC-F16C-9F16-9B68-6A8799E5E0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9030" y="3876324"/>
                        <a:ext cx="144463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개체 115">
            <a:extLst>
              <a:ext uri="{FF2B5EF4-FFF2-40B4-BE49-F238E27FC236}">
                <a16:creationId xmlns:a16="http://schemas.microsoft.com/office/drawing/2014/main" id="{03F9ACD2-183D-9986-B038-35C31BFC26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220817"/>
              </p:ext>
            </p:extLst>
          </p:nvPr>
        </p:nvGraphicFramePr>
        <p:xfrm>
          <a:off x="1785409" y="4127723"/>
          <a:ext cx="144463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45435" imgH="145435" progId="Visio.Drawing.11">
                  <p:embed/>
                </p:oleObj>
              </mc:Choice>
              <mc:Fallback>
                <p:oleObj name="Visio" r:id="rId7" imgW="145435" imgH="145435" progId="Visio.Drawing.11">
                  <p:embed/>
                  <p:pic>
                    <p:nvPicPr>
                      <p:cNvPr id="116" name="개체 115">
                        <a:extLst>
                          <a:ext uri="{FF2B5EF4-FFF2-40B4-BE49-F238E27FC236}">
                            <a16:creationId xmlns:a16="http://schemas.microsoft.com/office/drawing/2014/main" id="{BB8DB624-3DDD-631C-C33B-4C949EA9B3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409" y="4127723"/>
                        <a:ext cx="144463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" name="개체 116">
            <a:extLst>
              <a:ext uri="{FF2B5EF4-FFF2-40B4-BE49-F238E27FC236}">
                <a16:creationId xmlns:a16="http://schemas.microsoft.com/office/drawing/2014/main" id="{1B64299A-1446-EEEA-1442-92B5F41BA4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48251"/>
              </p:ext>
            </p:extLst>
          </p:nvPr>
        </p:nvGraphicFramePr>
        <p:xfrm>
          <a:off x="1785409" y="4358391"/>
          <a:ext cx="144463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45435" imgH="145435" progId="Visio.Drawing.11">
                  <p:embed/>
                </p:oleObj>
              </mc:Choice>
              <mc:Fallback>
                <p:oleObj name="Visio" r:id="rId7" imgW="145435" imgH="145435" progId="Visio.Drawing.11">
                  <p:embed/>
                  <p:pic>
                    <p:nvPicPr>
                      <p:cNvPr id="117" name="개체 116">
                        <a:extLst>
                          <a:ext uri="{FF2B5EF4-FFF2-40B4-BE49-F238E27FC236}">
                            <a16:creationId xmlns:a16="http://schemas.microsoft.com/office/drawing/2014/main" id="{97DD2011-6515-CE07-029E-3DE7C8ADBE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409" y="4358391"/>
                        <a:ext cx="144463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개체 117">
            <a:extLst>
              <a:ext uri="{FF2B5EF4-FFF2-40B4-BE49-F238E27FC236}">
                <a16:creationId xmlns:a16="http://schemas.microsoft.com/office/drawing/2014/main" id="{6AFF04D8-CC04-0075-BC64-9E8B5F59E8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8303" y="4861064"/>
          <a:ext cx="144463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118" name="개체 117">
                        <a:extLst>
                          <a:ext uri="{FF2B5EF4-FFF2-40B4-BE49-F238E27FC236}">
                            <a16:creationId xmlns:a16="http://schemas.microsoft.com/office/drawing/2014/main" id="{4B265A5B-AD4B-6F3E-C268-2C98E01FE8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303" y="4861064"/>
                        <a:ext cx="144463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개체 120">
            <a:extLst>
              <a:ext uri="{FF2B5EF4-FFF2-40B4-BE49-F238E27FC236}">
                <a16:creationId xmlns:a16="http://schemas.microsoft.com/office/drawing/2014/main" id="{EDA4409D-267F-19CE-2E62-35A4482897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8303" y="5101646"/>
          <a:ext cx="144463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121" name="개체 120">
                        <a:extLst>
                          <a:ext uri="{FF2B5EF4-FFF2-40B4-BE49-F238E27FC236}">
                            <a16:creationId xmlns:a16="http://schemas.microsoft.com/office/drawing/2014/main" id="{8AE3489E-E1AE-5FBA-999F-9CE18CD73E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303" y="5101646"/>
                        <a:ext cx="144463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개체 121">
            <a:extLst>
              <a:ext uri="{FF2B5EF4-FFF2-40B4-BE49-F238E27FC236}">
                <a16:creationId xmlns:a16="http://schemas.microsoft.com/office/drawing/2014/main" id="{508D71BC-31E7-F587-A574-C52006BF1E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8303" y="5316926"/>
          <a:ext cx="144463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122" name="개체 121">
                        <a:extLst>
                          <a:ext uri="{FF2B5EF4-FFF2-40B4-BE49-F238E27FC236}">
                            <a16:creationId xmlns:a16="http://schemas.microsoft.com/office/drawing/2014/main" id="{B441875D-E914-A13B-B932-265E0E7C65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303" y="5316926"/>
                        <a:ext cx="144463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모서리가 둥근 직사각형 135">
            <a:extLst>
              <a:ext uri="{FF2B5EF4-FFF2-40B4-BE49-F238E27FC236}">
                <a16:creationId xmlns:a16="http://schemas.microsoft.com/office/drawing/2014/main" id="{CB948861-3E21-2E40-B0D0-FA1184331DCC}"/>
              </a:ext>
            </a:extLst>
          </p:cNvPr>
          <p:cNvSpPr/>
          <p:nvPr/>
        </p:nvSpPr>
        <p:spPr>
          <a:xfrm>
            <a:off x="1750702" y="5535991"/>
            <a:ext cx="1421988" cy="186795"/>
          </a:xfrm>
          <a:prstGeom prst="roundRect">
            <a:avLst>
              <a:gd name="adj" fmla="val 3960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rIns="36000" rtlCol="0" anchor="ctr"/>
          <a:lstStyle/>
          <a:p>
            <a:r>
              <a:rPr lang="ko-KR" altLang="en-US" sz="700" b="1">
                <a:solidFill>
                  <a:prstClr val="black">
                    <a:lumMod val="95000"/>
                    <a:lumOff val="5000"/>
                  </a:prstClr>
                </a:solidFill>
              </a:rPr>
              <a:t>행복기숙사</a:t>
            </a:r>
            <a:r>
              <a:rPr lang="ko-KR" altLang="en-US" sz="700" b="1" dirty="0">
                <a:solidFill>
                  <a:prstClr val="black">
                    <a:lumMod val="95000"/>
                    <a:lumOff val="5000"/>
                  </a:prstClr>
                </a:solidFill>
              </a:rPr>
              <a:t> 입사비</a:t>
            </a:r>
          </a:p>
        </p:txBody>
      </p:sp>
      <p:cxnSp>
        <p:nvCxnSpPr>
          <p:cNvPr id="1027" name="꺾인 연결선 141">
            <a:extLst>
              <a:ext uri="{FF2B5EF4-FFF2-40B4-BE49-F238E27FC236}">
                <a16:creationId xmlns:a16="http://schemas.microsoft.com/office/drawing/2014/main" id="{236896DD-5A69-4852-8070-ECBBBAE7BD74}"/>
              </a:ext>
            </a:extLst>
          </p:cNvPr>
          <p:cNvCxnSpPr/>
          <p:nvPr/>
        </p:nvCxnSpPr>
        <p:spPr>
          <a:xfrm rot="10800000">
            <a:off x="1604628" y="5388805"/>
            <a:ext cx="146075" cy="23833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28" name="개체 1027">
            <a:extLst>
              <a:ext uri="{FF2B5EF4-FFF2-40B4-BE49-F238E27FC236}">
                <a16:creationId xmlns:a16="http://schemas.microsoft.com/office/drawing/2014/main" id="{3BBBB971-470F-8C6D-D8A7-144D8B72DF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8303" y="5554906"/>
          <a:ext cx="144463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1028" name="개체 1027">
                        <a:extLst>
                          <a:ext uri="{FF2B5EF4-FFF2-40B4-BE49-F238E27FC236}">
                            <a16:creationId xmlns:a16="http://schemas.microsoft.com/office/drawing/2014/main" id="{C2D9CCF6-98E9-9B0E-DEB2-B120FC341B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303" y="5554906"/>
                        <a:ext cx="144463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모서리가 둥근 직사각형 135">
            <a:extLst>
              <a:ext uri="{FF2B5EF4-FFF2-40B4-BE49-F238E27FC236}">
                <a16:creationId xmlns:a16="http://schemas.microsoft.com/office/drawing/2014/main" id="{9C48A4DF-DC5D-961C-3545-522B494B39A8}"/>
              </a:ext>
            </a:extLst>
          </p:cNvPr>
          <p:cNvSpPr/>
          <p:nvPr/>
        </p:nvSpPr>
        <p:spPr>
          <a:xfrm>
            <a:off x="1750702" y="5767440"/>
            <a:ext cx="1421988" cy="186795"/>
          </a:xfrm>
          <a:prstGeom prst="roundRect">
            <a:avLst>
              <a:gd name="adj" fmla="val 3960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rIns="36000" rtlCol="0" anchor="ctr"/>
          <a:lstStyle/>
          <a:p>
            <a:r>
              <a:rPr lang="ko-KR" altLang="en-US" sz="700" b="1" dirty="0">
                <a:solidFill>
                  <a:prstClr val="black">
                    <a:lumMod val="95000"/>
                    <a:lumOff val="5000"/>
                  </a:prstClr>
                </a:solidFill>
              </a:rPr>
              <a:t>평생교육장려금</a:t>
            </a:r>
          </a:p>
        </p:txBody>
      </p:sp>
      <p:cxnSp>
        <p:nvCxnSpPr>
          <p:cNvPr id="1031" name="꺾인 연결선 141">
            <a:extLst>
              <a:ext uri="{FF2B5EF4-FFF2-40B4-BE49-F238E27FC236}">
                <a16:creationId xmlns:a16="http://schemas.microsoft.com/office/drawing/2014/main" id="{56DAE52F-8782-DB18-9581-5964A2BB69A1}"/>
              </a:ext>
            </a:extLst>
          </p:cNvPr>
          <p:cNvCxnSpPr/>
          <p:nvPr/>
        </p:nvCxnSpPr>
        <p:spPr>
          <a:xfrm rot="10800000">
            <a:off x="1604628" y="5620254"/>
            <a:ext cx="146075" cy="23833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32" name="개체 1031">
            <a:extLst>
              <a:ext uri="{FF2B5EF4-FFF2-40B4-BE49-F238E27FC236}">
                <a16:creationId xmlns:a16="http://schemas.microsoft.com/office/drawing/2014/main" id="{A9E43EC3-73FA-D4A1-3494-579177FF51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8303" y="5786355"/>
          <a:ext cx="144463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1032" name="개체 1031">
                        <a:extLst>
                          <a:ext uri="{FF2B5EF4-FFF2-40B4-BE49-F238E27FC236}">
                            <a16:creationId xmlns:a16="http://schemas.microsoft.com/office/drawing/2014/main" id="{8A0BA8E2-40AA-A54D-511E-05CBF95E5B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303" y="5786355"/>
                        <a:ext cx="144463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모서리가 둥근 직사각형 135">
            <a:extLst>
              <a:ext uri="{FF2B5EF4-FFF2-40B4-BE49-F238E27FC236}">
                <a16:creationId xmlns:a16="http://schemas.microsoft.com/office/drawing/2014/main" id="{5E160DA9-4571-18AE-20BE-582910AB17AD}"/>
              </a:ext>
            </a:extLst>
          </p:cNvPr>
          <p:cNvSpPr/>
          <p:nvPr/>
        </p:nvSpPr>
        <p:spPr>
          <a:xfrm>
            <a:off x="1750702" y="6005000"/>
            <a:ext cx="1421988" cy="186795"/>
          </a:xfrm>
          <a:prstGeom prst="roundRect">
            <a:avLst>
              <a:gd name="adj" fmla="val 3960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rIns="36000" rtlCol="0" anchor="ctr"/>
          <a:lstStyle/>
          <a:p>
            <a:r>
              <a:rPr lang="ko-KR" altLang="en-US" sz="700" b="1" dirty="0">
                <a:solidFill>
                  <a:prstClr val="black">
                    <a:lumMod val="95000"/>
                    <a:lumOff val="5000"/>
                  </a:prstClr>
                </a:solidFill>
              </a:rPr>
              <a:t>개인정보동의 관리</a:t>
            </a:r>
          </a:p>
        </p:txBody>
      </p:sp>
      <p:cxnSp>
        <p:nvCxnSpPr>
          <p:cNvPr id="1034" name="꺾인 연결선 141">
            <a:extLst>
              <a:ext uri="{FF2B5EF4-FFF2-40B4-BE49-F238E27FC236}">
                <a16:creationId xmlns:a16="http://schemas.microsoft.com/office/drawing/2014/main" id="{3AB8BB1D-E7F2-E8FF-02E7-BB6B98360AD5}"/>
              </a:ext>
            </a:extLst>
          </p:cNvPr>
          <p:cNvCxnSpPr/>
          <p:nvPr/>
        </p:nvCxnSpPr>
        <p:spPr>
          <a:xfrm rot="10800000">
            <a:off x="1604628" y="5857814"/>
            <a:ext cx="146075" cy="23833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35" name="개체 1034">
            <a:extLst>
              <a:ext uri="{FF2B5EF4-FFF2-40B4-BE49-F238E27FC236}">
                <a16:creationId xmlns:a16="http://schemas.microsoft.com/office/drawing/2014/main" id="{1554D4F9-FF45-759F-2DB7-7EDBAFF631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8303" y="6023915"/>
          <a:ext cx="144463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1035" name="개체 1034">
                        <a:extLst>
                          <a:ext uri="{FF2B5EF4-FFF2-40B4-BE49-F238E27FC236}">
                            <a16:creationId xmlns:a16="http://schemas.microsoft.com/office/drawing/2014/main" id="{385731BF-E1ED-EB4D-10C1-0FE2E9BC88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303" y="6023915"/>
                        <a:ext cx="144463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6" name="직사각형 1035">
            <a:extLst>
              <a:ext uri="{FF2B5EF4-FFF2-40B4-BE49-F238E27FC236}">
                <a16:creationId xmlns:a16="http://schemas.microsoft.com/office/drawing/2014/main" id="{1DAA9D14-2DAD-566B-8D46-E2CBCADB3A00}"/>
              </a:ext>
            </a:extLst>
          </p:cNvPr>
          <p:cNvSpPr/>
          <p:nvPr/>
        </p:nvSpPr>
        <p:spPr>
          <a:xfrm>
            <a:off x="1573707" y="6313810"/>
            <a:ext cx="144270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ko-KR" sz="700" b="1" dirty="0">
                <a:solidFill>
                  <a:prstClr val="black"/>
                </a:solidFill>
              </a:rPr>
              <a:t>......</a:t>
            </a:r>
            <a:endParaRPr lang="ko-KR" altLang="en-US" sz="700" b="1" dirty="0">
              <a:solidFill>
                <a:prstClr val="black"/>
              </a:solidFill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EFED6E1-F762-3647-033B-D79CBA8AA9BA}"/>
              </a:ext>
            </a:extLst>
          </p:cNvPr>
          <p:cNvSpPr>
            <a:spLocks noChangeAspect="1"/>
          </p:cNvSpPr>
          <p:nvPr/>
        </p:nvSpPr>
        <p:spPr>
          <a:xfrm>
            <a:off x="1308661" y="226892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FFD782EB-58B5-CE08-B529-D633FE4991DC}"/>
              </a:ext>
            </a:extLst>
          </p:cNvPr>
          <p:cNvSpPr>
            <a:spLocks noChangeAspect="1"/>
          </p:cNvSpPr>
          <p:nvPr/>
        </p:nvSpPr>
        <p:spPr>
          <a:xfrm>
            <a:off x="1233944" y="359823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1FF7F11-59B1-0CAD-015C-D8DC3BB8DBA5}"/>
              </a:ext>
            </a:extLst>
          </p:cNvPr>
          <p:cNvSpPr>
            <a:spLocks noChangeAspect="1"/>
          </p:cNvSpPr>
          <p:nvPr/>
        </p:nvSpPr>
        <p:spPr>
          <a:xfrm>
            <a:off x="5602296" y="6241810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5553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3B1BB-6FF8-5797-8EFB-333046319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4E5A81-3AD9-88C4-F5BD-BEA6DA5EFCDE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 설정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CDD9F2F-2F8B-3C12-35FC-0F0EEDB7D4A6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기본정보관리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설정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0911A416-0FC0-5B2B-7B50-836719326C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368593"/>
              </p:ext>
            </p:extLst>
          </p:nvPr>
        </p:nvGraphicFramePr>
        <p:xfrm>
          <a:off x="6969418" y="2548005"/>
          <a:ext cx="2772114" cy="290197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시스템관리자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기본정보관리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설정 아이콘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등록된 사이트관리자 정보 수정 및 관리자 권한을 설정 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사이트관리자를 등록한 일자를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 명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사이트관리자가 등록된 홈페이지의 사이트 명을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등록된 사이트관리자의 이름을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아이디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등록된 사이트관리자의 아이디를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비밀번호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변경하고자 하는 비밀번호를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패스워드 초기화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자동으로 비밀번호가 신규 발급되어 비밀번호 입력란에 표시 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비밀번호 확인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비밀번호 항목에서 입력한 변경 비밀번호를 재 입력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관리자 권한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해당 홈페이지의 사이트관리자 시스템의 메뉴 목록으로 권한을 부여할 메뉴를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체크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저장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사이트관리자 비밀번호 설정 또는 관리자 권한을 설정한 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저장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을 클릭 하면 수정이 완료 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수정이 취소 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시스템관리자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기본정보관리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화면으로 이동 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771128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C367C666-67E4-E2B7-3BB3-66CDEECBD062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pmh_hit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1D09662-C5E9-D879-BC75-25718B7BB4E0}"/>
              </a:ext>
            </a:extLst>
          </p:cNvPr>
          <p:cNvSpPr/>
          <p:nvPr/>
        </p:nvSpPr>
        <p:spPr>
          <a:xfrm>
            <a:off x="1286116" y="1800504"/>
            <a:ext cx="5611100" cy="468919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b="1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0F3D95-F938-24D7-C097-0C0E34F1EF2D}"/>
              </a:ext>
            </a:extLst>
          </p:cNvPr>
          <p:cNvSpPr/>
          <p:nvPr/>
        </p:nvSpPr>
        <p:spPr>
          <a:xfrm>
            <a:off x="236538" y="1800504"/>
            <a:ext cx="1008050" cy="468919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b="1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7400D8C-ED6F-39BC-01DC-48B5CB5BE9E6}"/>
              </a:ext>
            </a:extLst>
          </p:cNvPr>
          <p:cNvSpPr/>
          <p:nvPr/>
        </p:nvSpPr>
        <p:spPr>
          <a:xfrm>
            <a:off x="236538" y="1376772"/>
            <a:ext cx="6660678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b="1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1DD9DD7-04EB-9348-2AB9-242415F6DF08}"/>
              </a:ext>
            </a:extLst>
          </p:cNvPr>
          <p:cNvSpPr/>
          <p:nvPr/>
        </p:nvSpPr>
        <p:spPr>
          <a:xfrm>
            <a:off x="5806688" y="1512762"/>
            <a:ext cx="538610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ko-KR" altLang="en-US" sz="700" b="1">
                <a:solidFill>
                  <a:prstClr val="black"/>
                </a:solidFill>
              </a:rPr>
              <a:t>사이트관리자</a:t>
            </a:r>
          </a:p>
        </p:txBody>
      </p:sp>
      <p:sp>
        <p:nvSpPr>
          <p:cNvPr id="11" name="모서리가 둥근 직사각형 83">
            <a:extLst>
              <a:ext uri="{FF2B5EF4-FFF2-40B4-BE49-F238E27FC236}">
                <a16:creationId xmlns:a16="http://schemas.microsoft.com/office/drawing/2014/main" id="{65C99038-39C0-433F-9ADD-4780AC420E9E}"/>
              </a:ext>
            </a:extLst>
          </p:cNvPr>
          <p:cNvSpPr/>
          <p:nvPr/>
        </p:nvSpPr>
        <p:spPr>
          <a:xfrm>
            <a:off x="6408400" y="1463605"/>
            <a:ext cx="426117" cy="196385"/>
          </a:xfrm>
          <a:prstGeom prst="roundRect">
            <a:avLst>
              <a:gd name="adj" fmla="val 9419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r>
              <a:rPr lang="ko-KR" altLang="en-US" sz="600" b="1">
                <a:solidFill>
                  <a:prstClr val="black">
                    <a:lumMod val="95000"/>
                    <a:lumOff val="5000"/>
                  </a:prstClr>
                </a:solidFill>
              </a:rPr>
              <a:t>로그아웃</a:t>
            </a:r>
          </a:p>
        </p:txBody>
      </p:sp>
      <p:pic>
        <p:nvPicPr>
          <p:cNvPr id="12" name="Picture 5" descr="D:\05 문서\02 문서 디자인\아이콘\icon2\65097-200.png">
            <a:extLst>
              <a:ext uri="{FF2B5EF4-FFF2-40B4-BE49-F238E27FC236}">
                <a16:creationId xmlns:a16="http://schemas.microsoft.com/office/drawing/2014/main" id="{2B19BA80-2A30-12EC-E467-753488CFD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8764" y="1482540"/>
            <a:ext cx="145564" cy="14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2B8A58F5-2EAA-2799-000C-61C4568312D7}"/>
              </a:ext>
            </a:extLst>
          </p:cNvPr>
          <p:cNvSpPr/>
          <p:nvPr/>
        </p:nvSpPr>
        <p:spPr>
          <a:xfrm>
            <a:off x="5691671" y="1887544"/>
            <a:ext cx="1141338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ko-KR" altLang="en-US" sz="600" dirty="0">
                <a:solidFill>
                  <a:prstClr val="black"/>
                </a:solidFill>
              </a:rPr>
              <a:t>홈 </a:t>
            </a:r>
            <a:r>
              <a:rPr lang="en-US" altLang="ko-KR" sz="600" dirty="0">
                <a:solidFill>
                  <a:prstClr val="black"/>
                </a:solidFill>
              </a:rPr>
              <a:t>&gt; </a:t>
            </a:r>
            <a:r>
              <a:rPr lang="ko-KR" altLang="en-US" sz="600" dirty="0">
                <a:solidFill>
                  <a:prstClr val="black"/>
                </a:solidFill>
              </a:rPr>
              <a:t>사이트관리 </a:t>
            </a:r>
            <a:r>
              <a:rPr lang="en-US" altLang="ko-KR" sz="600" dirty="0">
                <a:solidFill>
                  <a:prstClr val="black"/>
                </a:solidFill>
              </a:rPr>
              <a:t>&gt; </a:t>
            </a:r>
            <a:r>
              <a:rPr lang="ko-KR" altLang="en-US" sz="600" dirty="0">
                <a:solidFill>
                  <a:prstClr val="black"/>
                </a:solidFill>
              </a:rPr>
              <a:t>기본정보관리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737146E-A0AA-E8D9-6954-247BE7E0C1F7}"/>
              </a:ext>
            </a:extLst>
          </p:cNvPr>
          <p:cNvSpPr/>
          <p:nvPr/>
        </p:nvSpPr>
        <p:spPr>
          <a:xfrm>
            <a:off x="1362111" y="1890280"/>
            <a:ext cx="692497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900" b="1" dirty="0">
                <a:solidFill>
                  <a:prstClr val="black"/>
                </a:solidFill>
              </a:rPr>
              <a:t>기본정보관리</a:t>
            </a:r>
          </a:p>
        </p:txBody>
      </p:sp>
      <p:pic>
        <p:nvPicPr>
          <p:cNvPr id="17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16BCFA54-4A2A-15A0-8CD2-7AB77C047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93" y="1480278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A1308217-0362-EC9C-6E09-EF3FE73AC0F8}"/>
              </a:ext>
            </a:extLst>
          </p:cNvPr>
          <p:cNvSpPr/>
          <p:nvPr/>
        </p:nvSpPr>
        <p:spPr>
          <a:xfrm>
            <a:off x="292427" y="1854920"/>
            <a:ext cx="448841" cy="267509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lang="ko-KR" altLang="en-US" sz="700" b="1" dirty="0" err="1">
                <a:solidFill>
                  <a:prstClr val="black"/>
                </a:solidFill>
              </a:rPr>
              <a:t>대시보드</a:t>
            </a: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r>
              <a:rPr lang="ko-KR" altLang="en-US" sz="700" b="1" u="sng" dirty="0">
                <a:solidFill>
                  <a:prstClr val="black"/>
                </a:solidFill>
              </a:rPr>
              <a:t>사이트관리</a:t>
            </a:r>
            <a:endParaRPr lang="en-US" altLang="ko-KR" sz="700" b="1" u="sng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r>
              <a:rPr lang="ko-KR" altLang="en-US" sz="700" b="1" dirty="0">
                <a:solidFill>
                  <a:prstClr val="black"/>
                </a:solidFill>
              </a:rPr>
              <a:t>모듈관리</a:t>
            </a: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r>
              <a:rPr lang="ko-KR" altLang="en-US" sz="700" b="1" dirty="0">
                <a:solidFill>
                  <a:prstClr val="black"/>
                </a:solidFill>
              </a:rPr>
              <a:t>템플릿관리</a:t>
            </a: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r>
              <a:rPr lang="ko-KR" altLang="en-US" sz="700" b="1" dirty="0">
                <a:solidFill>
                  <a:prstClr val="black"/>
                </a:solidFill>
              </a:rPr>
              <a:t>서브페이지</a:t>
            </a: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r>
              <a:rPr lang="ko-KR" altLang="en-US" sz="700" b="1" dirty="0">
                <a:solidFill>
                  <a:prstClr val="black"/>
                </a:solidFill>
              </a:rPr>
              <a:t>회원관리</a:t>
            </a: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r>
              <a:rPr lang="ko-KR" altLang="en-US" sz="700" b="1" dirty="0">
                <a:solidFill>
                  <a:prstClr val="black"/>
                </a:solidFill>
              </a:rPr>
              <a:t>운영관리</a:t>
            </a: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r>
              <a:rPr lang="ko-KR" altLang="en-US" sz="700" b="1" dirty="0">
                <a:solidFill>
                  <a:prstClr val="black"/>
                </a:solidFill>
              </a:rPr>
              <a:t>통계관리</a:t>
            </a:r>
            <a:endParaRPr lang="en-US" altLang="ko-KR" sz="700" b="1" dirty="0">
              <a:solidFill>
                <a:prstClr val="black"/>
              </a:solidFill>
            </a:endParaRPr>
          </a:p>
          <a:p>
            <a:pPr>
              <a:spcAft>
                <a:spcPts val="700"/>
              </a:spcAft>
            </a:pPr>
            <a:r>
              <a:rPr lang="ko-KR" altLang="en-US" sz="700" b="1" dirty="0">
                <a:solidFill>
                  <a:prstClr val="black"/>
                </a:solidFill>
              </a:rPr>
              <a:t>운영지원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C7C4530-4017-C318-1E1D-A67FEBFA1174}"/>
              </a:ext>
            </a:extLst>
          </p:cNvPr>
          <p:cNvSpPr/>
          <p:nvPr/>
        </p:nvSpPr>
        <p:spPr>
          <a:xfrm>
            <a:off x="344488" y="2190391"/>
            <a:ext cx="862416" cy="9182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92075" indent="-92075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600" u="sng" dirty="0">
                <a:solidFill>
                  <a:prstClr val="black"/>
                </a:solidFill>
              </a:rPr>
              <a:t>기본정보관리</a:t>
            </a:r>
            <a:endParaRPr lang="en-US" altLang="ko-KR" sz="600" u="sng" dirty="0">
              <a:solidFill>
                <a:prstClr val="black"/>
              </a:solidFill>
            </a:endParaRPr>
          </a:p>
          <a:p>
            <a:pPr marL="92075" indent="-92075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600" dirty="0">
                <a:solidFill>
                  <a:prstClr val="black"/>
                </a:solidFill>
              </a:rPr>
              <a:t>그룹관리</a:t>
            </a:r>
            <a:endParaRPr lang="en-US" altLang="ko-KR" sz="600" dirty="0">
              <a:solidFill>
                <a:prstClr val="black"/>
              </a:solidFill>
            </a:endParaRPr>
          </a:p>
          <a:p>
            <a:pPr marL="92075" indent="-92075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600" dirty="0">
                <a:solidFill>
                  <a:prstClr val="black"/>
                </a:solidFill>
              </a:rPr>
              <a:t>작업관리</a:t>
            </a:r>
            <a:endParaRPr lang="en-US" altLang="ko-KR" sz="600" dirty="0">
              <a:solidFill>
                <a:prstClr val="black"/>
              </a:solidFill>
            </a:endParaRPr>
          </a:p>
          <a:p>
            <a:pPr marL="92075" indent="-92075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600" dirty="0">
                <a:solidFill>
                  <a:prstClr val="black"/>
                </a:solidFill>
              </a:rPr>
              <a:t>메뉴설정관리</a:t>
            </a:r>
            <a:endParaRPr lang="en-US" altLang="ko-KR" sz="600" dirty="0">
              <a:solidFill>
                <a:prstClr val="black"/>
              </a:solidFill>
            </a:endParaRPr>
          </a:p>
          <a:p>
            <a:pPr marL="92075" indent="-92075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600" dirty="0">
                <a:solidFill>
                  <a:prstClr val="black"/>
                </a:solidFill>
              </a:rPr>
              <a:t>사이트관리자메뉴관리</a:t>
            </a:r>
            <a:endParaRPr lang="en-US" altLang="ko-KR" sz="600" dirty="0">
              <a:solidFill>
                <a:prstClr val="black"/>
              </a:solidFill>
            </a:endParaRPr>
          </a:p>
          <a:p>
            <a:pPr marL="92075" indent="-92075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600" dirty="0" err="1">
                <a:solidFill>
                  <a:prstClr val="black"/>
                </a:solidFill>
              </a:rPr>
              <a:t>약관및정책설정</a:t>
            </a:r>
            <a:endParaRPr lang="en-US" altLang="ko-KR" sz="600" dirty="0">
              <a:solidFill>
                <a:prstClr val="black"/>
              </a:solidFill>
            </a:endParaRPr>
          </a:p>
          <a:p>
            <a:pPr marL="92075" indent="-92075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600" dirty="0">
                <a:solidFill>
                  <a:prstClr val="black"/>
                </a:solidFill>
              </a:rPr>
              <a:t>데이터정리</a:t>
            </a:r>
            <a:endParaRPr lang="en-US" altLang="ko-KR" sz="600" dirty="0">
              <a:solidFill>
                <a:prstClr val="black"/>
              </a:solidFill>
            </a:endParaRPr>
          </a:p>
          <a:p>
            <a:pPr marL="92075" indent="-92075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sz="600" dirty="0">
                <a:solidFill>
                  <a:prstClr val="black"/>
                </a:solidFill>
              </a:rPr>
              <a:t>SNS KEY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B076FE1-2593-A3ED-3A33-E8F7FE98AE25}"/>
              </a:ext>
            </a:extLst>
          </p:cNvPr>
          <p:cNvCxnSpPr/>
          <p:nvPr/>
        </p:nvCxnSpPr>
        <p:spPr>
          <a:xfrm>
            <a:off x="1424608" y="2279292"/>
            <a:ext cx="5256584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5C059A9-5D3D-D09E-2E08-AE6A398053AA}"/>
              </a:ext>
            </a:extLst>
          </p:cNvPr>
          <p:cNvSpPr/>
          <p:nvPr/>
        </p:nvSpPr>
        <p:spPr>
          <a:xfrm>
            <a:off x="1429412" y="2124540"/>
            <a:ext cx="359073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>
                <a:solidFill>
                  <a:prstClr val="black"/>
                </a:solidFill>
              </a:rPr>
              <a:t>샹세정보</a:t>
            </a:r>
            <a:endParaRPr lang="ko-KR" altLang="en-US" sz="700" b="1" dirty="0">
              <a:solidFill>
                <a:prstClr val="black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884642B-267C-F077-2355-E22DBCF3B63F}"/>
              </a:ext>
            </a:extLst>
          </p:cNvPr>
          <p:cNvSpPr/>
          <p:nvPr/>
        </p:nvSpPr>
        <p:spPr>
          <a:xfrm>
            <a:off x="1938195" y="2124540"/>
            <a:ext cx="359073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>
                <a:solidFill>
                  <a:prstClr val="black"/>
                </a:solidFill>
              </a:rPr>
              <a:t>부가정보</a:t>
            </a:r>
            <a:endParaRPr lang="ko-KR" altLang="en-US" sz="700" b="1" dirty="0">
              <a:solidFill>
                <a:prstClr val="black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CAA8B58-3689-E7A4-4A34-E2F02F25AE01}"/>
              </a:ext>
            </a:extLst>
          </p:cNvPr>
          <p:cNvSpPr/>
          <p:nvPr/>
        </p:nvSpPr>
        <p:spPr>
          <a:xfrm>
            <a:off x="2446978" y="2124540"/>
            <a:ext cx="44884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>
                <a:solidFill>
                  <a:prstClr val="black"/>
                </a:solidFill>
              </a:rPr>
              <a:t>도메인관리</a:t>
            </a:r>
            <a:endParaRPr lang="ko-KR" altLang="en-US" sz="700" b="1" dirty="0">
              <a:solidFill>
                <a:prstClr val="black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FC91FC1-8956-BE47-C6A3-25A1FD580B34}"/>
              </a:ext>
            </a:extLst>
          </p:cNvPr>
          <p:cNvSpPr/>
          <p:nvPr/>
        </p:nvSpPr>
        <p:spPr>
          <a:xfrm>
            <a:off x="3045529" y="2124540"/>
            <a:ext cx="359073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>
                <a:solidFill>
                  <a:prstClr val="black"/>
                </a:solidFill>
              </a:rPr>
              <a:t>상태관리</a:t>
            </a:r>
            <a:endParaRPr lang="ko-KR" altLang="en-US" sz="700" b="1" dirty="0">
              <a:solidFill>
                <a:prstClr val="black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91FD677-DD3D-30ED-CB10-09ECAFF34A78}"/>
              </a:ext>
            </a:extLst>
          </p:cNvPr>
          <p:cNvSpPr/>
          <p:nvPr/>
        </p:nvSpPr>
        <p:spPr>
          <a:xfrm>
            <a:off x="3554312" y="2124540"/>
            <a:ext cx="724557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>
                <a:solidFill>
                  <a:prstClr val="black"/>
                </a:solidFill>
              </a:rPr>
              <a:t>약관 및 정책 관리</a:t>
            </a:r>
            <a:endParaRPr lang="ko-KR" altLang="en-US" sz="700" b="1" dirty="0">
              <a:solidFill>
                <a:prstClr val="black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3DADAFA-0D08-42A0-8E4E-8CA14A3F230E}"/>
              </a:ext>
            </a:extLst>
          </p:cNvPr>
          <p:cNvSpPr/>
          <p:nvPr/>
        </p:nvSpPr>
        <p:spPr>
          <a:xfrm>
            <a:off x="4428579" y="2124540"/>
            <a:ext cx="750205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 u="sng" dirty="0">
                <a:solidFill>
                  <a:prstClr val="black"/>
                </a:solidFill>
              </a:rPr>
              <a:t>사이트관리자 관리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7343E4A-99A4-8BDB-43AF-98EBEE6C5BDA}"/>
              </a:ext>
            </a:extLst>
          </p:cNvPr>
          <p:cNvSpPr/>
          <p:nvPr/>
        </p:nvSpPr>
        <p:spPr>
          <a:xfrm>
            <a:off x="5328494" y="2124540"/>
            <a:ext cx="718145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>
                <a:solidFill>
                  <a:prstClr val="black"/>
                </a:solidFill>
              </a:rPr>
              <a:t>첨부파일제공용량</a:t>
            </a:r>
            <a:endParaRPr lang="ko-KR" altLang="en-US" sz="700" b="1" dirty="0">
              <a:solidFill>
                <a:prstClr val="black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2C6831E-AF83-EAF2-8CE0-BDAD53C3A05D}"/>
              </a:ext>
            </a:extLst>
          </p:cNvPr>
          <p:cNvSpPr/>
          <p:nvPr/>
        </p:nvSpPr>
        <p:spPr>
          <a:xfrm>
            <a:off x="6196347" y="2124540"/>
            <a:ext cx="44884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>
                <a:solidFill>
                  <a:prstClr val="black"/>
                </a:solidFill>
              </a:rPr>
              <a:t>데이터이관</a:t>
            </a:r>
            <a:endParaRPr lang="ko-KR" altLang="en-US" sz="700" b="1" dirty="0">
              <a:solidFill>
                <a:prstClr val="black"/>
              </a:solidFill>
            </a:endParaRPr>
          </a:p>
        </p:txBody>
      </p: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F829F9CB-0C08-B942-22CA-98DC0AE86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935289"/>
              </p:ext>
            </p:extLst>
          </p:nvPr>
        </p:nvGraphicFramePr>
        <p:xfrm>
          <a:off x="1380840" y="2340564"/>
          <a:ext cx="5444368" cy="1448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264882598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367308331"/>
                    </a:ext>
                  </a:extLst>
                </a:gridCol>
              </a:tblGrid>
              <a:tr h="24607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회원가입일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2025-10-27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77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사이트명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오산교육재단 홈페이지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07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07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아이디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honggil123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922059"/>
                  </a:ext>
                </a:extLst>
              </a:tr>
              <a:tr h="464168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 확인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6" name="직사각형 95">
            <a:extLst>
              <a:ext uri="{FF2B5EF4-FFF2-40B4-BE49-F238E27FC236}">
                <a16:creationId xmlns:a16="http://schemas.microsoft.com/office/drawing/2014/main" id="{E27ADB4F-502D-69E9-847F-3563281F004C}"/>
              </a:ext>
            </a:extLst>
          </p:cNvPr>
          <p:cNvSpPr/>
          <p:nvPr/>
        </p:nvSpPr>
        <p:spPr>
          <a:xfrm>
            <a:off x="1382651" y="3925556"/>
            <a:ext cx="48090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 dirty="0">
                <a:solidFill>
                  <a:prstClr val="black"/>
                </a:solidFill>
              </a:rPr>
              <a:t>관리자 권한</a:t>
            </a:r>
          </a:p>
        </p:txBody>
      </p:sp>
      <p:sp>
        <p:nvSpPr>
          <p:cNvPr id="100" name="모서리가 둥근 직사각형 114">
            <a:extLst>
              <a:ext uri="{FF2B5EF4-FFF2-40B4-BE49-F238E27FC236}">
                <a16:creationId xmlns:a16="http://schemas.microsoft.com/office/drawing/2014/main" id="{00495C28-A187-DAFD-205A-1FAE32972E9D}"/>
              </a:ext>
            </a:extLst>
          </p:cNvPr>
          <p:cNvSpPr/>
          <p:nvPr/>
        </p:nvSpPr>
        <p:spPr>
          <a:xfrm>
            <a:off x="1402440" y="4149727"/>
            <a:ext cx="1421988" cy="186795"/>
          </a:xfrm>
          <a:prstGeom prst="roundRect">
            <a:avLst>
              <a:gd name="adj" fmla="val 3960"/>
            </a:avLst>
          </a:prstGeom>
          <a:solidFill>
            <a:schemeClr val="tx2">
              <a:lumMod val="20000"/>
              <a:lumOff val="80000"/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rIns="36000" rtlCol="0" anchor="ctr"/>
          <a:lstStyle/>
          <a:p>
            <a:r>
              <a:rPr lang="ko-KR" altLang="en-US" sz="700" b="1" dirty="0">
                <a:solidFill>
                  <a:prstClr val="black">
                    <a:lumMod val="95000"/>
                    <a:lumOff val="5000"/>
                  </a:prstClr>
                </a:solidFill>
              </a:rPr>
              <a:t>프로그램신청관리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1A1C92D4-42B7-4855-0578-D7ABEF14992B}"/>
              </a:ext>
            </a:extLst>
          </p:cNvPr>
          <p:cNvSpPr/>
          <p:nvPr/>
        </p:nvSpPr>
        <p:spPr>
          <a:xfrm>
            <a:off x="5781092" y="6210884"/>
            <a:ext cx="522720" cy="19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</a:rPr>
              <a:t>저장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E90BDCF3-1C71-1546-ACEE-828F4224242A}"/>
              </a:ext>
            </a:extLst>
          </p:cNvPr>
          <p:cNvSpPr/>
          <p:nvPr/>
        </p:nvSpPr>
        <p:spPr>
          <a:xfrm>
            <a:off x="6346559" y="6205980"/>
            <a:ext cx="461309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105" name="모서리가 둥근 직사각형 122">
            <a:extLst>
              <a:ext uri="{FF2B5EF4-FFF2-40B4-BE49-F238E27FC236}">
                <a16:creationId xmlns:a16="http://schemas.microsoft.com/office/drawing/2014/main" id="{2A736F63-51F6-8C4F-ABDF-E86DF8CA3AC0}"/>
              </a:ext>
            </a:extLst>
          </p:cNvPr>
          <p:cNvSpPr/>
          <p:nvPr/>
        </p:nvSpPr>
        <p:spPr>
          <a:xfrm>
            <a:off x="1750702" y="4408878"/>
            <a:ext cx="1421988" cy="186795"/>
          </a:xfrm>
          <a:prstGeom prst="roundRect">
            <a:avLst>
              <a:gd name="adj" fmla="val 3960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rIns="36000" rtlCol="0" anchor="ctr"/>
          <a:lstStyle/>
          <a:p>
            <a:r>
              <a:rPr lang="ko-KR" altLang="en-US" sz="700" b="1" dirty="0">
                <a:solidFill>
                  <a:prstClr val="black">
                    <a:lumMod val="95000"/>
                    <a:lumOff val="5000"/>
                  </a:prstClr>
                </a:solidFill>
              </a:rPr>
              <a:t>고등학생 장학금</a:t>
            </a:r>
          </a:p>
        </p:txBody>
      </p:sp>
      <p:cxnSp>
        <p:nvCxnSpPr>
          <p:cNvPr id="106" name="꺾인 연결선 130">
            <a:extLst>
              <a:ext uri="{FF2B5EF4-FFF2-40B4-BE49-F238E27FC236}">
                <a16:creationId xmlns:a16="http://schemas.microsoft.com/office/drawing/2014/main" id="{1065AF50-046F-95FE-3C20-76AC7D8F63C3}"/>
              </a:ext>
            </a:extLst>
          </p:cNvPr>
          <p:cNvCxnSpPr>
            <a:stCxn id="105" idx="1"/>
          </p:cNvCxnSpPr>
          <p:nvPr/>
        </p:nvCxnSpPr>
        <p:spPr>
          <a:xfrm rot="10800000">
            <a:off x="1604628" y="4339492"/>
            <a:ext cx="146075" cy="162784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모서리가 둥근 직사각형 134">
            <a:extLst>
              <a:ext uri="{FF2B5EF4-FFF2-40B4-BE49-F238E27FC236}">
                <a16:creationId xmlns:a16="http://schemas.microsoft.com/office/drawing/2014/main" id="{B2BFF746-B9B3-6AB1-4977-99DDE4AE8238}"/>
              </a:ext>
            </a:extLst>
          </p:cNvPr>
          <p:cNvSpPr/>
          <p:nvPr/>
        </p:nvSpPr>
        <p:spPr>
          <a:xfrm>
            <a:off x="1750702" y="4641777"/>
            <a:ext cx="1421988" cy="186795"/>
          </a:xfrm>
          <a:prstGeom prst="roundRect">
            <a:avLst>
              <a:gd name="adj" fmla="val 3960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rIns="36000" rtlCol="0" anchor="ctr"/>
          <a:lstStyle/>
          <a:p>
            <a:r>
              <a:rPr lang="ko-KR" altLang="en-US" sz="700" b="1" dirty="0">
                <a:solidFill>
                  <a:prstClr val="black">
                    <a:lumMod val="95000"/>
                    <a:lumOff val="5000"/>
                  </a:prstClr>
                </a:solidFill>
              </a:rPr>
              <a:t>대학생 장학금</a:t>
            </a:r>
          </a:p>
        </p:txBody>
      </p:sp>
      <p:sp>
        <p:nvSpPr>
          <p:cNvPr id="108" name="모서리가 둥근 직사각형 135">
            <a:extLst>
              <a:ext uri="{FF2B5EF4-FFF2-40B4-BE49-F238E27FC236}">
                <a16:creationId xmlns:a16="http://schemas.microsoft.com/office/drawing/2014/main" id="{BE7122C9-1B64-08C3-2FE9-A6A651E80543}"/>
              </a:ext>
            </a:extLst>
          </p:cNvPr>
          <p:cNvSpPr/>
          <p:nvPr/>
        </p:nvSpPr>
        <p:spPr>
          <a:xfrm>
            <a:off x="1750702" y="4866992"/>
            <a:ext cx="1421988" cy="186795"/>
          </a:xfrm>
          <a:prstGeom prst="roundRect">
            <a:avLst>
              <a:gd name="adj" fmla="val 3960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rIns="36000" rtlCol="0" anchor="ctr"/>
          <a:lstStyle/>
          <a:p>
            <a:r>
              <a:rPr lang="ko-KR" altLang="en-US" sz="700" b="1" dirty="0" err="1">
                <a:solidFill>
                  <a:prstClr val="black">
                    <a:lumMod val="95000"/>
                    <a:lumOff val="5000"/>
                  </a:prstClr>
                </a:solidFill>
              </a:rPr>
              <a:t>특기생</a:t>
            </a:r>
            <a:r>
              <a:rPr lang="ko-KR" altLang="en-US" sz="700" b="1" dirty="0">
                <a:solidFill>
                  <a:prstClr val="black">
                    <a:lumMod val="95000"/>
                    <a:lumOff val="5000"/>
                  </a:prstClr>
                </a:solidFill>
              </a:rPr>
              <a:t> 장학금</a:t>
            </a:r>
          </a:p>
        </p:txBody>
      </p:sp>
      <p:cxnSp>
        <p:nvCxnSpPr>
          <p:cNvPr id="109" name="꺾인 연결선 136">
            <a:extLst>
              <a:ext uri="{FF2B5EF4-FFF2-40B4-BE49-F238E27FC236}">
                <a16:creationId xmlns:a16="http://schemas.microsoft.com/office/drawing/2014/main" id="{94F0D06E-D277-56E1-8DC0-BA270818ED06}"/>
              </a:ext>
            </a:extLst>
          </p:cNvPr>
          <p:cNvCxnSpPr/>
          <p:nvPr/>
        </p:nvCxnSpPr>
        <p:spPr>
          <a:xfrm rot="10800000">
            <a:off x="1604628" y="4491554"/>
            <a:ext cx="146075" cy="23833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41">
            <a:extLst>
              <a:ext uri="{FF2B5EF4-FFF2-40B4-BE49-F238E27FC236}">
                <a16:creationId xmlns:a16="http://schemas.microsoft.com/office/drawing/2014/main" id="{28FAC09F-B30C-5787-6398-C7B0F03620BC}"/>
              </a:ext>
            </a:extLst>
          </p:cNvPr>
          <p:cNvCxnSpPr/>
          <p:nvPr/>
        </p:nvCxnSpPr>
        <p:spPr>
          <a:xfrm rot="10800000">
            <a:off x="1604628" y="4719806"/>
            <a:ext cx="146075" cy="23833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3" name="개체 112">
            <a:extLst>
              <a:ext uri="{FF2B5EF4-FFF2-40B4-BE49-F238E27FC236}">
                <a16:creationId xmlns:a16="http://schemas.microsoft.com/office/drawing/2014/main" id="{9B663383-B2AF-89B5-A330-96B8B0744D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8149175"/>
              </p:ext>
            </p:extLst>
          </p:nvPr>
        </p:nvGraphicFramePr>
        <p:xfrm>
          <a:off x="1434321" y="4172779"/>
          <a:ext cx="144463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113" name="개체 112">
                        <a:extLst>
                          <a:ext uri="{FF2B5EF4-FFF2-40B4-BE49-F238E27FC236}">
                            <a16:creationId xmlns:a16="http://schemas.microsoft.com/office/drawing/2014/main" id="{85453A35-2DAF-6FBE-61C4-5826741DC6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4321" y="4172779"/>
                        <a:ext cx="144463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개체 117">
            <a:extLst>
              <a:ext uri="{FF2B5EF4-FFF2-40B4-BE49-F238E27FC236}">
                <a16:creationId xmlns:a16="http://schemas.microsoft.com/office/drawing/2014/main" id="{860271BA-80CA-036B-CD44-0360129ADA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4974183"/>
              </p:ext>
            </p:extLst>
          </p:nvPr>
        </p:nvGraphicFramePr>
        <p:xfrm>
          <a:off x="1778303" y="4430045"/>
          <a:ext cx="144463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118" name="개체 117">
                        <a:extLst>
                          <a:ext uri="{FF2B5EF4-FFF2-40B4-BE49-F238E27FC236}">
                            <a16:creationId xmlns:a16="http://schemas.microsoft.com/office/drawing/2014/main" id="{4B265A5B-AD4B-6F3E-C268-2C98E01FE8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303" y="4430045"/>
                        <a:ext cx="144463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개체 120">
            <a:extLst>
              <a:ext uri="{FF2B5EF4-FFF2-40B4-BE49-F238E27FC236}">
                <a16:creationId xmlns:a16="http://schemas.microsoft.com/office/drawing/2014/main" id="{29C4521F-3243-FF4B-BF7E-65D23E39E9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3161924"/>
              </p:ext>
            </p:extLst>
          </p:nvPr>
        </p:nvGraphicFramePr>
        <p:xfrm>
          <a:off x="1778303" y="4670627"/>
          <a:ext cx="144463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121" name="개체 120">
                        <a:extLst>
                          <a:ext uri="{FF2B5EF4-FFF2-40B4-BE49-F238E27FC236}">
                            <a16:creationId xmlns:a16="http://schemas.microsoft.com/office/drawing/2014/main" id="{8AE3489E-E1AE-5FBA-999F-9CE18CD73E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303" y="4670627"/>
                        <a:ext cx="144463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개체 121">
            <a:extLst>
              <a:ext uri="{FF2B5EF4-FFF2-40B4-BE49-F238E27FC236}">
                <a16:creationId xmlns:a16="http://schemas.microsoft.com/office/drawing/2014/main" id="{52932D96-6BEA-3EB4-47B5-4AC79AFE22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9444621"/>
              </p:ext>
            </p:extLst>
          </p:nvPr>
        </p:nvGraphicFramePr>
        <p:xfrm>
          <a:off x="1778303" y="4885907"/>
          <a:ext cx="144463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122" name="개체 121">
                        <a:extLst>
                          <a:ext uri="{FF2B5EF4-FFF2-40B4-BE49-F238E27FC236}">
                            <a16:creationId xmlns:a16="http://schemas.microsoft.com/office/drawing/2014/main" id="{B441875D-E914-A13B-B932-265E0E7C65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303" y="4885907"/>
                        <a:ext cx="144463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모서리가 둥근 직사각형 135">
            <a:extLst>
              <a:ext uri="{FF2B5EF4-FFF2-40B4-BE49-F238E27FC236}">
                <a16:creationId xmlns:a16="http://schemas.microsoft.com/office/drawing/2014/main" id="{346B60D8-7BA2-11B0-31E7-F9AC66E5500D}"/>
              </a:ext>
            </a:extLst>
          </p:cNvPr>
          <p:cNvSpPr/>
          <p:nvPr/>
        </p:nvSpPr>
        <p:spPr>
          <a:xfrm>
            <a:off x="1750702" y="5104972"/>
            <a:ext cx="1421988" cy="186795"/>
          </a:xfrm>
          <a:prstGeom prst="roundRect">
            <a:avLst>
              <a:gd name="adj" fmla="val 3960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rIns="36000" rtlCol="0" anchor="ctr"/>
          <a:lstStyle/>
          <a:p>
            <a:r>
              <a:rPr lang="ko-KR" altLang="en-US" sz="700" b="1">
                <a:solidFill>
                  <a:prstClr val="black">
                    <a:lumMod val="95000"/>
                    <a:lumOff val="5000"/>
                  </a:prstClr>
                </a:solidFill>
              </a:rPr>
              <a:t>행복기숙사</a:t>
            </a:r>
            <a:r>
              <a:rPr lang="ko-KR" altLang="en-US" sz="700" b="1" dirty="0">
                <a:solidFill>
                  <a:prstClr val="black">
                    <a:lumMod val="95000"/>
                    <a:lumOff val="5000"/>
                  </a:prstClr>
                </a:solidFill>
              </a:rPr>
              <a:t> 입사비</a:t>
            </a:r>
          </a:p>
        </p:txBody>
      </p:sp>
      <p:cxnSp>
        <p:nvCxnSpPr>
          <p:cNvPr id="1027" name="꺾인 연결선 141">
            <a:extLst>
              <a:ext uri="{FF2B5EF4-FFF2-40B4-BE49-F238E27FC236}">
                <a16:creationId xmlns:a16="http://schemas.microsoft.com/office/drawing/2014/main" id="{277D18A0-9178-D93C-6700-AA45E6E47E3D}"/>
              </a:ext>
            </a:extLst>
          </p:cNvPr>
          <p:cNvCxnSpPr/>
          <p:nvPr/>
        </p:nvCxnSpPr>
        <p:spPr>
          <a:xfrm rot="10800000">
            <a:off x="1604628" y="4957786"/>
            <a:ext cx="146075" cy="23833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28" name="개체 1027">
            <a:extLst>
              <a:ext uri="{FF2B5EF4-FFF2-40B4-BE49-F238E27FC236}">
                <a16:creationId xmlns:a16="http://schemas.microsoft.com/office/drawing/2014/main" id="{D992A972-EF66-86E4-DEB2-68CF635E06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169651"/>
              </p:ext>
            </p:extLst>
          </p:nvPr>
        </p:nvGraphicFramePr>
        <p:xfrm>
          <a:off x="1778303" y="5123887"/>
          <a:ext cx="144463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1028" name="개체 1027">
                        <a:extLst>
                          <a:ext uri="{FF2B5EF4-FFF2-40B4-BE49-F238E27FC236}">
                            <a16:creationId xmlns:a16="http://schemas.microsoft.com/office/drawing/2014/main" id="{C2D9CCF6-98E9-9B0E-DEB2-B120FC341B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303" y="5123887"/>
                        <a:ext cx="144463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모서리가 둥근 직사각형 135">
            <a:extLst>
              <a:ext uri="{FF2B5EF4-FFF2-40B4-BE49-F238E27FC236}">
                <a16:creationId xmlns:a16="http://schemas.microsoft.com/office/drawing/2014/main" id="{1FB04149-B659-E930-DB2F-BD80AD83B706}"/>
              </a:ext>
            </a:extLst>
          </p:cNvPr>
          <p:cNvSpPr/>
          <p:nvPr/>
        </p:nvSpPr>
        <p:spPr>
          <a:xfrm>
            <a:off x="1750702" y="5336421"/>
            <a:ext cx="1421988" cy="186795"/>
          </a:xfrm>
          <a:prstGeom prst="roundRect">
            <a:avLst>
              <a:gd name="adj" fmla="val 3960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rIns="36000" rtlCol="0" anchor="ctr"/>
          <a:lstStyle/>
          <a:p>
            <a:r>
              <a:rPr lang="ko-KR" altLang="en-US" sz="700" b="1" dirty="0">
                <a:solidFill>
                  <a:prstClr val="black">
                    <a:lumMod val="95000"/>
                    <a:lumOff val="5000"/>
                  </a:prstClr>
                </a:solidFill>
              </a:rPr>
              <a:t>평생교육장려금</a:t>
            </a:r>
          </a:p>
        </p:txBody>
      </p:sp>
      <p:cxnSp>
        <p:nvCxnSpPr>
          <p:cNvPr id="1031" name="꺾인 연결선 141">
            <a:extLst>
              <a:ext uri="{FF2B5EF4-FFF2-40B4-BE49-F238E27FC236}">
                <a16:creationId xmlns:a16="http://schemas.microsoft.com/office/drawing/2014/main" id="{840D78BC-CCFF-D71F-07E7-FFCBA6B12DA7}"/>
              </a:ext>
            </a:extLst>
          </p:cNvPr>
          <p:cNvCxnSpPr/>
          <p:nvPr/>
        </p:nvCxnSpPr>
        <p:spPr>
          <a:xfrm rot="10800000">
            <a:off x="1604628" y="5189235"/>
            <a:ext cx="146075" cy="23833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32" name="개체 1031">
            <a:extLst>
              <a:ext uri="{FF2B5EF4-FFF2-40B4-BE49-F238E27FC236}">
                <a16:creationId xmlns:a16="http://schemas.microsoft.com/office/drawing/2014/main" id="{B43E2490-CE17-D505-4911-F4CE195C93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0284247"/>
              </p:ext>
            </p:extLst>
          </p:nvPr>
        </p:nvGraphicFramePr>
        <p:xfrm>
          <a:off x="1778303" y="5355336"/>
          <a:ext cx="144463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1032" name="개체 1031">
                        <a:extLst>
                          <a:ext uri="{FF2B5EF4-FFF2-40B4-BE49-F238E27FC236}">
                            <a16:creationId xmlns:a16="http://schemas.microsoft.com/office/drawing/2014/main" id="{8A0BA8E2-40AA-A54D-511E-05CBF95E5B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303" y="5355336"/>
                        <a:ext cx="144463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모서리가 둥근 직사각형 135">
            <a:extLst>
              <a:ext uri="{FF2B5EF4-FFF2-40B4-BE49-F238E27FC236}">
                <a16:creationId xmlns:a16="http://schemas.microsoft.com/office/drawing/2014/main" id="{FE12FBA7-1718-EED7-BA7A-B9C678C2E665}"/>
              </a:ext>
            </a:extLst>
          </p:cNvPr>
          <p:cNvSpPr/>
          <p:nvPr/>
        </p:nvSpPr>
        <p:spPr>
          <a:xfrm>
            <a:off x="1750702" y="5573981"/>
            <a:ext cx="1421988" cy="186795"/>
          </a:xfrm>
          <a:prstGeom prst="roundRect">
            <a:avLst>
              <a:gd name="adj" fmla="val 3960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rIns="36000" rtlCol="0" anchor="ctr"/>
          <a:lstStyle/>
          <a:p>
            <a:r>
              <a:rPr lang="ko-KR" altLang="en-US" sz="700" b="1" dirty="0">
                <a:solidFill>
                  <a:prstClr val="black">
                    <a:lumMod val="95000"/>
                    <a:lumOff val="5000"/>
                  </a:prstClr>
                </a:solidFill>
              </a:rPr>
              <a:t>개인정보동의 관리</a:t>
            </a:r>
          </a:p>
        </p:txBody>
      </p:sp>
      <p:cxnSp>
        <p:nvCxnSpPr>
          <p:cNvPr id="1034" name="꺾인 연결선 141">
            <a:extLst>
              <a:ext uri="{FF2B5EF4-FFF2-40B4-BE49-F238E27FC236}">
                <a16:creationId xmlns:a16="http://schemas.microsoft.com/office/drawing/2014/main" id="{4BE8229D-13CF-36C1-CFC7-714E4042A5C4}"/>
              </a:ext>
            </a:extLst>
          </p:cNvPr>
          <p:cNvCxnSpPr/>
          <p:nvPr/>
        </p:nvCxnSpPr>
        <p:spPr>
          <a:xfrm rot="10800000">
            <a:off x="1604628" y="5426795"/>
            <a:ext cx="146075" cy="23833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35" name="개체 1034">
            <a:extLst>
              <a:ext uri="{FF2B5EF4-FFF2-40B4-BE49-F238E27FC236}">
                <a16:creationId xmlns:a16="http://schemas.microsoft.com/office/drawing/2014/main" id="{4473B2AA-222E-EF15-8CC2-D323A5C77C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1273979"/>
              </p:ext>
            </p:extLst>
          </p:nvPr>
        </p:nvGraphicFramePr>
        <p:xfrm>
          <a:off x="1778303" y="5592896"/>
          <a:ext cx="144463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1035" name="개체 1034">
                        <a:extLst>
                          <a:ext uri="{FF2B5EF4-FFF2-40B4-BE49-F238E27FC236}">
                            <a16:creationId xmlns:a16="http://schemas.microsoft.com/office/drawing/2014/main" id="{385731BF-E1ED-EB4D-10C1-0FE2E9BC88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303" y="5592896"/>
                        <a:ext cx="144463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타원 3">
            <a:extLst>
              <a:ext uri="{FF2B5EF4-FFF2-40B4-BE49-F238E27FC236}">
                <a16:creationId xmlns:a16="http://schemas.microsoft.com/office/drawing/2014/main" id="{8EECDC03-E4D4-9976-2F7F-B1EC5B191DB6}"/>
              </a:ext>
            </a:extLst>
          </p:cNvPr>
          <p:cNvSpPr>
            <a:spLocks noChangeAspect="1"/>
          </p:cNvSpPr>
          <p:nvPr/>
        </p:nvSpPr>
        <p:spPr>
          <a:xfrm>
            <a:off x="1308661" y="226892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B8B10DD-628E-85A7-8EF0-7D2659DB5A2D}"/>
              </a:ext>
            </a:extLst>
          </p:cNvPr>
          <p:cNvSpPr>
            <a:spLocks noChangeAspect="1"/>
          </p:cNvSpPr>
          <p:nvPr/>
        </p:nvSpPr>
        <p:spPr>
          <a:xfrm>
            <a:off x="1233944" y="4171124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E164D1B-C212-E2E6-F1A5-8BAF5199DA3E}"/>
              </a:ext>
            </a:extLst>
          </p:cNvPr>
          <p:cNvSpPr>
            <a:spLocks noChangeAspect="1"/>
          </p:cNvSpPr>
          <p:nvPr/>
        </p:nvSpPr>
        <p:spPr>
          <a:xfrm>
            <a:off x="5602296" y="6241810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5B120B7-ECF6-4A63-8E8F-D3AB3C987B40}"/>
              </a:ext>
            </a:extLst>
          </p:cNvPr>
          <p:cNvSpPr/>
          <p:nvPr/>
        </p:nvSpPr>
        <p:spPr>
          <a:xfrm>
            <a:off x="2104933" y="3367535"/>
            <a:ext cx="115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40D540F-E26C-4A2E-96D5-5F981F248A17}"/>
              </a:ext>
            </a:extLst>
          </p:cNvPr>
          <p:cNvSpPr/>
          <p:nvPr/>
        </p:nvSpPr>
        <p:spPr>
          <a:xfrm>
            <a:off x="3297169" y="3367519"/>
            <a:ext cx="753720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패스워드 초기화</a:t>
            </a:r>
            <a:endParaRPr lang="ko-KR" altLang="en-US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48B625-4240-905E-B84D-521348F96039}"/>
              </a:ext>
            </a:extLst>
          </p:cNvPr>
          <p:cNvSpPr txBox="1"/>
          <p:nvPr/>
        </p:nvSpPr>
        <p:spPr>
          <a:xfrm>
            <a:off x="2112884" y="3564537"/>
            <a:ext cx="2483052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비밀번호 변경 시에만 입력해 주세요</a:t>
            </a:r>
            <a:endParaRPr kumimoji="0" lang="en-US" altLang="ko-KR" sz="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비밀번호는 문자</a:t>
            </a:r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숫자</a:t>
            </a:r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특수문자의 조합으로 </a:t>
            </a:r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9~16</a:t>
            </a:r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자리로 입력해 주세요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C3CFFAB-3482-A46C-6F98-709233BAC094}"/>
              </a:ext>
            </a:extLst>
          </p:cNvPr>
          <p:cNvSpPr/>
          <p:nvPr/>
        </p:nvSpPr>
        <p:spPr>
          <a:xfrm>
            <a:off x="5426697" y="3367535"/>
            <a:ext cx="115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750383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B0F0"/>
        </a:solidFill>
        <a:ln w="3175">
          <a:solidFill>
            <a:srgbClr val="005C2A"/>
          </a:solidFill>
        </a:ln>
        <a:effectLst>
          <a:outerShdw blurRad="25400" dist="12700" dir="5400000" algn="t" rotWithShape="0">
            <a:schemeClr val="tx1">
              <a:lumMod val="50000"/>
              <a:lumOff val="50000"/>
              <a:alpha val="40000"/>
            </a:schemeClr>
          </a:outerShdw>
        </a:effectLst>
      </a:spPr>
      <a:bodyPr lIns="252000" rtlCol="0" anchor="ctr"/>
      <a:lstStyle>
        <a:defPPr>
          <a:defRPr sz="700" b="1" smtClean="0">
            <a:solidFill>
              <a:schemeClr val="bg1"/>
            </a:solidFill>
            <a:latin typeface="나눔고딕" pitchFamily="50" charset="-127"/>
            <a:ea typeface="나눔고딕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50000"/>
            </a:schemeClr>
          </a:solidFill>
          <a:prstDash val="sysDash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9_Office 테마">
  <a:themeElements>
    <a:clrScheme name="사용자 지정 9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7E8C6"/>
      </a:hlink>
      <a:folHlink>
        <a:srgbClr val="FFFFFF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bg1">
              <a:lumMod val="50000"/>
            </a:schemeClr>
          </a:solidFill>
        </a:ln>
        <a:effectLst>
          <a:outerShdw blurRad="50800" dist="38100" dir="2700000" algn="tl" rotWithShape="0">
            <a:schemeClr val="tx1">
              <a:lumMod val="50000"/>
              <a:lumOff val="50000"/>
              <a:alpha val="40000"/>
            </a:schemeClr>
          </a:outerShdw>
        </a:effectLst>
      </a:spPr>
      <a:bodyPr wrap="none" rtlCol="0" anchor="ctr"/>
      <a:lstStyle>
        <a:defPPr algn="ctr">
          <a:defRPr sz="700" smtClean="0">
            <a:solidFill>
              <a:schemeClr val="tx1">
                <a:lumMod val="95000"/>
                <a:lumOff val="5000"/>
              </a:schemeClr>
            </a:solidFill>
            <a:latin typeface="맑은 고딕" pitchFamily="50" charset="-127"/>
            <a:ea typeface="맑은 고딕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FF0000"/>
          </a:solidFill>
          <a:prstDash val="sysDash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dirty="0" smtClean="0"/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108839</TotalTime>
  <Words>817</Words>
  <Application>Microsoft Office PowerPoint</Application>
  <PresentationFormat>A4 용지(210x297mm)</PresentationFormat>
  <Paragraphs>335</Paragraphs>
  <Slides>7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3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7" baseType="lpstr">
      <vt:lpstr>굴림</vt:lpstr>
      <vt:lpstr>굴림체</vt:lpstr>
      <vt:lpstr>Arial</vt:lpstr>
      <vt:lpstr>Noto Sans</vt:lpstr>
      <vt:lpstr>나눔고딕</vt:lpstr>
      <vt:lpstr>맑은 고딕</vt:lpstr>
      <vt:lpstr>1_Office 테마</vt:lpstr>
      <vt:lpstr>9_Office 테마</vt:lpstr>
      <vt:lpstr>2_Office 테마</vt:lpstr>
      <vt:lpstr>Visio</vt:lpstr>
      <vt:lpstr>오산교육재단 홈페이지 개편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Kimkyu</dc:creator>
  <cp:lastModifiedBy>성열 최</cp:lastModifiedBy>
  <cp:revision>3710</cp:revision>
  <cp:lastPrinted>2022-07-06T11:39:49Z</cp:lastPrinted>
  <dcterms:created xsi:type="dcterms:W3CDTF">2011-08-08T03:42:49Z</dcterms:created>
  <dcterms:modified xsi:type="dcterms:W3CDTF">2025-11-04T07:44:38Z</dcterms:modified>
</cp:coreProperties>
</file>