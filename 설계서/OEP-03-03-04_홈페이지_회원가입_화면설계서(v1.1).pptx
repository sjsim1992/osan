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4" r:id="rId2"/>
    <p:sldMasterId id="2147483660" r:id="rId3"/>
  </p:sldMasterIdLst>
  <p:notesMasterIdLst>
    <p:notesMasterId r:id="rId31"/>
  </p:notesMasterIdLst>
  <p:handoutMasterIdLst>
    <p:handoutMasterId r:id="rId32"/>
  </p:handoutMasterIdLst>
  <p:sldIdLst>
    <p:sldId id="1572" r:id="rId4"/>
    <p:sldId id="330" r:id="rId5"/>
    <p:sldId id="1732" r:id="rId6"/>
    <p:sldId id="2299" r:id="rId7"/>
    <p:sldId id="2323" r:id="rId8"/>
    <p:sldId id="2324" r:id="rId9"/>
    <p:sldId id="2325" r:id="rId10"/>
    <p:sldId id="1855" r:id="rId11"/>
    <p:sldId id="2300" r:id="rId12"/>
    <p:sldId id="2305" r:id="rId13"/>
    <p:sldId id="2322" r:id="rId14"/>
    <p:sldId id="2306" r:id="rId15"/>
    <p:sldId id="2307" r:id="rId16"/>
    <p:sldId id="2308" r:id="rId17"/>
    <p:sldId id="2309" r:id="rId18"/>
    <p:sldId id="2310" r:id="rId19"/>
    <p:sldId id="2311" r:id="rId20"/>
    <p:sldId id="2312" r:id="rId21"/>
    <p:sldId id="2313" r:id="rId22"/>
    <p:sldId id="2314" r:id="rId23"/>
    <p:sldId id="2315" r:id="rId24"/>
    <p:sldId id="2316" r:id="rId25"/>
    <p:sldId id="2317" r:id="rId26"/>
    <p:sldId id="2318" r:id="rId27"/>
    <p:sldId id="2319" r:id="rId28"/>
    <p:sldId id="2320" r:id="rId29"/>
    <p:sldId id="2321" r:id="rId30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7" pos="104">
          <p15:clr>
            <a:srgbClr val="A4A3A4"/>
          </p15:clr>
        </p15:guide>
        <p15:guide id="15" pos="4345" userDrawn="1">
          <p15:clr>
            <a:srgbClr val="A4A3A4"/>
          </p15:clr>
        </p15:guide>
        <p15:guide id="16" orient="horz" pos="1412" userDrawn="1">
          <p15:clr>
            <a:srgbClr val="A4A3A4"/>
          </p15:clr>
        </p15:guide>
        <p15:guide id="18" orient="horz" pos="4088" userDrawn="1">
          <p15:clr>
            <a:srgbClr val="A4A3A4"/>
          </p15:clr>
        </p15:guide>
        <p15:guide id="19" pos="172" userDrawn="1">
          <p15:clr>
            <a:srgbClr val="A4A3A4"/>
          </p15:clr>
        </p15:guide>
        <p15:guide id="20" pos="4277" userDrawn="1">
          <p15:clr>
            <a:srgbClr val="A4A3A4"/>
          </p15:clr>
        </p15:guide>
        <p15:guide id="21" orient="horz" pos="10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66FF66"/>
    <a:srgbClr val="00FF00"/>
    <a:srgbClr val="0033CC"/>
    <a:srgbClr val="99CCFF"/>
    <a:srgbClr val="CCECFF"/>
    <a:srgbClr val="77D717"/>
    <a:srgbClr val="FF4F4F"/>
    <a:srgbClr val="0000CC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91" autoAdjust="0"/>
    <p:restoredTop sz="83420" autoAdjust="0"/>
  </p:normalViewPr>
  <p:slideViewPr>
    <p:cSldViewPr>
      <p:cViewPr varScale="1">
        <p:scale>
          <a:sx n="120" d="100"/>
          <a:sy n="120" d="100"/>
        </p:scale>
        <p:origin x="1350" y="108"/>
      </p:cViewPr>
      <p:guideLst>
        <p:guide orient="horz" pos="867"/>
        <p:guide pos="104"/>
        <p:guide pos="4345"/>
        <p:guide orient="horz" pos="1412"/>
        <p:guide orient="horz" pos="4088"/>
        <p:guide pos="172"/>
        <p:guide pos="4277"/>
        <p:guide orient="horz" pos="10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87" d="100"/>
          <a:sy n="87" d="100"/>
        </p:scale>
        <p:origin x="-3756" y="-78"/>
      </p:cViewPr>
      <p:guideLst>
        <p:guide orient="horz" pos="3126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070" y="0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/>
          <a:lstStyle>
            <a:lvl1pPr algn="r">
              <a:defRPr sz="1200"/>
            </a:lvl1pPr>
          </a:lstStyle>
          <a:p>
            <a:fld id="{C8666A89-3649-4A26-B076-8BB61794613B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8452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070" y="9428452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 anchor="b"/>
          <a:lstStyle>
            <a:lvl1pPr algn="r">
              <a:defRPr sz="1200"/>
            </a:lvl1pPr>
          </a:lstStyle>
          <a:p>
            <a:fld id="{598925E5-C1E6-4986-9C33-22AD8CBAF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0394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B9C9D-B269-4765-BAF2-65AF33F6B00F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6C2E9-C377-4C23-9E6D-618FB56A7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8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32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/>
              <a:pPr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8939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/>
              <a:pPr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6069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" y="284"/>
            <a:ext cx="9905181" cy="6857433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429397"/>
            <a:ext cx="2311400" cy="292079"/>
          </a:xfrm>
          <a:prstGeom prst="rect">
            <a:avLst/>
          </a:prstGeom>
        </p:spPr>
        <p:txBody>
          <a:bodyPr/>
          <a:lstStyle/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429397"/>
            <a:ext cx="3136900" cy="292079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429397"/>
            <a:ext cx="2311400" cy="292079"/>
          </a:xfrm>
          <a:prstGeom prst="rect">
            <a:avLst/>
          </a:prstGeom>
        </p:spPr>
        <p:txBody>
          <a:bodyPr/>
          <a:lstStyle/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685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" y="287"/>
            <a:ext cx="9905181" cy="6857433"/>
          </a:xfrm>
          <a:prstGeom prst="rect">
            <a:avLst/>
          </a:prstGeom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543756" y="1916839"/>
            <a:ext cx="4290477" cy="450573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1800" kern="1200" baseline="0" dirty="0">
                <a:solidFill>
                  <a:srgbClr val="D4D1CE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ctrTitle" hasCustomPrompt="1"/>
          </p:nvPr>
        </p:nvSpPr>
        <p:spPr>
          <a:xfrm>
            <a:off x="543756" y="550335"/>
            <a:ext cx="4290477" cy="1412579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4300" kern="1200" baseline="0" dirty="0">
                <a:solidFill>
                  <a:srgbClr val="D4D1CE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입력하시오</a:t>
            </a:r>
          </a:p>
        </p:txBody>
      </p:sp>
    </p:spTree>
    <p:extLst>
      <p:ext uri="{BB962C8B-B14F-4D97-AF65-F5344CB8AC3E}">
        <p14:creationId xmlns:p14="http://schemas.microsoft.com/office/powerpoint/2010/main" val="273288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" y="287"/>
            <a:ext cx="9905181" cy="6857433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 userDrawn="1"/>
        </p:nvSpPr>
        <p:spPr>
          <a:xfrm>
            <a:off x="134144" y="577180"/>
            <a:ext cx="9655394" cy="5940000"/>
          </a:xfrm>
          <a:prstGeom prst="roundRect">
            <a:avLst>
              <a:gd name="adj" fmla="val 902"/>
            </a:avLst>
          </a:prstGeom>
          <a:gradFill>
            <a:gsLst>
              <a:gs pos="0">
                <a:srgbClr val="FFFFFF">
                  <a:alpha val="85000"/>
                </a:srgbClr>
              </a:gs>
              <a:gs pos="29000">
                <a:schemeClr val="bg1"/>
              </a:gs>
            </a:gsLst>
            <a:lin ang="5400000" scaled="0"/>
          </a:gradFill>
          <a:ln w="12700">
            <a:gradFill>
              <a:gsLst>
                <a:gs pos="100000">
                  <a:srgbClr val="005EA4">
                    <a:alpha val="70000"/>
                  </a:srgbClr>
                </a:gs>
                <a:gs pos="2000">
                  <a:schemeClr val="tx2">
                    <a:lumMod val="20000"/>
                    <a:lumOff val="80000"/>
                  </a:schemeClr>
                </a:gs>
                <a:gs pos="62000">
                  <a:srgbClr val="E1E8F5">
                    <a:alpha val="0"/>
                  </a:srgb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689" y="6577092"/>
            <a:ext cx="901852" cy="20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134144" y="6597932"/>
            <a:ext cx="28632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Copyright ⓒ 2022 WIZWIG CO., LTD.,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394769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>
                <a:solidFill>
                  <a:prstClr val="black"/>
                </a:solidFill>
              </a:rPr>
              <a:pPr/>
              <a:t>2025-11-04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075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>
                <a:solidFill>
                  <a:prstClr val="black"/>
                </a:solidFill>
              </a:rPr>
              <a:pPr/>
              <a:t>2025-11-04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416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직선 연결선 32"/>
          <p:cNvCxnSpPr/>
          <p:nvPr/>
        </p:nvCxnSpPr>
        <p:spPr>
          <a:xfrm>
            <a:off x="165100" y="6563894"/>
            <a:ext cx="95758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119"/>
          <p:cNvSpPr txBox="1">
            <a:spLocks noChangeArrowheads="1"/>
          </p:cNvSpPr>
          <p:nvPr/>
        </p:nvSpPr>
        <p:spPr bwMode="auto">
          <a:xfrm>
            <a:off x="4776509" y="6581661"/>
            <a:ext cx="35298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96004F94-3BE7-4D60-B404-1745300C98A2}" type="slidenum">
              <a:rPr lang="ko-KR" altLang="en-US" sz="1000" b="1">
                <a:latin typeface="맑은 고딕" pitchFamily="50" charset="-127"/>
                <a:ea typeface="맑은 고딕" pitchFamily="50" charset="-127"/>
              </a:rPr>
              <a:pPr/>
              <a:t>‹#›</a:t>
            </a:fld>
            <a:endParaRPr lang="en-US" altLang="ko-KR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2" name="Picture 2" descr="D:\WIZWIG\01 로고\2018년 New 디자인\wizwig_lo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282" y="6617695"/>
            <a:ext cx="624252" cy="16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9826" y="6581012"/>
            <a:ext cx="26035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맑은 고딕" pitchFamily="50" charset="-127"/>
                <a:ea typeface="맑은 고딕" pitchFamily="50" charset="-127"/>
              </a:rPr>
              <a:t>Copyright ⓒ 2025 WIZWIG CO., LTD. All rights reserved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68315" y="497938"/>
            <a:ext cx="9751252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68315" y="539950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37025195"/>
              </p:ext>
            </p:extLst>
          </p:nvPr>
        </p:nvGraphicFramePr>
        <p:xfrm>
          <a:off x="164472" y="590019"/>
          <a:ext cx="9577063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28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화면설계서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단위시스템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홈페이지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문서번호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+mn-ea"/>
                        </a:rPr>
                        <a:t>OEP-03-03-04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latin typeface="맑은 고딕" pitchFamily="50" charset="-127"/>
                          <a:ea typeface="맑은 고딕" pitchFamily="50" charset="-127"/>
                        </a:rPr>
                        <a:t>최성열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2025.10.14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문서버젼</a:t>
                      </a:r>
                      <a:endParaRPr lang="ko-KR" altLang="en-US" sz="800" b="1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 userDrawn="1"/>
        </p:nvSpPr>
        <p:spPr>
          <a:xfrm>
            <a:off x="8095943" y="188650"/>
            <a:ext cx="16979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 dirty="0">
                <a:latin typeface="나눔고딕" pitchFamily="50" charset="-127"/>
                <a:ea typeface="나눔고딕" pitchFamily="50" charset="-127"/>
              </a:rPr>
              <a:t>오산교육재단 홈페이지 개편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FEA842D7-2E7B-E0E0-E4B6-842AA36B60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8" y="166184"/>
            <a:ext cx="1184930" cy="30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16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75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19026"/>
            <a:ext cx="8915400" cy="796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062021"/>
            <a:ext cx="8915400" cy="5286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429403"/>
            <a:ext cx="23114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429403"/>
            <a:ext cx="31369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429403"/>
            <a:ext cx="23114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77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1" hangingPunct="1">
        <a:spcBef>
          <a:spcPct val="0"/>
        </a:spcBef>
        <a:buNone/>
        <a:defRPr lang="ko-KR" altLang="en-US" sz="3500" kern="1200">
          <a:solidFill>
            <a:sysClr val="windowText" lastClr="000000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25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lang="ko-KR" altLang="en-US"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직선 연결선 32"/>
          <p:cNvCxnSpPr/>
          <p:nvPr/>
        </p:nvCxnSpPr>
        <p:spPr>
          <a:xfrm>
            <a:off x="68315" y="6563894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9826" y="6581012"/>
            <a:ext cx="26035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prstClr val="black"/>
                </a:solidFill>
              </a:rPr>
              <a:t>Copyright ⓒ 2025 WIZWIG CO., LTD. All rights reserved</a:t>
            </a:r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267840"/>
              </p:ext>
            </p:extLst>
          </p:nvPr>
        </p:nvGraphicFramePr>
        <p:xfrm>
          <a:off x="164472" y="1080490"/>
          <a:ext cx="9577063" cy="5428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00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Layout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46">
                <a:tc rowSpan="8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오산교육재단 홈페이지 개편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화면 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15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맑은 고딕" pitchFamily="50" charset="-127"/>
                          <a:ea typeface="맑은 고딕" pitchFamily="50" charset="-127"/>
                        </a:rPr>
                        <a:t>경로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처리기능설명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805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6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8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 </a:t>
                      </a:r>
                      <a:r>
                        <a:rPr lang="en-US" altLang="ko-KR" sz="700" b="1"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8" name="Text Box 119"/>
          <p:cNvSpPr txBox="1">
            <a:spLocks noChangeArrowheads="1"/>
          </p:cNvSpPr>
          <p:nvPr/>
        </p:nvSpPr>
        <p:spPr bwMode="auto">
          <a:xfrm>
            <a:off x="4767190" y="6581661"/>
            <a:ext cx="35298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96004F94-3BE7-4D60-B404-1745300C98A2}" type="slidenum">
              <a:rPr lang="ko-KR" altLang="en-US" sz="1000" b="1">
                <a:solidFill>
                  <a:prstClr val="black"/>
                </a:solidFill>
              </a:rPr>
              <a:pPr/>
              <a:t>‹#›</a:t>
            </a:fld>
            <a:endParaRPr lang="en-US" altLang="ko-KR" sz="1000" b="1" dirty="0">
              <a:solidFill>
                <a:prstClr val="black"/>
              </a:solidFill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F20ADFB-CB6F-0CE4-6E30-93C2D3274852}"/>
              </a:ext>
            </a:extLst>
          </p:cNvPr>
          <p:cNvCxnSpPr/>
          <p:nvPr userDrawn="1"/>
        </p:nvCxnSpPr>
        <p:spPr>
          <a:xfrm>
            <a:off x="68315" y="497938"/>
            <a:ext cx="9751252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5B3EFD9-1933-F498-39C9-B8DB96802828}"/>
              </a:ext>
            </a:extLst>
          </p:cNvPr>
          <p:cNvCxnSpPr/>
          <p:nvPr userDrawn="1"/>
        </p:nvCxnSpPr>
        <p:spPr>
          <a:xfrm>
            <a:off x="68315" y="539950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BB001E0-1949-94BC-044C-EA85813F6E5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30756414"/>
              </p:ext>
            </p:extLst>
          </p:nvPr>
        </p:nvGraphicFramePr>
        <p:xfrm>
          <a:off x="164472" y="590019"/>
          <a:ext cx="9577063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28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화면설계서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단위시스템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홈페이지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문서번호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+mn-ea"/>
                        </a:rPr>
                        <a:t>OEP-03-03-04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latin typeface="맑은 고딕" pitchFamily="50" charset="-127"/>
                          <a:ea typeface="맑은 고딕" pitchFamily="50" charset="-127"/>
                        </a:rPr>
                        <a:t>최성열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2025.10.14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문서버젼</a:t>
                      </a:r>
                      <a:endParaRPr lang="ko-KR" altLang="en-US" sz="800" b="1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3B37DAD-60C1-6446-5B1B-4A84B65E21CF}"/>
              </a:ext>
            </a:extLst>
          </p:cNvPr>
          <p:cNvSpPr txBox="1"/>
          <p:nvPr userDrawn="1"/>
        </p:nvSpPr>
        <p:spPr>
          <a:xfrm>
            <a:off x="8095943" y="188650"/>
            <a:ext cx="16979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 dirty="0">
                <a:latin typeface="나눔고딕" pitchFamily="50" charset="-127"/>
                <a:ea typeface="나눔고딕" pitchFamily="50" charset="-127"/>
              </a:rPr>
              <a:t>오산교육재단 홈페이지 개편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B42DE0BF-BF4B-C4DC-B539-EF5A444942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8" y="166184"/>
            <a:ext cx="1184930" cy="30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4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11.png"/><Relationship Id="rId7" Type="http://schemas.openxmlformats.org/officeDocument/2006/relationships/oleObject" Target="../embeddings/oleObject3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11.png"/><Relationship Id="rId7" Type="http://schemas.openxmlformats.org/officeDocument/2006/relationships/oleObject" Target="../embeddings/oleObject3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4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4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16465" y="833221"/>
            <a:ext cx="5412601" cy="540060"/>
          </a:xfrm>
        </p:spPr>
        <p:txBody>
          <a:bodyPr/>
          <a:lstStyle/>
          <a:p>
            <a:r>
              <a:rPr lang="ko-KR" altLang="en-US" sz="3200" b="1" dirty="0">
                <a:latin typeface="나눔고딕" pitchFamily="50" charset="-127"/>
                <a:ea typeface="나눔고딕" pitchFamily="50" charset="-127"/>
              </a:rPr>
              <a:t>오산교육재단</a:t>
            </a:r>
            <a:br>
              <a:rPr lang="en-US" altLang="ko-KR" sz="3200" b="1" dirty="0"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3200" b="1" dirty="0">
                <a:latin typeface="나눔고딕" pitchFamily="50" charset="-127"/>
                <a:ea typeface="나눔고딕" pitchFamily="50" charset="-127"/>
              </a:rPr>
              <a:t>홈페이지 개편</a:t>
            </a:r>
            <a:endParaRPr lang="ko-KR" altLang="en-US" sz="30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28464" y="2024844"/>
            <a:ext cx="2364750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400" b="1">
                <a:solidFill>
                  <a:schemeClr val="bg1"/>
                </a:solidFill>
              </a:rPr>
              <a:t>화면설계서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381" y="6077898"/>
            <a:ext cx="1290559" cy="294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770236" y="6453336"/>
            <a:ext cx="29851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 ⓒ 2025 WIZWIG CO., LTD., All rights reserved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28464" y="2744924"/>
            <a:ext cx="13933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</a:rPr>
              <a:t>홈페이지</a:t>
            </a:r>
            <a:r>
              <a:rPr lang="en-US" altLang="ko-KR" sz="2000" b="1" dirty="0">
                <a:solidFill>
                  <a:schemeClr val="bg1"/>
                </a:solidFill>
              </a:rPr>
              <a:t>]</a:t>
            </a:r>
          </a:p>
          <a:p>
            <a:r>
              <a:rPr lang="ko-KR" altLang="en-US" sz="2000" b="1" dirty="0">
                <a:solidFill>
                  <a:schemeClr val="bg1"/>
                </a:solidFill>
              </a:rPr>
              <a:t>회원가입</a:t>
            </a: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5D2B0827-74F0-A0F7-9599-1B004FECC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517" y="342531"/>
            <a:ext cx="1303423" cy="33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88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3960817"/>
              </p:ext>
            </p:extLst>
          </p:nvPr>
        </p:nvGraphicFramePr>
        <p:xfrm>
          <a:off x="165106" y="1183340"/>
          <a:ext cx="9575801" cy="3380414"/>
        </p:xfrm>
        <a:graphic>
          <a:graphicData uri="http://schemas.openxmlformats.org/drawingml/2006/table">
            <a:tbl>
              <a:tblPr/>
              <a:tblGrid>
                <a:gridCol w="1305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0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6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221">
                <a:tc gridSpan="4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문서이력표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862">
                <a:tc gridSpan="4"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오산교육재단 홈페이지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&gt;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회원가입 화면설계서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862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문서버젼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개정내용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1.0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2025.10.14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최초 작성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최성열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1.1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2025.10.27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화면 코멘트 작업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최성열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748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7835488"/>
              </p:ext>
            </p:extLst>
          </p:nvPr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홈페이지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/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 홈페이지</a:t>
            </a:r>
          </a:p>
        </p:txBody>
      </p:sp>
      <p:sp>
        <p:nvSpPr>
          <p:cNvPr id="76" name="모서리가 둥근 직사각형 75"/>
          <p:cNvSpPr/>
          <p:nvPr/>
        </p:nvSpPr>
        <p:spPr>
          <a:xfrm>
            <a:off x="16446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</a:p>
        </p:txBody>
      </p:sp>
      <p:sp>
        <p:nvSpPr>
          <p:cNvPr id="81" name="모서리가 둥근 직사각형 80"/>
          <p:cNvSpPr/>
          <p:nvPr/>
        </p:nvSpPr>
        <p:spPr>
          <a:xfrm>
            <a:off x="1068205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sp>
        <p:nvSpPr>
          <p:cNvPr id="82" name="모서리가 둥근 직사각형 81"/>
          <p:cNvSpPr/>
          <p:nvPr/>
        </p:nvSpPr>
        <p:spPr>
          <a:xfrm>
            <a:off x="197625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</a:p>
        </p:txBody>
      </p:sp>
      <p:sp>
        <p:nvSpPr>
          <p:cNvPr id="83" name="모서리가 둥근 직사각형 82"/>
          <p:cNvSpPr/>
          <p:nvPr/>
        </p:nvSpPr>
        <p:spPr>
          <a:xfrm>
            <a:off x="304478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ID/PW</a:t>
            </a:r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찾기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088904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재단소개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600927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열린경영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모서리가 둥근 직사각형 94"/>
          <p:cNvSpPr/>
          <p:nvPr/>
        </p:nvSpPr>
        <p:spPr>
          <a:xfrm>
            <a:off x="887566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마이페이지</a:t>
            </a:r>
          </a:p>
        </p:txBody>
      </p:sp>
      <p:cxnSp>
        <p:nvCxnSpPr>
          <p:cNvPr id="104" name="꺾인 연결선 103"/>
          <p:cNvCxnSpPr>
            <a:stCxn id="76" idx="0"/>
            <a:endCxn id="75" idx="2"/>
          </p:cNvCxnSpPr>
          <p:nvPr/>
        </p:nvCxnSpPr>
        <p:spPr>
          <a:xfrm rot="5400000" flipH="1" flipV="1">
            <a:off x="2641771" y="-295398"/>
            <a:ext cx="343487" cy="443409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/>
          <p:cNvCxnSpPr>
            <a:stCxn id="81" idx="0"/>
            <a:endCxn id="75" idx="2"/>
          </p:cNvCxnSpPr>
          <p:nvPr/>
        </p:nvCxnSpPr>
        <p:spPr>
          <a:xfrm rot="5400000" flipH="1" flipV="1">
            <a:off x="3093640" y="156470"/>
            <a:ext cx="343487" cy="353035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/>
          <p:cNvCxnSpPr>
            <a:stCxn id="82" idx="0"/>
            <a:endCxn id="75" idx="2"/>
          </p:cNvCxnSpPr>
          <p:nvPr/>
        </p:nvCxnSpPr>
        <p:spPr>
          <a:xfrm rot="5400000" flipH="1" flipV="1">
            <a:off x="3547663" y="610494"/>
            <a:ext cx="343487" cy="262230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/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4081931" y="1144762"/>
            <a:ext cx="343487" cy="155377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84" idx="0"/>
            <a:endCxn id="75" idx="2"/>
          </p:cNvCxnSpPr>
          <p:nvPr/>
        </p:nvCxnSpPr>
        <p:spPr>
          <a:xfrm rot="5400000" flipH="1" flipV="1">
            <a:off x="4603989" y="1666820"/>
            <a:ext cx="343487" cy="50965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85" idx="0"/>
            <a:endCxn id="75" idx="2"/>
          </p:cNvCxnSpPr>
          <p:nvPr/>
        </p:nvCxnSpPr>
        <p:spPr>
          <a:xfrm rot="16200000" flipV="1">
            <a:off x="5564177" y="1216289"/>
            <a:ext cx="343487" cy="141071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6528104" y="252362"/>
            <a:ext cx="343487" cy="333857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644307EB-4AEF-9DF9-A665-63EC3A4CFC16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6997368" y="-216902"/>
            <a:ext cx="343487" cy="427709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FF428B43-48C0-330F-58DF-A58897517C69}"/>
              </a:ext>
            </a:extLst>
          </p:cNvPr>
          <p:cNvSpPr/>
          <p:nvPr/>
        </p:nvSpPr>
        <p:spPr>
          <a:xfrm>
            <a:off x="793713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프로그램신청</a:t>
            </a:r>
          </a:p>
        </p:txBody>
      </p:sp>
      <p:sp>
        <p:nvSpPr>
          <p:cNvPr id="3" name="모서리가 둥근 직사각형 83">
            <a:extLst>
              <a:ext uri="{FF2B5EF4-FFF2-40B4-BE49-F238E27FC236}">
                <a16:creationId xmlns:a16="http://schemas.microsoft.com/office/drawing/2014/main" id="{B6628934-0CC3-8B75-8F1A-251C2087CDC7}"/>
              </a:ext>
            </a:extLst>
          </p:cNvPr>
          <p:cNvSpPr/>
          <p:nvPr/>
        </p:nvSpPr>
        <p:spPr>
          <a:xfrm>
            <a:off x="4624329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재단안내</a:t>
            </a:r>
          </a:p>
        </p:txBody>
      </p:sp>
      <p:cxnSp>
        <p:nvCxnSpPr>
          <p:cNvPr id="4" name="꺾인 연결선 111">
            <a:extLst>
              <a:ext uri="{FF2B5EF4-FFF2-40B4-BE49-F238E27FC236}">
                <a16:creationId xmlns:a16="http://schemas.microsoft.com/office/drawing/2014/main" id="{49A95291-24B8-81D0-2B5C-A4201A8D5064}"/>
              </a:ext>
            </a:extLst>
          </p:cNvPr>
          <p:cNvCxnSpPr>
            <a:cxnSpLocks/>
            <a:stCxn id="3" idx="1"/>
            <a:endCxn id="84" idx="2"/>
          </p:cNvCxnSpPr>
          <p:nvPr/>
        </p:nvCxnSpPr>
        <p:spPr>
          <a:xfrm rot="10800000">
            <a:off x="4520905" y="2282743"/>
            <a:ext cx="103425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3">
            <a:extLst>
              <a:ext uri="{FF2B5EF4-FFF2-40B4-BE49-F238E27FC236}">
                <a16:creationId xmlns:a16="http://schemas.microsoft.com/office/drawing/2014/main" id="{542BC5F9-0DEA-6F6A-05DA-7CC81AC03EA5}"/>
              </a:ext>
            </a:extLst>
          </p:cNvPr>
          <p:cNvSpPr/>
          <p:nvPr/>
        </p:nvSpPr>
        <p:spPr>
          <a:xfrm>
            <a:off x="4624329" y="338375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조직안내</a:t>
            </a:r>
          </a:p>
        </p:txBody>
      </p:sp>
      <p:sp>
        <p:nvSpPr>
          <p:cNvPr id="11" name="모서리가 둥근 직사각형 83">
            <a:extLst>
              <a:ext uri="{FF2B5EF4-FFF2-40B4-BE49-F238E27FC236}">
                <a16:creationId xmlns:a16="http://schemas.microsoft.com/office/drawing/2014/main" id="{D7CDACE6-F8F4-78E6-FE6E-80FE46ECB8C7}"/>
              </a:ext>
            </a:extLst>
          </p:cNvPr>
          <p:cNvSpPr/>
          <p:nvPr/>
        </p:nvSpPr>
        <p:spPr>
          <a:xfrm>
            <a:off x="4624329" y="421471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사업소개</a:t>
            </a:r>
          </a:p>
        </p:txBody>
      </p:sp>
      <p:sp>
        <p:nvSpPr>
          <p:cNvPr id="12" name="모서리가 둥근 직사각형 83">
            <a:extLst>
              <a:ext uri="{FF2B5EF4-FFF2-40B4-BE49-F238E27FC236}">
                <a16:creationId xmlns:a16="http://schemas.microsoft.com/office/drawing/2014/main" id="{E0DFAD42-1C52-DC6A-734F-22B90376EDD5}"/>
              </a:ext>
            </a:extLst>
          </p:cNvPr>
          <p:cNvSpPr/>
          <p:nvPr/>
        </p:nvSpPr>
        <p:spPr>
          <a:xfrm>
            <a:off x="4624329" y="487354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찾아오시는길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모서리가 둥근 직사각형 83">
            <a:extLst>
              <a:ext uri="{FF2B5EF4-FFF2-40B4-BE49-F238E27FC236}">
                <a16:creationId xmlns:a16="http://schemas.microsoft.com/office/drawing/2014/main" id="{E9485B48-F211-25A4-0EC7-9E6F19A48105}"/>
              </a:ext>
            </a:extLst>
          </p:cNvPr>
          <p:cNvSpPr/>
          <p:nvPr/>
        </p:nvSpPr>
        <p:spPr>
          <a:xfrm>
            <a:off x="4624329" y="552350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약관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모서리가 둥근 직사각형 83">
            <a:extLst>
              <a:ext uri="{FF2B5EF4-FFF2-40B4-BE49-F238E27FC236}">
                <a16:creationId xmlns:a16="http://schemas.microsoft.com/office/drawing/2014/main" id="{9BAB1E5B-B43B-1151-5345-B7B8B01608B9}"/>
              </a:ext>
            </a:extLst>
          </p:cNvPr>
          <p:cNvSpPr/>
          <p:nvPr/>
        </p:nvSpPr>
        <p:spPr>
          <a:xfrm>
            <a:off x="3580212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 찾기</a:t>
            </a:r>
          </a:p>
        </p:txBody>
      </p:sp>
      <p:cxnSp>
        <p:nvCxnSpPr>
          <p:cNvPr id="23" name="꺾인 연결선 111">
            <a:extLst>
              <a:ext uri="{FF2B5EF4-FFF2-40B4-BE49-F238E27FC236}">
                <a16:creationId xmlns:a16="http://schemas.microsoft.com/office/drawing/2014/main" id="{8B98DE72-7318-9BF4-88B0-552DE03FA791}"/>
              </a:ext>
            </a:extLst>
          </p:cNvPr>
          <p:cNvCxnSpPr>
            <a:cxnSpLocks/>
            <a:stCxn id="22" idx="1"/>
            <a:endCxn id="83" idx="2"/>
          </p:cNvCxnSpPr>
          <p:nvPr/>
        </p:nvCxnSpPr>
        <p:spPr>
          <a:xfrm rot="10800000">
            <a:off x="3476788" y="2282743"/>
            <a:ext cx="10342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83">
            <a:extLst>
              <a:ext uri="{FF2B5EF4-FFF2-40B4-BE49-F238E27FC236}">
                <a16:creationId xmlns:a16="http://schemas.microsoft.com/office/drawing/2014/main" id="{F21E7618-094F-0680-56DE-93F241DE3734}"/>
              </a:ext>
            </a:extLst>
          </p:cNvPr>
          <p:cNvSpPr/>
          <p:nvPr/>
        </p:nvSpPr>
        <p:spPr>
          <a:xfrm>
            <a:off x="3580212" y="254970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 찾기</a:t>
            </a:r>
          </a:p>
        </p:txBody>
      </p:sp>
      <p:sp>
        <p:nvSpPr>
          <p:cNvPr id="30" name="모서리가 둥근 직사각형 83">
            <a:extLst>
              <a:ext uri="{FF2B5EF4-FFF2-40B4-BE49-F238E27FC236}">
                <a16:creationId xmlns:a16="http://schemas.microsoft.com/office/drawing/2014/main" id="{69F46221-6C97-4B2E-708F-CC9E97DD3547}"/>
              </a:ext>
            </a:extLst>
          </p:cNvPr>
          <p:cNvSpPr/>
          <p:nvPr/>
        </p:nvSpPr>
        <p:spPr>
          <a:xfrm>
            <a:off x="2511676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이용약관동의</a:t>
            </a:r>
          </a:p>
        </p:txBody>
      </p:sp>
      <p:cxnSp>
        <p:nvCxnSpPr>
          <p:cNvPr id="31" name="꺾인 연결선 111">
            <a:extLst>
              <a:ext uri="{FF2B5EF4-FFF2-40B4-BE49-F238E27FC236}">
                <a16:creationId xmlns:a16="http://schemas.microsoft.com/office/drawing/2014/main" id="{0AD55E6D-B5A9-5C8D-5E00-3CB784F7CA74}"/>
              </a:ext>
            </a:extLst>
          </p:cNvPr>
          <p:cNvCxnSpPr>
            <a:cxnSpLocks/>
            <a:stCxn id="30" idx="1"/>
            <a:endCxn id="82" idx="2"/>
          </p:cNvCxnSpPr>
          <p:nvPr/>
        </p:nvCxnSpPr>
        <p:spPr>
          <a:xfrm rot="10800000">
            <a:off x="2408252" y="2282743"/>
            <a:ext cx="10342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83">
            <a:extLst>
              <a:ext uri="{FF2B5EF4-FFF2-40B4-BE49-F238E27FC236}">
                <a16:creationId xmlns:a16="http://schemas.microsoft.com/office/drawing/2014/main" id="{4EFD5377-C79E-BF81-3A68-CFD38A4C88FE}"/>
              </a:ext>
            </a:extLst>
          </p:cNvPr>
          <p:cNvSpPr/>
          <p:nvPr/>
        </p:nvSpPr>
        <p:spPr>
          <a:xfrm>
            <a:off x="2511676" y="254970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 미만</a:t>
            </a:r>
          </a:p>
        </p:txBody>
      </p:sp>
      <p:sp>
        <p:nvSpPr>
          <p:cNvPr id="33" name="모서리가 둥근 직사각형 83">
            <a:extLst>
              <a:ext uri="{FF2B5EF4-FFF2-40B4-BE49-F238E27FC236}">
                <a16:creationId xmlns:a16="http://schemas.microsoft.com/office/drawing/2014/main" id="{5A3B1B57-2331-7D22-5E6B-A8A8A647A70D}"/>
              </a:ext>
            </a:extLst>
          </p:cNvPr>
          <p:cNvSpPr/>
          <p:nvPr/>
        </p:nvSpPr>
        <p:spPr>
          <a:xfrm>
            <a:off x="2511676" y="275174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 이상</a:t>
            </a:r>
          </a:p>
        </p:txBody>
      </p:sp>
      <p:sp>
        <p:nvSpPr>
          <p:cNvPr id="34" name="모서리가 둥근 직사각형 83">
            <a:extLst>
              <a:ext uri="{FF2B5EF4-FFF2-40B4-BE49-F238E27FC236}">
                <a16:creationId xmlns:a16="http://schemas.microsoft.com/office/drawing/2014/main" id="{8388D7C8-00F5-81BB-0B86-4807235E4F0F}"/>
              </a:ext>
            </a:extLst>
          </p:cNvPr>
          <p:cNvSpPr/>
          <p:nvPr/>
        </p:nvSpPr>
        <p:spPr>
          <a:xfrm>
            <a:off x="2511676" y="295378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 작성</a:t>
            </a:r>
          </a:p>
        </p:txBody>
      </p:sp>
      <p:sp>
        <p:nvSpPr>
          <p:cNvPr id="35" name="모서리가 둥근 직사각형 83">
            <a:extLst>
              <a:ext uri="{FF2B5EF4-FFF2-40B4-BE49-F238E27FC236}">
                <a16:creationId xmlns:a16="http://schemas.microsoft.com/office/drawing/2014/main" id="{BBEF9BFD-D023-5D5E-96F3-B30E868F1588}"/>
              </a:ext>
            </a:extLst>
          </p:cNvPr>
          <p:cNvSpPr/>
          <p:nvPr/>
        </p:nvSpPr>
        <p:spPr>
          <a:xfrm>
            <a:off x="2511676" y="315582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가입신청 완료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모서리가 둥근 직사각형 83">
            <a:extLst>
              <a:ext uri="{FF2B5EF4-FFF2-40B4-BE49-F238E27FC236}">
                <a16:creationId xmlns:a16="http://schemas.microsoft.com/office/drawing/2014/main" id="{2AF7E80B-C64D-D588-A623-80F881C2630D}"/>
              </a:ext>
            </a:extLst>
          </p:cNvPr>
          <p:cNvSpPr/>
          <p:nvPr/>
        </p:nvSpPr>
        <p:spPr>
          <a:xfrm>
            <a:off x="5162602" y="257469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이상장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인사말</a:t>
            </a:r>
          </a:p>
        </p:txBody>
      </p:sp>
      <p:cxnSp>
        <p:nvCxnSpPr>
          <p:cNvPr id="38" name="꺾인 연결선 111">
            <a:extLst>
              <a:ext uri="{FF2B5EF4-FFF2-40B4-BE49-F238E27FC236}">
                <a16:creationId xmlns:a16="http://schemas.microsoft.com/office/drawing/2014/main" id="{DBC2A0F1-56AB-CBE0-6102-B053D63E53F2}"/>
              </a:ext>
            </a:extLst>
          </p:cNvPr>
          <p:cNvCxnSpPr>
            <a:cxnSpLocks/>
            <a:stCxn id="37" idx="1"/>
            <a:endCxn id="3" idx="2"/>
          </p:cNvCxnSpPr>
          <p:nvPr/>
        </p:nvCxnSpPr>
        <p:spPr>
          <a:xfrm rot="10800000">
            <a:off x="5049508" y="2516589"/>
            <a:ext cx="113095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모서리가 둥근 직사각형 83">
            <a:extLst>
              <a:ext uri="{FF2B5EF4-FFF2-40B4-BE49-F238E27FC236}">
                <a16:creationId xmlns:a16="http://schemas.microsoft.com/office/drawing/2014/main" id="{C72AAB59-5BB5-D485-2800-852879DA7D16}"/>
              </a:ext>
            </a:extLst>
          </p:cNvPr>
          <p:cNvSpPr/>
          <p:nvPr/>
        </p:nvSpPr>
        <p:spPr>
          <a:xfrm>
            <a:off x="5162602" y="276586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연혁 및 소개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모서리가 둥근 직사각형 83">
            <a:extLst>
              <a:ext uri="{FF2B5EF4-FFF2-40B4-BE49-F238E27FC236}">
                <a16:creationId xmlns:a16="http://schemas.microsoft.com/office/drawing/2014/main" id="{49AC9C30-79F1-138D-161C-D6B7D3C0DEB9}"/>
              </a:ext>
            </a:extLst>
          </p:cNvPr>
          <p:cNvSpPr/>
          <p:nvPr/>
        </p:nvSpPr>
        <p:spPr>
          <a:xfrm>
            <a:off x="5162602" y="296436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비전및핵심가치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모서리가 둥근 직사각형 83">
            <a:extLst>
              <a:ext uri="{FF2B5EF4-FFF2-40B4-BE49-F238E27FC236}">
                <a16:creationId xmlns:a16="http://schemas.microsoft.com/office/drawing/2014/main" id="{254FDB1A-DBB2-3E62-F405-0B7F7B0E79F9}"/>
              </a:ext>
            </a:extLst>
          </p:cNvPr>
          <p:cNvSpPr/>
          <p:nvPr/>
        </p:nvSpPr>
        <p:spPr>
          <a:xfrm>
            <a:off x="5162602" y="316377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설립취지</a:t>
            </a:r>
          </a:p>
        </p:txBody>
      </p:sp>
      <p:cxnSp>
        <p:nvCxnSpPr>
          <p:cNvPr id="44" name="꺾인 연결선 111">
            <a:extLst>
              <a:ext uri="{FF2B5EF4-FFF2-40B4-BE49-F238E27FC236}">
                <a16:creationId xmlns:a16="http://schemas.microsoft.com/office/drawing/2014/main" id="{E8598AB6-25DE-35BB-D3BF-368255A026E9}"/>
              </a:ext>
            </a:extLst>
          </p:cNvPr>
          <p:cNvCxnSpPr>
            <a:cxnSpLocks/>
            <a:stCxn id="9" idx="1"/>
            <a:endCxn id="84" idx="2"/>
          </p:cNvCxnSpPr>
          <p:nvPr/>
        </p:nvCxnSpPr>
        <p:spPr>
          <a:xfrm rot="10800000">
            <a:off x="4520905" y="2282744"/>
            <a:ext cx="103425" cy="11870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83">
            <a:extLst>
              <a:ext uri="{FF2B5EF4-FFF2-40B4-BE49-F238E27FC236}">
                <a16:creationId xmlns:a16="http://schemas.microsoft.com/office/drawing/2014/main" id="{F347DBDD-05DC-F45E-4EB8-E10DA3E3B6A3}"/>
              </a:ext>
            </a:extLst>
          </p:cNvPr>
          <p:cNvSpPr/>
          <p:nvPr/>
        </p:nvSpPr>
        <p:spPr>
          <a:xfrm>
            <a:off x="5162602" y="360830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조직도</a:t>
            </a:r>
          </a:p>
        </p:txBody>
      </p:sp>
      <p:cxnSp>
        <p:nvCxnSpPr>
          <p:cNvPr id="48" name="꺾인 연결선 111">
            <a:extLst>
              <a:ext uri="{FF2B5EF4-FFF2-40B4-BE49-F238E27FC236}">
                <a16:creationId xmlns:a16="http://schemas.microsoft.com/office/drawing/2014/main" id="{C75EBD39-12CB-2691-4735-62CA7AE1D6FC}"/>
              </a:ext>
            </a:extLst>
          </p:cNvPr>
          <p:cNvCxnSpPr>
            <a:cxnSpLocks/>
            <a:stCxn id="47" idx="1"/>
            <a:endCxn id="9" idx="2"/>
          </p:cNvCxnSpPr>
          <p:nvPr/>
        </p:nvCxnSpPr>
        <p:spPr>
          <a:xfrm rot="10800000">
            <a:off x="5049508" y="3555890"/>
            <a:ext cx="113095" cy="138483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모서리가 둥근 직사각형 83">
            <a:extLst>
              <a:ext uri="{FF2B5EF4-FFF2-40B4-BE49-F238E27FC236}">
                <a16:creationId xmlns:a16="http://schemas.microsoft.com/office/drawing/2014/main" id="{6BFA6220-A9E3-C632-2A99-B15148E9B1D3}"/>
              </a:ext>
            </a:extLst>
          </p:cNvPr>
          <p:cNvSpPr/>
          <p:nvPr/>
        </p:nvSpPr>
        <p:spPr>
          <a:xfrm>
            <a:off x="5162602" y="380742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담당업무</a:t>
            </a:r>
          </a:p>
        </p:txBody>
      </p:sp>
      <p:sp>
        <p:nvSpPr>
          <p:cNvPr id="51" name="모서리가 둥근 직사각형 83">
            <a:extLst>
              <a:ext uri="{FF2B5EF4-FFF2-40B4-BE49-F238E27FC236}">
                <a16:creationId xmlns:a16="http://schemas.microsoft.com/office/drawing/2014/main" id="{F32A935E-9A99-1265-31F6-6303826976EF}"/>
              </a:ext>
            </a:extLst>
          </p:cNvPr>
          <p:cNvSpPr/>
          <p:nvPr/>
        </p:nvSpPr>
        <p:spPr>
          <a:xfrm>
            <a:off x="5162602" y="3999507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임원현황</a:t>
            </a:r>
          </a:p>
        </p:txBody>
      </p:sp>
      <p:cxnSp>
        <p:nvCxnSpPr>
          <p:cNvPr id="52" name="꺾인 연결선 111">
            <a:extLst>
              <a:ext uri="{FF2B5EF4-FFF2-40B4-BE49-F238E27FC236}">
                <a16:creationId xmlns:a16="http://schemas.microsoft.com/office/drawing/2014/main" id="{525B40D7-4721-70B3-F911-4D2F26F5EFB6}"/>
              </a:ext>
            </a:extLst>
          </p:cNvPr>
          <p:cNvCxnSpPr>
            <a:cxnSpLocks/>
            <a:stCxn id="32" idx="1"/>
            <a:endCxn id="82" idx="2"/>
          </p:cNvCxnSpPr>
          <p:nvPr/>
        </p:nvCxnSpPr>
        <p:spPr>
          <a:xfrm rot="10800000">
            <a:off x="2408252" y="2282743"/>
            <a:ext cx="103424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111">
            <a:extLst>
              <a:ext uri="{FF2B5EF4-FFF2-40B4-BE49-F238E27FC236}">
                <a16:creationId xmlns:a16="http://schemas.microsoft.com/office/drawing/2014/main" id="{1EE1A782-A743-B6B7-71CC-4D5F11844199}"/>
              </a:ext>
            </a:extLst>
          </p:cNvPr>
          <p:cNvCxnSpPr>
            <a:cxnSpLocks/>
            <a:stCxn id="33" idx="1"/>
            <a:endCxn id="82" idx="2"/>
          </p:cNvCxnSpPr>
          <p:nvPr/>
        </p:nvCxnSpPr>
        <p:spPr>
          <a:xfrm rot="10800000">
            <a:off x="2408252" y="2282744"/>
            <a:ext cx="103424" cy="5550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111">
            <a:extLst>
              <a:ext uri="{FF2B5EF4-FFF2-40B4-BE49-F238E27FC236}">
                <a16:creationId xmlns:a16="http://schemas.microsoft.com/office/drawing/2014/main" id="{94E241BD-E809-67AA-1726-C7DC5CD84B77}"/>
              </a:ext>
            </a:extLst>
          </p:cNvPr>
          <p:cNvCxnSpPr>
            <a:cxnSpLocks/>
            <a:stCxn id="34" idx="1"/>
            <a:endCxn id="82" idx="2"/>
          </p:cNvCxnSpPr>
          <p:nvPr/>
        </p:nvCxnSpPr>
        <p:spPr>
          <a:xfrm rot="10800000">
            <a:off x="2408252" y="2282743"/>
            <a:ext cx="103424" cy="75711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111">
            <a:extLst>
              <a:ext uri="{FF2B5EF4-FFF2-40B4-BE49-F238E27FC236}">
                <a16:creationId xmlns:a16="http://schemas.microsoft.com/office/drawing/2014/main" id="{95350DA6-F948-FE41-F974-8A9CE6B93DDB}"/>
              </a:ext>
            </a:extLst>
          </p:cNvPr>
          <p:cNvCxnSpPr>
            <a:cxnSpLocks/>
            <a:stCxn id="35" idx="1"/>
            <a:endCxn id="82" idx="2"/>
          </p:cNvCxnSpPr>
          <p:nvPr/>
        </p:nvCxnSpPr>
        <p:spPr>
          <a:xfrm rot="10800000">
            <a:off x="2408252" y="2282744"/>
            <a:ext cx="103424" cy="959151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111">
            <a:extLst>
              <a:ext uri="{FF2B5EF4-FFF2-40B4-BE49-F238E27FC236}">
                <a16:creationId xmlns:a16="http://schemas.microsoft.com/office/drawing/2014/main" id="{D565B3F3-68DE-294B-C4F6-B1D975437F25}"/>
              </a:ext>
            </a:extLst>
          </p:cNvPr>
          <p:cNvCxnSpPr>
            <a:cxnSpLocks/>
            <a:stCxn id="24" idx="1"/>
            <a:endCxn id="83" idx="2"/>
          </p:cNvCxnSpPr>
          <p:nvPr/>
        </p:nvCxnSpPr>
        <p:spPr>
          <a:xfrm rot="10800000">
            <a:off x="3476788" y="2282743"/>
            <a:ext cx="103424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111">
            <a:extLst>
              <a:ext uri="{FF2B5EF4-FFF2-40B4-BE49-F238E27FC236}">
                <a16:creationId xmlns:a16="http://schemas.microsoft.com/office/drawing/2014/main" id="{00EE7086-BFFA-F6B2-F436-BB7C4449478B}"/>
              </a:ext>
            </a:extLst>
          </p:cNvPr>
          <p:cNvCxnSpPr>
            <a:cxnSpLocks/>
            <a:stCxn id="11" idx="1"/>
            <a:endCxn id="84" idx="2"/>
          </p:cNvCxnSpPr>
          <p:nvPr/>
        </p:nvCxnSpPr>
        <p:spPr>
          <a:xfrm rot="10800000">
            <a:off x="4520905" y="2282743"/>
            <a:ext cx="103425" cy="201804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111">
            <a:extLst>
              <a:ext uri="{FF2B5EF4-FFF2-40B4-BE49-F238E27FC236}">
                <a16:creationId xmlns:a16="http://schemas.microsoft.com/office/drawing/2014/main" id="{5677EEC1-01F7-36DC-5811-CCBEF0301880}"/>
              </a:ext>
            </a:extLst>
          </p:cNvPr>
          <p:cNvCxnSpPr>
            <a:cxnSpLocks/>
            <a:stCxn id="12" idx="1"/>
            <a:endCxn id="84" idx="2"/>
          </p:cNvCxnSpPr>
          <p:nvPr/>
        </p:nvCxnSpPr>
        <p:spPr>
          <a:xfrm rot="10800000">
            <a:off x="4520905" y="2282744"/>
            <a:ext cx="103425" cy="26768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111">
            <a:extLst>
              <a:ext uri="{FF2B5EF4-FFF2-40B4-BE49-F238E27FC236}">
                <a16:creationId xmlns:a16="http://schemas.microsoft.com/office/drawing/2014/main" id="{A5E72A2E-6DA7-A541-9121-1820F604FB80}"/>
              </a:ext>
            </a:extLst>
          </p:cNvPr>
          <p:cNvCxnSpPr>
            <a:cxnSpLocks/>
            <a:stCxn id="13" idx="1"/>
            <a:endCxn id="84" idx="2"/>
          </p:cNvCxnSpPr>
          <p:nvPr/>
        </p:nvCxnSpPr>
        <p:spPr>
          <a:xfrm rot="10800000">
            <a:off x="4520905" y="2282743"/>
            <a:ext cx="103425" cy="33268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83">
            <a:extLst>
              <a:ext uri="{FF2B5EF4-FFF2-40B4-BE49-F238E27FC236}">
                <a16:creationId xmlns:a16="http://schemas.microsoft.com/office/drawing/2014/main" id="{50120EF7-868B-E4DC-9AD2-63B63D123538}"/>
              </a:ext>
            </a:extLst>
          </p:cNvPr>
          <p:cNvSpPr/>
          <p:nvPr/>
        </p:nvSpPr>
        <p:spPr>
          <a:xfrm>
            <a:off x="5162602" y="4438789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장학사업</a:t>
            </a:r>
          </a:p>
        </p:txBody>
      </p:sp>
      <p:cxnSp>
        <p:nvCxnSpPr>
          <p:cNvPr id="80" name="꺾인 연결선 111">
            <a:extLst>
              <a:ext uri="{FF2B5EF4-FFF2-40B4-BE49-F238E27FC236}">
                <a16:creationId xmlns:a16="http://schemas.microsoft.com/office/drawing/2014/main" id="{7B5EB351-D93A-D328-296A-3654D1D64778}"/>
              </a:ext>
            </a:extLst>
          </p:cNvPr>
          <p:cNvCxnSpPr>
            <a:cxnSpLocks/>
            <a:stCxn id="79" idx="1"/>
            <a:endCxn id="11" idx="2"/>
          </p:cNvCxnSpPr>
          <p:nvPr/>
        </p:nvCxnSpPr>
        <p:spPr>
          <a:xfrm rot="10800000">
            <a:off x="5049508" y="4386854"/>
            <a:ext cx="113095" cy="13800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3">
            <a:extLst>
              <a:ext uri="{FF2B5EF4-FFF2-40B4-BE49-F238E27FC236}">
                <a16:creationId xmlns:a16="http://schemas.microsoft.com/office/drawing/2014/main" id="{6C1EEFFE-832B-ABDC-66D7-D3952754F8C0}"/>
              </a:ext>
            </a:extLst>
          </p:cNvPr>
          <p:cNvSpPr/>
          <p:nvPr/>
        </p:nvSpPr>
        <p:spPr>
          <a:xfrm>
            <a:off x="5162602" y="463791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교육사업</a:t>
            </a:r>
          </a:p>
        </p:txBody>
      </p:sp>
      <p:sp>
        <p:nvSpPr>
          <p:cNvPr id="91" name="모서리가 둥근 직사각형 83">
            <a:extLst>
              <a:ext uri="{FF2B5EF4-FFF2-40B4-BE49-F238E27FC236}">
                <a16:creationId xmlns:a16="http://schemas.microsoft.com/office/drawing/2014/main" id="{29F4F63E-ED10-29C5-1EEA-BC0D07D60AD0}"/>
              </a:ext>
            </a:extLst>
          </p:cNvPr>
          <p:cNvSpPr/>
          <p:nvPr/>
        </p:nvSpPr>
        <p:spPr>
          <a:xfrm>
            <a:off x="5162602" y="510917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</a:t>
            </a:r>
          </a:p>
        </p:txBody>
      </p:sp>
      <p:cxnSp>
        <p:nvCxnSpPr>
          <p:cNvPr id="96" name="꺾인 연결선 111">
            <a:extLst>
              <a:ext uri="{FF2B5EF4-FFF2-40B4-BE49-F238E27FC236}">
                <a16:creationId xmlns:a16="http://schemas.microsoft.com/office/drawing/2014/main" id="{C7B8E469-1E70-9B5A-F59F-48B6D85135BE}"/>
              </a:ext>
            </a:extLst>
          </p:cNvPr>
          <p:cNvCxnSpPr>
            <a:cxnSpLocks/>
            <a:stCxn id="91" idx="1"/>
            <a:endCxn id="12" idx="2"/>
          </p:cNvCxnSpPr>
          <p:nvPr/>
        </p:nvCxnSpPr>
        <p:spPr>
          <a:xfrm rot="10800000">
            <a:off x="5049508" y="5045681"/>
            <a:ext cx="113095" cy="14956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모서리가 둥근 직사각형 83">
            <a:extLst>
              <a:ext uri="{FF2B5EF4-FFF2-40B4-BE49-F238E27FC236}">
                <a16:creationId xmlns:a16="http://schemas.microsoft.com/office/drawing/2014/main" id="{5FCF6EF1-9DC5-801C-D7FA-B4C1DEA29804}"/>
              </a:ext>
            </a:extLst>
          </p:cNvPr>
          <p:cNvSpPr/>
          <p:nvPr/>
        </p:nvSpPr>
        <p:spPr>
          <a:xfrm>
            <a:off x="5162602" y="5308297"/>
            <a:ext cx="118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오산시진로진학상담센터</a:t>
            </a:r>
          </a:p>
        </p:txBody>
      </p:sp>
      <p:sp>
        <p:nvSpPr>
          <p:cNvPr id="100" name="모서리가 둥근 직사각형 83">
            <a:extLst>
              <a:ext uri="{FF2B5EF4-FFF2-40B4-BE49-F238E27FC236}">
                <a16:creationId xmlns:a16="http://schemas.microsoft.com/office/drawing/2014/main" id="{F2A980E0-E622-B1EC-8E7C-B80F5E46F8AF}"/>
              </a:ext>
            </a:extLst>
          </p:cNvPr>
          <p:cNvSpPr/>
          <p:nvPr/>
        </p:nvSpPr>
        <p:spPr>
          <a:xfrm>
            <a:off x="5162602" y="5747579"/>
            <a:ext cx="102893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개인정보처리방침</a:t>
            </a:r>
          </a:p>
        </p:txBody>
      </p:sp>
      <p:cxnSp>
        <p:nvCxnSpPr>
          <p:cNvPr id="101" name="꺾인 연결선 111">
            <a:extLst>
              <a:ext uri="{FF2B5EF4-FFF2-40B4-BE49-F238E27FC236}">
                <a16:creationId xmlns:a16="http://schemas.microsoft.com/office/drawing/2014/main" id="{8955E71C-68EA-0A43-D30B-05B1BEE010EB}"/>
              </a:ext>
            </a:extLst>
          </p:cNvPr>
          <p:cNvCxnSpPr>
            <a:cxnSpLocks/>
            <a:stCxn id="100" idx="1"/>
            <a:endCxn id="13" idx="2"/>
          </p:cNvCxnSpPr>
          <p:nvPr/>
        </p:nvCxnSpPr>
        <p:spPr>
          <a:xfrm rot="10800000">
            <a:off x="5049508" y="5695644"/>
            <a:ext cx="113095" cy="13800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모서리가 둥근 직사각형 83">
            <a:extLst>
              <a:ext uri="{FF2B5EF4-FFF2-40B4-BE49-F238E27FC236}">
                <a16:creationId xmlns:a16="http://schemas.microsoft.com/office/drawing/2014/main" id="{4915AB0F-6514-3157-42E0-CD072F814681}"/>
              </a:ext>
            </a:extLst>
          </p:cNvPr>
          <p:cNvSpPr/>
          <p:nvPr/>
        </p:nvSpPr>
        <p:spPr>
          <a:xfrm>
            <a:off x="5162602" y="5946700"/>
            <a:ext cx="102893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이메일무단수집거부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3" name="모서리가 둥근 직사각형 83">
            <a:extLst>
              <a:ext uri="{FF2B5EF4-FFF2-40B4-BE49-F238E27FC236}">
                <a16:creationId xmlns:a16="http://schemas.microsoft.com/office/drawing/2014/main" id="{04E4C69E-E272-488F-01CE-C3C85ED2E45B}"/>
              </a:ext>
            </a:extLst>
          </p:cNvPr>
          <p:cNvSpPr/>
          <p:nvPr/>
        </p:nvSpPr>
        <p:spPr>
          <a:xfrm>
            <a:off x="5162602" y="6138783"/>
            <a:ext cx="102893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홈페이지운영지침</a:t>
            </a:r>
          </a:p>
        </p:txBody>
      </p:sp>
      <p:sp>
        <p:nvSpPr>
          <p:cNvPr id="113" name="모서리가 둥근 직사각형 83">
            <a:extLst>
              <a:ext uri="{FF2B5EF4-FFF2-40B4-BE49-F238E27FC236}">
                <a16:creationId xmlns:a16="http://schemas.microsoft.com/office/drawing/2014/main" id="{413B4E26-32D8-FC2C-0BE6-6640FAAFE4B4}"/>
              </a:ext>
            </a:extLst>
          </p:cNvPr>
          <p:cNvSpPr/>
          <p:nvPr/>
        </p:nvSpPr>
        <p:spPr>
          <a:xfrm>
            <a:off x="6539144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윤리경영</a:t>
            </a:r>
          </a:p>
        </p:txBody>
      </p:sp>
      <p:cxnSp>
        <p:nvCxnSpPr>
          <p:cNvPr id="114" name="꺾인 연결선 111">
            <a:extLst>
              <a:ext uri="{FF2B5EF4-FFF2-40B4-BE49-F238E27FC236}">
                <a16:creationId xmlns:a16="http://schemas.microsoft.com/office/drawing/2014/main" id="{E9993304-7A3F-563B-C989-982F6CFCFDBC}"/>
              </a:ext>
            </a:extLst>
          </p:cNvPr>
          <p:cNvCxnSpPr>
            <a:cxnSpLocks/>
            <a:stCxn id="113" idx="1"/>
            <a:endCxn id="85" idx="2"/>
          </p:cNvCxnSpPr>
          <p:nvPr/>
        </p:nvCxnSpPr>
        <p:spPr>
          <a:xfrm rot="10800000">
            <a:off x="6441278" y="2282743"/>
            <a:ext cx="97866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모서리가 둥근 직사각형 83">
            <a:extLst>
              <a:ext uri="{FF2B5EF4-FFF2-40B4-BE49-F238E27FC236}">
                <a16:creationId xmlns:a16="http://schemas.microsoft.com/office/drawing/2014/main" id="{8F956949-D441-C91F-24C5-EA5A11F9E241}"/>
              </a:ext>
            </a:extLst>
          </p:cNvPr>
          <p:cNvSpPr/>
          <p:nvPr/>
        </p:nvSpPr>
        <p:spPr>
          <a:xfrm>
            <a:off x="7077416" y="257469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윤리헌장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9" name="꺾인 연결선 111">
            <a:extLst>
              <a:ext uri="{FF2B5EF4-FFF2-40B4-BE49-F238E27FC236}">
                <a16:creationId xmlns:a16="http://schemas.microsoft.com/office/drawing/2014/main" id="{DFEDBBF5-8ED6-C524-73AE-2EED0812A735}"/>
              </a:ext>
            </a:extLst>
          </p:cNvPr>
          <p:cNvCxnSpPr>
            <a:cxnSpLocks/>
            <a:stCxn id="118" idx="1"/>
            <a:endCxn id="113" idx="2"/>
          </p:cNvCxnSpPr>
          <p:nvPr/>
        </p:nvCxnSpPr>
        <p:spPr>
          <a:xfrm rot="10800000">
            <a:off x="6964322" y="2516589"/>
            <a:ext cx="113094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83">
            <a:extLst>
              <a:ext uri="{FF2B5EF4-FFF2-40B4-BE49-F238E27FC236}">
                <a16:creationId xmlns:a16="http://schemas.microsoft.com/office/drawing/2014/main" id="{D6ED765A-3F23-8F65-60B9-DF0811A41392}"/>
              </a:ext>
            </a:extLst>
          </p:cNvPr>
          <p:cNvSpPr/>
          <p:nvPr/>
        </p:nvSpPr>
        <p:spPr>
          <a:xfrm>
            <a:off x="7077416" y="276586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행동강령</a:t>
            </a:r>
          </a:p>
        </p:txBody>
      </p:sp>
      <p:sp>
        <p:nvSpPr>
          <p:cNvPr id="121" name="모서리가 둥근 직사각형 83">
            <a:extLst>
              <a:ext uri="{FF2B5EF4-FFF2-40B4-BE49-F238E27FC236}">
                <a16:creationId xmlns:a16="http://schemas.microsoft.com/office/drawing/2014/main" id="{0E4BAFCF-A5DF-3161-EEEE-EB9E155A923E}"/>
              </a:ext>
            </a:extLst>
          </p:cNvPr>
          <p:cNvSpPr/>
          <p:nvPr/>
        </p:nvSpPr>
        <p:spPr>
          <a:xfrm>
            <a:off x="7077416" y="296436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재단규정집</a:t>
            </a:r>
          </a:p>
        </p:txBody>
      </p:sp>
      <p:sp>
        <p:nvSpPr>
          <p:cNvPr id="123" name="모서리가 둥근 직사각형 83">
            <a:extLst>
              <a:ext uri="{FF2B5EF4-FFF2-40B4-BE49-F238E27FC236}">
                <a16:creationId xmlns:a16="http://schemas.microsoft.com/office/drawing/2014/main" id="{33A95D41-0E05-BC69-3A3D-DB1288757225}"/>
              </a:ext>
            </a:extLst>
          </p:cNvPr>
          <p:cNvSpPr/>
          <p:nvPr/>
        </p:nvSpPr>
        <p:spPr>
          <a:xfrm>
            <a:off x="6539144" y="317903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경영공시</a:t>
            </a:r>
          </a:p>
        </p:txBody>
      </p:sp>
      <p:cxnSp>
        <p:nvCxnSpPr>
          <p:cNvPr id="124" name="꺾인 연결선 111">
            <a:extLst>
              <a:ext uri="{FF2B5EF4-FFF2-40B4-BE49-F238E27FC236}">
                <a16:creationId xmlns:a16="http://schemas.microsoft.com/office/drawing/2014/main" id="{7C493631-A755-58D2-E6BC-A093455CB3CB}"/>
              </a:ext>
            </a:extLst>
          </p:cNvPr>
          <p:cNvCxnSpPr>
            <a:cxnSpLocks/>
            <a:stCxn id="123" idx="1"/>
            <a:endCxn id="85" idx="2"/>
          </p:cNvCxnSpPr>
          <p:nvPr/>
        </p:nvCxnSpPr>
        <p:spPr>
          <a:xfrm rot="10800000">
            <a:off x="6441278" y="2282743"/>
            <a:ext cx="97866" cy="98236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모서리가 둥근 직사각형 83">
            <a:extLst>
              <a:ext uri="{FF2B5EF4-FFF2-40B4-BE49-F238E27FC236}">
                <a16:creationId xmlns:a16="http://schemas.microsoft.com/office/drawing/2014/main" id="{78E56597-BF3A-43EE-E8DC-7E5F773400B6}"/>
              </a:ext>
            </a:extLst>
          </p:cNvPr>
          <p:cNvSpPr/>
          <p:nvPr/>
        </p:nvSpPr>
        <p:spPr>
          <a:xfrm>
            <a:off x="7077416" y="3409280"/>
            <a:ext cx="936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경영계획및예산서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26" name="꺾인 연결선 111">
            <a:extLst>
              <a:ext uri="{FF2B5EF4-FFF2-40B4-BE49-F238E27FC236}">
                <a16:creationId xmlns:a16="http://schemas.microsoft.com/office/drawing/2014/main" id="{59F40F26-ED7E-A326-D29B-A486A793B0C0}"/>
              </a:ext>
            </a:extLst>
          </p:cNvPr>
          <p:cNvCxnSpPr>
            <a:cxnSpLocks/>
            <a:stCxn id="125" idx="1"/>
            <a:endCxn id="123" idx="2"/>
          </p:cNvCxnSpPr>
          <p:nvPr/>
        </p:nvCxnSpPr>
        <p:spPr>
          <a:xfrm rot="10800000">
            <a:off x="6964322" y="3351173"/>
            <a:ext cx="113094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모서리가 둥근 직사각형 83">
            <a:extLst>
              <a:ext uri="{FF2B5EF4-FFF2-40B4-BE49-F238E27FC236}">
                <a16:creationId xmlns:a16="http://schemas.microsoft.com/office/drawing/2014/main" id="{96FE0E3A-BD2B-D21F-112F-127566CD7446}"/>
              </a:ext>
            </a:extLst>
          </p:cNvPr>
          <p:cNvSpPr/>
          <p:nvPr/>
        </p:nvSpPr>
        <p:spPr>
          <a:xfrm>
            <a:off x="7077416" y="3600450"/>
            <a:ext cx="1620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경영평가 결과 및 성과계약 달성도</a:t>
            </a:r>
          </a:p>
        </p:txBody>
      </p:sp>
      <p:sp>
        <p:nvSpPr>
          <p:cNvPr id="128" name="모서리가 둥근 직사각형 83">
            <a:extLst>
              <a:ext uri="{FF2B5EF4-FFF2-40B4-BE49-F238E27FC236}">
                <a16:creationId xmlns:a16="http://schemas.microsoft.com/office/drawing/2014/main" id="{1E974D06-9FE5-1B25-374C-E1C4F9802327}"/>
              </a:ext>
            </a:extLst>
          </p:cNvPr>
          <p:cNvSpPr/>
          <p:nvPr/>
        </p:nvSpPr>
        <p:spPr>
          <a:xfrm>
            <a:off x="7077416" y="3798948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감사결과</a:t>
            </a:r>
          </a:p>
        </p:txBody>
      </p:sp>
      <p:sp>
        <p:nvSpPr>
          <p:cNvPr id="130" name="모서리가 둥근 직사각형 83">
            <a:extLst>
              <a:ext uri="{FF2B5EF4-FFF2-40B4-BE49-F238E27FC236}">
                <a16:creationId xmlns:a16="http://schemas.microsoft.com/office/drawing/2014/main" id="{EBBB4298-B966-E33F-0BDF-04D68F985A9F}"/>
              </a:ext>
            </a:extLst>
          </p:cNvPr>
          <p:cNvSpPr/>
          <p:nvPr/>
        </p:nvSpPr>
        <p:spPr>
          <a:xfrm>
            <a:off x="7077416" y="399885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결산서</a:t>
            </a:r>
          </a:p>
        </p:txBody>
      </p:sp>
      <p:sp>
        <p:nvSpPr>
          <p:cNvPr id="131" name="모서리가 둥근 직사각형 83">
            <a:extLst>
              <a:ext uri="{FF2B5EF4-FFF2-40B4-BE49-F238E27FC236}">
                <a16:creationId xmlns:a16="http://schemas.microsoft.com/office/drawing/2014/main" id="{47462B9D-FE88-4F0B-44AD-8E29C1E39D3C}"/>
              </a:ext>
            </a:extLst>
          </p:cNvPr>
          <p:cNvSpPr/>
          <p:nvPr/>
        </p:nvSpPr>
        <p:spPr>
          <a:xfrm>
            <a:off x="7077416" y="420676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인력현황</a:t>
            </a:r>
          </a:p>
        </p:txBody>
      </p:sp>
      <p:sp>
        <p:nvSpPr>
          <p:cNvPr id="132" name="모서리가 둥근 직사각형 83">
            <a:extLst>
              <a:ext uri="{FF2B5EF4-FFF2-40B4-BE49-F238E27FC236}">
                <a16:creationId xmlns:a16="http://schemas.microsoft.com/office/drawing/2014/main" id="{75833101-F7C3-7DBA-A314-0821642479C2}"/>
              </a:ext>
            </a:extLst>
          </p:cNvPr>
          <p:cNvSpPr/>
          <p:nvPr/>
        </p:nvSpPr>
        <p:spPr>
          <a:xfrm>
            <a:off x="7077416" y="440446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인건비현황</a:t>
            </a:r>
          </a:p>
        </p:txBody>
      </p:sp>
      <p:sp>
        <p:nvSpPr>
          <p:cNvPr id="133" name="모서리가 둥근 직사각형 83">
            <a:extLst>
              <a:ext uri="{FF2B5EF4-FFF2-40B4-BE49-F238E27FC236}">
                <a16:creationId xmlns:a16="http://schemas.microsoft.com/office/drawing/2014/main" id="{2E4A4F23-5126-5DCE-5BE7-B0398C6C81C5}"/>
              </a:ext>
            </a:extLst>
          </p:cNvPr>
          <p:cNvSpPr/>
          <p:nvPr/>
        </p:nvSpPr>
        <p:spPr>
          <a:xfrm>
            <a:off x="7077416" y="4602157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재무현황</a:t>
            </a:r>
          </a:p>
        </p:txBody>
      </p:sp>
      <p:sp>
        <p:nvSpPr>
          <p:cNvPr id="134" name="모서리가 둥근 직사각형 83">
            <a:extLst>
              <a:ext uri="{FF2B5EF4-FFF2-40B4-BE49-F238E27FC236}">
                <a16:creationId xmlns:a16="http://schemas.microsoft.com/office/drawing/2014/main" id="{00AE515F-55E3-C663-50BA-F8A328F5EBDE}"/>
              </a:ext>
            </a:extLst>
          </p:cNvPr>
          <p:cNvSpPr/>
          <p:nvPr/>
        </p:nvSpPr>
        <p:spPr>
          <a:xfrm>
            <a:off x="7077416" y="479371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기본재산현황</a:t>
            </a:r>
          </a:p>
        </p:txBody>
      </p:sp>
      <p:sp>
        <p:nvSpPr>
          <p:cNvPr id="135" name="모서리가 둥근 직사각형 83">
            <a:extLst>
              <a:ext uri="{FF2B5EF4-FFF2-40B4-BE49-F238E27FC236}">
                <a16:creationId xmlns:a16="http://schemas.microsoft.com/office/drawing/2014/main" id="{9841BEB9-D1B4-C2E2-5D0B-441960B3BCEC}"/>
              </a:ext>
            </a:extLst>
          </p:cNvPr>
          <p:cNvSpPr/>
          <p:nvPr/>
        </p:nvSpPr>
        <p:spPr>
          <a:xfrm>
            <a:off x="6539144" y="5028079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기타공시</a:t>
            </a:r>
          </a:p>
        </p:txBody>
      </p:sp>
      <p:cxnSp>
        <p:nvCxnSpPr>
          <p:cNvPr id="136" name="꺾인 연결선 111">
            <a:extLst>
              <a:ext uri="{FF2B5EF4-FFF2-40B4-BE49-F238E27FC236}">
                <a16:creationId xmlns:a16="http://schemas.microsoft.com/office/drawing/2014/main" id="{FE7B4AF4-A247-3CA5-60A3-F81484E55AB0}"/>
              </a:ext>
            </a:extLst>
          </p:cNvPr>
          <p:cNvCxnSpPr>
            <a:cxnSpLocks/>
            <a:stCxn id="135" idx="1"/>
            <a:endCxn id="85" idx="2"/>
          </p:cNvCxnSpPr>
          <p:nvPr/>
        </p:nvCxnSpPr>
        <p:spPr>
          <a:xfrm rot="10800000">
            <a:off x="6441278" y="2282744"/>
            <a:ext cx="97866" cy="2831405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모서리가 둥근 직사각형 83">
            <a:extLst>
              <a:ext uri="{FF2B5EF4-FFF2-40B4-BE49-F238E27FC236}">
                <a16:creationId xmlns:a16="http://schemas.microsoft.com/office/drawing/2014/main" id="{EED8CEAF-ADEC-992C-2CAC-126BE3A19591}"/>
              </a:ext>
            </a:extLst>
          </p:cNvPr>
          <p:cNvSpPr/>
          <p:nvPr/>
        </p:nvSpPr>
        <p:spPr>
          <a:xfrm>
            <a:off x="7077416" y="5258325"/>
            <a:ext cx="1260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복리후생비 및 업무추진비</a:t>
            </a:r>
          </a:p>
        </p:txBody>
      </p:sp>
      <p:cxnSp>
        <p:nvCxnSpPr>
          <p:cNvPr id="138" name="꺾인 연결선 111">
            <a:extLst>
              <a:ext uri="{FF2B5EF4-FFF2-40B4-BE49-F238E27FC236}">
                <a16:creationId xmlns:a16="http://schemas.microsoft.com/office/drawing/2014/main" id="{B4C32A8F-BEBD-3D94-F29E-8A45D76E5D9F}"/>
              </a:ext>
            </a:extLst>
          </p:cNvPr>
          <p:cNvCxnSpPr>
            <a:cxnSpLocks/>
            <a:stCxn id="137" idx="1"/>
            <a:endCxn id="135" idx="2"/>
          </p:cNvCxnSpPr>
          <p:nvPr/>
        </p:nvCxnSpPr>
        <p:spPr>
          <a:xfrm rot="10800000">
            <a:off x="6964322" y="5200218"/>
            <a:ext cx="113094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모서리가 둥근 직사각형 83">
            <a:extLst>
              <a:ext uri="{FF2B5EF4-FFF2-40B4-BE49-F238E27FC236}">
                <a16:creationId xmlns:a16="http://schemas.microsoft.com/office/drawing/2014/main" id="{5D195209-38E0-D767-BBDD-33812C95D645}"/>
              </a:ext>
            </a:extLst>
          </p:cNvPr>
          <p:cNvSpPr/>
          <p:nvPr/>
        </p:nvSpPr>
        <p:spPr>
          <a:xfrm>
            <a:off x="7077416" y="544949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입찰 및 수의계약</a:t>
            </a:r>
          </a:p>
        </p:txBody>
      </p:sp>
      <p:sp>
        <p:nvSpPr>
          <p:cNvPr id="141" name="모서리가 둥근 직사각형 83">
            <a:extLst>
              <a:ext uri="{FF2B5EF4-FFF2-40B4-BE49-F238E27FC236}">
                <a16:creationId xmlns:a16="http://schemas.microsoft.com/office/drawing/2014/main" id="{5E689CB4-ACED-096D-71C8-FBCED0257015}"/>
              </a:ext>
            </a:extLst>
          </p:cNvPr>
          <p:cNvSpPr/>
          <p:nvPr/>
        </p:nvSpPr>
        <p:spPr>
          <a:xfrm>
            <a:off x="7077416" y="5647993"/>
            <a:ext cx="100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친인척채용인원 공개</a:t>
            </a:r>
          </a:p>
        </p:txBody>
      </p:sp>
      <p:sp>
        <p:nvSpPr>
          <p:cNvPr id="148" name="모서리가 둥근 직사각형 83">
            <a:extLst>
              <a:ext uri="{FF2B5EF4-FFF2-40B4-BE49-F238E27FC236}">
                <a16:creationId xmlns:a16="http://schemas.microsoft.com/office/drawing/2014/main" id="{02A1A2EE-32E7-3990-7F92-87457014BCD0}"/>
              </a:ext>
            </a:extLst>
          </p:cNvPr>
          <p:cNvSpPr/>
          <p:nvPr/>
        </p:nvSpPr>
        <p:spPr>
          <a:xfrm>
            <a:off x="7077416" y="586284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인권경영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9" name="모서리가 둥근 직사각형 83">
            <a:extLst>
              <a:ext uri="{FF2B5EF4-FFF2-40B4-BE49-F238E27FC236}">
                <a16:creationId xmlns:a16="http://schemas.microsoft.com/office/drawing/2014/main" id="{DEA42532-CFA3-1E33-BFD3-322E8B4FD591}"/>
              </a:ext>
            </a:extLst>
          </p:cNvPr>
          <p:cNvSpPr/>
          <p:nvPr/>
        </p:nvSpPr>
        <p:spPr>
          <a:xfrm>
            <a:off x="7077416" y="607739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기타</a:t>
            </a:r>
          </a:p>
        </p:txBody>
      </p:sp>
      <p:sp>
        <p:nvSpPr>
          <p:cNvPr id="153" name="모서리가 둥근 직사각형 83">
            <a:extLst>
              <a:ext uri="{FF2B5EF4-FFF2-40B4-BE49-F238E27FC236}">
                <a16:creationId xmlns:a16="http://schemas.microsoft.com/office/drawing/2014/main" id="{8D6E2C33-D4C4-96DF-A58A-776919F9AD92}"/>
              </a:ext>
            </a:extLst>
          </p:cNvPr>
          <p:cNvSpPr/>
          <p:nvPr/>
        </p:nvSpPr>
        <p:spPr>
          <a:xfrm>
            <a:off x="6539144" y="6332572"/>
            <a:ext cx="638885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비공개기준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54" name="꺾인 연결선 111">
            <a:extLst>
              <a:ext uri="{FF2B5EF4-FFF2-40B4-BE49-F238E27FC236}">
                <a16:creationId xmlns:a16="http://schemas.microsoft.com/office/drawing/2014/main" id="{05DE6A99-5F58-5C32-1E74-D67C514CEEBC}"/>
              </a:ext>
            </a:extLst>
          </p:cNvPr>
          <p:cNvCxnSpPr>
            <a:cxnSpLocks/>
            <a:stCxn id="153" idx="1"/>
            <a:endCxn id="85" idx="2"/>
          </p:cNvCxnSpPr>
          <p:nvPr/>
        </p:nvCxnSpPr>
        <p:spPr>
          <a:xfrm rot="10800000">
            <a:off x="6441278" y="2282743"/>
            <a:ext cx="97866" cy="413589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모서리가 둥근 직사각형 83">
            <a:extLst>
              <a:ext uri="{FF2B5EF4-FFF2-40B4-BE49-F238E27FC236}">
                <a16:creationId xmlns:a16="http://schemas.microsoft.com/office/drawing/2014/main" id="{B7BB25F9-ABE0-9CA4-4F0E-154790BC52A3}"/>
              </a:ext>
            </a:extLst>
          </p:cNvPr>
          <p:cNvSpPr/>
          <p:nvPr/>
        </p:nvSpPr>
        <p:spPr>
          <a:xfrm>
            <a:off x="7207004" y="6332572"/>
            <a:ext cx="638885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통합공시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8" name="모서리가 둥근 직사각형 83">
            <a:extLst>
              <a:ext uri="{FF2B5EF4-FFF2-40B4-BE49-F238E27FC236}">
                <a16:creationId xmlns:a16="http://schemas.microsoft.com/office/drawing/2014/main" id="{DE2F36DF-7A6E-F2C3-6043-BEF27AE22E97}"/>
              </a:ext>
            </a:extLst>
          </p:cNvPr>
          <p:cNvSpPr/>
          <p:nvPr/>
        </p:nvSpPr>
        <p:spPr>
          <a:xfrm>
            <a:off x="7871600" y="633257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정보공개시스템</a:t>
            </a:r>
          </a:p>
        </p:txBody>
      </p:sp>
      <p:sp>
        <p:nvSpPr>
          <p:cNvPr id="159" name="모서리가 둥근 직사각형 83">
            <a:extLst>
              <a:ext uri="{FF2B5EF4-FFF2-40B4-BE49-F238E27FC236}">
                <a16:creationId xmlns:a16="http://schemas.microsoft.com/office/drawing/2014/main" id="{6010266C-54CB-103A-E43E-0BF61BDC0882}"/>
              </a:ext>
            </a:extLst>
          </p:cNvPr>
          <p:cNvSpPr/>
          <p:nvPr/>
        </p:nvSpPr>
        <p:spPr>
          <a:xfrm>
            <a:off x="8752679" y="633257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4" name="모서리가 둥근 직사각형 84">
            <a:extLst>
              <a:ext uri="{FF2B5EF4-FFF2-40B4-BE49-F238E27FC236}">
                <a16:creationId xmlns:a16="http://schemas.microsoft.com/office/drawing/2014/main" id="{F01CFABE-8E2D-7956-80DE-7EDD03D621FB}"/>
              </a:ext>
            </a:extLst>
          </p:cNvPr>
          <p:cNvSpPr/>
          <p:nvPr/>
        </p:nvSpPr>
        <p:spPr>
          <a:xfrm>
            <a:off x="6981569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재단소식</a:t>
            </a:r>
          </a:p>
        </p:txBody>
      </p:sp>
      <p:cxnSp>
        <p:nvCxnSpPr>
          <p:cNvPr id="165" name="꺾인 연결선 111">
            <a:extLst>
              <a:ext uri="{FF2B5EF4-FFF2-40B4-BE49-F238E27FC236}">
                <a16:creationId xmlns:a16="http://schemas.microsoft.com/office/drawing/2014/main" id="{AA8B90FC-82BB-7060-E3C8-408FCE3DD0D9}"/>
              </a:ext>
            </a:extLst>
          </p:cNvPr>
          <p:cNvCxnSpPr>
            <a:cxnSpLocks/>
            <a:stCxn id="164" idx="0"/>
            <a:endCxn id="75" idx="2"/>
          </p:cNvCxnSpPr>
          <p:nvPr/>
        </p:nvCxnSpPr>
        <p:spPr>
          <a:xfrm rot="16200000" flipV="1">
            <a:off x="6050322" y="730144"/>
            <a:ext cx="343487" cy="23830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14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1544E-6F62-9875-3406-9DE85A7A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72D2C25A-7B32-8925-1FED-02A7A5CA52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2313409"/>
              </p:ext>
            </p:extLst>
          </p:nvPr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홈페이지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9A0CA255-B742-1975-D9BE-AD27BCB81D5B}"/>
              </a:ext>
            </a:extLst>
          </p:cNvPr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 홈페이지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017EBBED-B5DA-4728-C030-809B009C6D25}"/>
              </a:ext>
            </a:extLst>
          </p:cNvPr>
          <p:cNvSpPr/>
          <p:nvPr/>
        </p:nvSpPr>
        <p:spPr>
          <a:xfrm>
            <a:off x="16446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4A491572-9D15-0CC5-090C-F38932B08A42}"/>
              </a:ext>
            </a:extLst>
          </p:cNvPr>
          <p:cNvSpPr/>
          <p:nvPr/>
        </p:nvSpPr>
        <p:spPr>
          <a:xfrm>
            <a:off x="1068205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480A9C06-EB14-CC9E-BBC9-60DF79819835}"/>
              </a:ext>
            </a:extLst>
          </p:cNvPr>
          <p:cNvSpPr/>
          <p:nvPr/>
        </p:nvSpPr>
        <p:spPr>
          <a:xfrm>
            <a:off x="197625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E0A5265F-A51F-1726-EAC7-7A6513E32EE7}"/>
              </a:ext>
            </a:extLst>
          </p:cNvPr>
          <p:cNvSpPr/>
          <p:nvPr/>
        </p:nvSpPr>
        <p:spPr>
          <a:xfrm>
            <a:off x="291928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ID/PW</a:t>
            </a:r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찾기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2C6F652E-DA0A-64DC-8088-D03B6678B08E}"/>
              </a:ext>
            </a:extLst>
          </p:cNvPr>
          <p:cNvSpPr/>
          <p:nvPr/>
        </p:nvSpPr>
        <p:spPr>
          <a:xfrm>
            <a:off x="3859353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재단소개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B959220C-1EF3-9BC1-C84E-0FB47D74D28F}"/>
              </a:ext>
            </a:extLst>
          </p:cNvPr>
          <p:cNvSpPr/>
          <p:nvPr/>
        </p:nvSpPr>
        <p:spPr>
          <a:xfrm>
            <a:off x="4772461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열린경영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3A6E6E07-C73F-6C0D-4A8F-F609C74231A3}"/>
              </a:ext>
            </a:extLst>
          </p:cNvPr>
          <p:cNvSpPr/>
          <p:nvPr/>
        </p:nvSpPr>
        <p:spPr>
          <a:xfrm>
            <a:off x="790532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마이페이지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34E9835C-EEB8-DEDD-F99A-7C53B39CF777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rot="5400000" flipH="1" flipV="1">
            <a:off x="2641771" y="-295398"/>
            <a:ext cx="343487" cy="443409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>
            <a:extLst>
              <a:ext uri="{FF2B5EF4-FFF2-40B4-BE49-F238E27FC236}">
                <a16:creationId xmlns:a16="http://schemas.microsoft.com/office/drawing/2014/main" id="{83557852-316D-2DD1-21BF-2B0ED83FB7BC}"/>
              </a:ext>
            </a:extLst>
          </p:cNvPr>
          <p:cNvCxnSpPr>
            <a:stCxn id="81" idx="0"/>
            <a:endCxn id="75" idx="2"/>
          </p:cNvCxnSpPr>
          <p:nvPr/>
        </p:nvCxnSpPr>
        <p:spPr>
          <a:xfrm rot="5400000" flipH="1" flipV="1">
            <a:off x="3093640" y="156470"/>
            <a:ext cx="343487" cy="353035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>
            <a:extLst>
              <a:ext uri="{FF2B5EF4-FFF2-40B4-BE49-F238E27FC236}">
                <a16:creationId xmlns:a16="http://schemas.microsoft.com/office/drawing/2014/main" id="{9BDF283E-3A94-35FF-89EC-F4F9B8BD35DA}"/>
              </a:ext>
            </a:extLst>
          </p:cNvPr>
          <p:cNvCxnSpPr>
            <a:stCxn id="82" idx="0"/>
            <a:endCxn id="75" idx="2"/>
          </p:cNvCxnSpPr>
          <p:nvPr/>
        </p:nvCxnSpPr>
        <p:spPr>
          <a:xfrm rot="5400000" flipH="1" flipV="1">
            <a:off x="3547663" y="610494"/>
            <a:ext cx="343487" cy="262230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>
            <a:extLst>
              <a:ext uri="{FF2B5EF4-FFF2-40B4-BE49-F238E27FC236}">
                <a16:creationId xmlns:a16="http://schemas.microsoft.com/office/drawing/2014/main" id="{6D67D85C-0E51-21F4-9742-E7600F9C7048}"/>
              </a:ext>
            </a:extLst>
          </p:cNvPr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4019177" y="1082008"/>
            <a:ext cx="343487" cy="167928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>
            <a:extLst>
              <a:ext uri="{FF2B5EF4-FFF2-40B4-BE49-F238E27FC236}">
                <a16:creationId xmlns:a16="http://schemas.microsoft.com/office/drawing/2014/main" id="{88F9337A-7157-BDB1-3D2D-E866564EF8A8}"/>
              </a:ext>
            </a:extLst>
          </p:cNvPr>
          <p:cNvCxnSpPr>
            <a:stCxn id="84" idx="0"/>
            <a:endCxn id="75" idx="2"/>
          </p:cNvCxnSpPr>
          <p:nvPr/>
        </p:nvCxnSpPr>
        <p:spPr>
          <a:xfrm rot="5400000" flipH="1" flipV="1">
            <a:off x="4489214" y="1552044"/>
            <a:ext cx="343487" cy="7392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>
            <a:extLst>
              <a:ext uri="{FF2B5EF4-FFF2-40B4-BE49-F238E27FC236}">
                <a16:creationId xmlns:a16="http://schemas.microsoft.com/office/drawing/2014/main" id="{1602D228-343A-0737-29FA-B5DC06DB5419}"/>
              </a:ext>
            </a:extLst>
          </p:cNvPr>
          <p:cNvCxnSpPr>
            <a:stCxn id="85" idx="0"/>
            <a:endCxn id="75" idx="2"/>
          </p:cNvCxnSpPr>
          <p:nvPr/>
        </p:nvCxnSpPr>
        <p:spPr>
          <a:xfrm rot="16200000" flipV="1">
            <a:off x="4945768" y="1834698"/>
            <a:ext cx="343487" cy="17390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>
            <a:extLst>
              <a:ext uri="{FF2B5EF4-FFF2-40B4-BE49-F238E27FC236}">
                <a16:creationId xmlns:a16="http://schemas.microsoft.com/office/drawing/2014/main" id="{23E6EA51-46EF-FB1C-63AA-CAC6A3B68FF2}"/>
              </a:ext>
            </a:extLst>
          </p:cNvPr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5940586" y="839880"/>
            <a:ext cx="343487" cy="216353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4B988DD0-30E7-B1A3-CD79-D79A84BE2B3B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6512202" y="268264"/>
            <a:ext cx="343487" cy="330676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098AADA1-6721-9646-5EF8-DCCDB9E3406C}"/>
              </a:ext>
            </a:extLst>
          </p:cNvPr>
          <p:cNvSpPr/>
          <p:nvPr/>
        </p:nvSpPr>
        <p:spPr>
          <a:xfrm>
            <a:off x="6762096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프로그램신청</a:t>
            </a:r>
          </a:p>
        </p:txBody>
      </p:sp>
      <p:sp>
        <p:nvSpPr>
          <p:cNvPr id="30" name="모서리가 둥근 직사각형 83">
            <a:extLst>
              <a:ext uri="{FF2B5EF4-FFF2-40B4-BE49-F238E27FC236}">
                <a16:creationId xmlns:a16="http://schemas.microsoft.com/office/drawing/2014/main" id="{555E3155-5D13-21AB-C3AB-C8E406C97C15}"/>
              </a:ext>
            </a:extLst>
          </p:cNvPr>
          <p:cNvSpPr/>
          <p:nvPr/>
        </p:nvSpPr>
        <p:spPr>
          <a:xfrm>
            <a:off x="6228276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</a:t>
            </a:r>
          </a:p>
        </p:txBody>
      </p:sp>
      <p:cxnSp>
        <p:nvCxnSpPr>
          <p:cNvPr id="31" name="꺾인 연결선 111">
            <a:extLst>
              <a:ext uri="{FF2B5EF4-FFF2-40B4-BE49-F238E27FC236}">
                <a16:creationId xmlns:a16="http://schemas.microsoft.com/office/drawing/2014/main" id="{13F45691-3820-2A89-453F-C5355E393EC5}"/>
              </a:ext>
            </a:extLst>
          </p:cNvPr>
          <p:cNvCxnSpPr>
            <a:cxnSpLocks/>
            <a:stCxn id="30" idx="1"/>
            <a:endCxn id="164" idx="2"/>
          </p:cNvCxnSpPr>
          <p:nvPr/>
        </p:nvCxnSpPr>
        <p:spPr>
          <a:xfrm rot="10800000">
            <a:off x="6117570" y="2282743"/>
            <a:ext cx="110707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83">
            <a:extLst>
              <a:ext uri="{FF2B5EF4-FFF2-40B4-BE49-F238E27FC236}">
                <a16:creationId xmlns:a16="http://schemas.microsoft.com/office/drawing/2014/main" id="{248082DB-A60B-04DE-039F-89AA990A8BF0}"/>
              </a:ext>
            </a:extLst>
          </p:cNvPr>
          <p:cNvSpPr/>
          <p:nvPr/>
        </p:nvSpPr>
        <p:spPr>
          <a:xfrm>
            <a:off x="6228276" y="254970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채용공고</a:t>
            </a:r>
          </a:p>
        </p:txBody>
      </p:sp>
      <p:sp>
        <p:nvSpPr>
          <p:cNvPr id="33" name="모서리가 둥근 직사각형 83">
            <a:extLst>
              <a:ext uri="{FF2B5EF4-FFF2-40B4-BE49-F238E27FC236}">
                <a16:creationId xmlns:a16="http://schemas.microsoft.com/office/drawing/2014/main" id="{D6866A08-AD4E-E56F-467C-92D733305963}"/>
              </a:ext>
            </a:extLst>
          </p:cNvPr>
          <p:cNvSpPr/>
          <p:nvPr/>
        </p:nvSpPr>
        <p:spPr>
          <a:xfrm>
            <a:off x="6228276" y="275174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보도자료</a:t>
            </a:r>
          </a:p>
        </p:txBody>
      </p:sp>
      <p:sp>
        <p:nvSpPr>
          <p:cNvPr id="34" name="모서리가 둥근 직사각형 83">
            <a:extLst>
              <a:ext uri="{FF2B5EF4-FFF2-40B4-BE49-F238E27FC236}">
                <a16:creationId xmlns:a16="http://schemas.microsoft.com/office/drawing/2014/main" id="{0493B773-D557-5087-3C46-6F7006776BA9}"/>
              </a:ext>
            </a:extLst>
          </p:cNvPr>
          <p:cNvSpPr/>
          <p:nvPr/>
        </p:nvSpPr>
        <p:spPr>
          <a:xfrm>
            <a:off x="6228276" y="295378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자료실</a:t>
            </a:r>
          </a:p>
        </p:txBody>
      </p:sp>
      <p:sp>
        <p:nvSpPr>
          <p:cNvPr id="35" name="모서리가 둥근 직사각형 83">
            <a:extLst>
              <a:ext uri="{FF2B5EF4-FFF2-40B4-BE49-F238E27FC236}">
                <a16:creationId xmlns:a16="http://schemas.microsoft.com/office/drawing/2014/main" id="{94EB47BD-53D1-5986-9AB2-14AB7EF7DD96}"/>
              </a:ext>
            </a:extLst>
          </p:cNvPr>
          <p:cNvSpPr/>
          <p:nvPr/>
        </p:nvSpPr>
        <p:spPr>
          <a:xfrm>
            <a:off x="6228276" y="315582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후원현황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2" name="꺾인 연결선 111">
            <a:extLst>
              <a:ext uri="{FF2B5EF4-FFF2-40B4-BE49-F238E27FC236}">
                <a16:creationId xmlns:a16="http://schemas.microsoft.com/office/drawing/2014/main" id="{4FB1D6B5-22A7-CC45-B6E9-9E81804D5E83}"/>
              </a:ext>
            </a:extLst>
          </p:cNvPr>
          <p:cNvCxnSpPr>
            <a:cxnSpLocks/>
            <a:stCxn id="32" idx="1"/>
            <a:endCxn id="164" idx="2"/>
          </p:cNvCxnSpPr>
          <p:nvPr/>
        </p:nvCxnSpPr>
        <p:spPr>
          <a:xfrm rot="10800000">
            <a:off x="6117570" y="2282743"/>
            <a:ext cx="110707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111">
            <a:extLst>
              <a:ext uri="{FF2B5EF4-FFF2-40B4-BE49-F238E27FC236}">
                <a16:creationId xmlns:a16="http://schemas.microsoft.com/office/drawing/2014/main" id="{151E8D67-FEDC-4AF8-2D95-959CCCA044EC}"/>
              </a:ext>
            </a:extLst>
          </p:cNvPr>
          <p:cNvCxnSpPr>
            <a:cxnSpLocks/>
            <a:stCxn id="33" idx="1"/>
            <a:endCxn id="164" idx="2"/>
          </p:cNvCxnSpPr>
          <p:nvPr/>
        </p:nvCxnSpPr>
        <p:spPr>
          <a:xfrm rot="10800000">
            <a:off x="6117570" y="2282744"/>
            <a:ext cx="110707" cy="5550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111">
            <a:extLst>
              <a:ext uri="{FF2B5EF4-FFF2-40B4-BE49-F238E27FC236}">
                <a16:creationId xmlns:a16="http://schemas.microsoft.com/office/drawing/2014/main" id="{744DAA91-2EC2-F6C6-71AC-E7CA7974B272}"/>
              </a:ext>
            </a:extLst>
          </p:cNvPr>
          <p:cNvCxnSpPr>
            <a:cxnSpLocks/>
            <a:stCxn id="34" idx="1"/>
            <a:endCxn id="164" idx="2"/>
          </p:cNvCxnSpPr>
          <p:nvPr/>
        </p:nvCxnSpPr>
        <p:spPr>
          <a:xfrm rot="10800000">
            <a:off x="6117570" y="2282743"/>
            <a:ext cx="110707" cy="75711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111">
            <a:extLst>
              <a:ext uri="{FF2B5EF4-FFF2-40B4-BE49-F238E27FC236}">
                <a16:creationId xmlns:a16="http://schemas.microsoft.com/office/drawing/2014/main" id="{62FC667D-D754-EE1D-3C74-E61B8D3EC66A}"/>
              </a:ext>
            </a:extLst>
          </p:cNvPr>
          <p:cNvCxnSpPr>
            <a:cxnSpLocks/>
            <a:stCxn id="35" idx="1"/>
            <a:endCxn id="164" idx="2"/>
          </p:cNvCxnSpPr>
          <p:nvPr/>
        </p:nvCxnSpPr>
        <p:spPr>
          <a:xfrm rot="10800000">
            <a:off x="6117570" y="2282744"/>
            <a:ext cx="110707" cy="959151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모서리가 둥근 직사각형 84">
            <a:extLst>
              <a:ext uri="{FF2B5EF4-FFF2-40B4-BE49-F238E27FC236}">
                <a16:creationId xmlns:a16="http://schemas.microsoft.com/office/drawing/2014/main" id="{205E6162-F9DA-61E8-8369-C4129CE62FE6}"/>
              </a:ext>
            </a:extLst>
          </p:cNvPr>
          <p:cNvSpPr/>
          <p:nvPr/>
        </p:nvSpPr>
        <p:spPr>
          <a:xfrm>
            <a:off x="5685569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재단소식</a:t>
            </a:r>
          </a:p>
        </p:txBody>
      </p:sp>
      <p:cxnSp>
        <p:nvCxnSpPr>
          <p:cNvPr id="165" name="꺾인 연결선 111">
            <a:extLst>
              <a:ext uri="{FF2B5EF4-FFF2-40B4-BE49-F238E27FC236}">
                <a16:creationId xmlns:a16="http://schemas.microsoft.com/office/drawing/2014/main" id="{DDACB877-92F9-6044-C0BA-CACCAFECD1EC}"/>
              </a:ext>
            </a:extLst>
          </p:cNvPr>
          <p:cNvCxnSpPr>
            <a:cxnSpLocks/>
            <a:stCxn id="164" idx="0"/>
            <a:endCxn id="75" idx="2"/>
          </p:cNvCxnSpPr>
          <p:nvPr/>
        </p:nvCxnSpPr>
        <p:spPr>
          <a:xfrm rot="16200000" flipV="1">
            <a:off x="5402322" y="1378144"/>
            <a:ext cx="343487" cy="10870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83">
            <a:extLst>
              <a:ext uri="{FF2B5EF4-FFF2-40B4-BE49-F238E27FC236}">
                <a16:creationId xmlns:a16="http://schemas.microsoft.com/office/drawing/2014/main" id="{CA42D6F7-2D19-E6F0-E848-E576945D724F}"/>
              </a:ext>
            </a:extLst>
          </p:cNvPr>
          <p:cNvSpPr/>
          <p:nvPr/>
        </p:nvSpPr>
        <p:spPr>
          <a:xfrm>
            <a:off x="6228276" y="3374799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행사안내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9" name="꺾인 연결선 111">
            <a:extLst>
              <a:ext uri="{FF2B5EF4-FFF2-40B4-BE49-F238E27FC236}">
                <a16:creationId xmlns:a16="http://schemas.microsoft.com/office/drawing/2014/main" id="{7A326E9A-74B3-872A-E648-52163982062D}"/>
              </a:ext>
            </a:extLst>
          </p:cNvPr>
          <p:cNvCxnSpPr>
            <a:cxnSpLocks/>
            <a:stCxn id="28" idx="1"/>
            <a:endCxn id="164" idx="2"/>
          </p:cNvCxnSpPr>
          <p:nvPr/>
        </p:nvCxnSpPr>
        <p:spPr>
          <a:xfrm rot="10800000">
            <a:off x="6117570" y="2282744"/>
            <a:ext cx="110707" cy="1178125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83">
            <a:extLst>
              <a:ext uri="{FF2B5EF4-FFF2-40B4-BE49-F238E27FC236}">
                <a16:creationId xmlns:a16="http://schemas.microsoft.com/office/drawing/2014/main" id="{E2E01A21-4704-D743-8C4E-66CB36A03746}"/>
              </a:ext>
            </a:extLst>
          </p:cNvPr>
          <p:cNvSpPr/>
          <p:nvPr/>
        </p:nvSpPr>
        <p:spPr>
          <a:xfrm>
            <a:off x="7293260" y="2344450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 장학금</a:t>
            </a:r>
          </a:p>
        </p:txBody>
      </p:sp>
      <p:cxnSp>
        <p:nvCxnSpPr>
          <p:cNvPr id="40" name="꺾인 연결선 111">
            <a:extLst>
              <a:ext uri="{FF2B5EF4-FFF2-40B4-BE49-F238E27FC236}">
                <a16:creationId xmlns:a16="http://schemas.microsoft.com/office/drawing/2014/main" id="{8C2AE7DD-3601-468E-A828-130A1E60A49A}"/>
              </a:ext>
            </a:extLst>
          </p:cNvPr>
          <p:cNvCxnSpPr>
            <a:cxnSpLocks/>
            <a:stCxn id="39" idx="1"/>
            <a:endCxn id="14" idx="2"/>
          </p:cNvCxnSpPr>
          <p:nvPr/>
        </p:nvCxnSpPr>
        <p:spPr>
          <a:xfrm rot="10800000">
            <a:off x="7194096" y="2282743"/>
            <a:ext cx="9916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83">
            <a:extLst>
              <a:ext uri="{FF2B5EF4-FFF2-40B4-BE49-F238E27FC236}">
                <a16:creationId xmlns:a16="http://schemas.microsoft.com/office/drawing/2014/main" id="{305C9485-CCB0-AABA-E288-3C5BED0E5992}"/>
              </a:ext>
            </a:extLst>
          </p:cNvPr>
          <p:cNvSpPr/>
          <p:nvPr/>
        </p:nvSpPr>
        <p:spPr>
          <a:xfrm>
            <a:off x="7293260" y="2549702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 장학금</a:t>
            </a:r>
          </a:p>
        </p:txBody>
      </p:sp>
      <p:sp>
        <p:nvSpPr>
          <p:cNvPr id="46" name="모서리가 둥근 직사각형 83">
            <a:extLst>
              <a:ext uri="{FF2B5EF4-FFF2-40B4-BE49-F238E27FC236}">
                <a16:creationId xmlns:a16="http://schemas.microsoft.com/office/drawing/2014/main" id="{53850BF0-D47F-D1E1-1458-C4B387940D18}"/>
              </a:ext>
            </a:extLst>
          </p:cNvPr>
          <p:cNvSpPr/>
          <p:nvPr/>
        </p:nvSpPr>
        <p:spPr>
          <a:xfrm>
            <a:off x="7293260" y="2751743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장학금</a:t>
            </a:r>
          </a:p>
        </p:txBody>
      </p:sp>
      <p:sp>
        <p:nvSpPr>
          <p:cNvPr id="50" name="모서리가 둥근 직사각형 83">
            <a:extLst>
              <a:ext uri="{FF2B5EF4-FFF2-40B4-BE49-F238E27FC236}">
                <a16:creationId xmlns:a16="http://schemas.microsoft.com/office/drawing/2014/main" id="{2776E3B6-22AD-672C-AF1F-DEAC9AC4FA26}"/>
              </a:ext>
            </a:extLst>
          </p:cNvPr>
          <p:cNvSpPr/>
          <p:nvPr/>
        </p:nvSpPr>
        <p:spPr>
          <a:xfrm>
            <a:off x="7293260" y="2953784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입사비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모서리가 둥근 직사각형 83">
            <a:extLst>
              <a:ext uri="{FF2B5EF4-FFF2-40B4-BE49-F238E27FC236}">
                <a16:creationId xmlns:a16="http://schemas.microsoft.com/office/drawing/2014/main" id="{F8D0F3E8-A95F-FA46-A460-6EB6DA059DE1}"/>
              </a:ext>
            </a:extLst>
          </p:cNvPr>
          <p:cNvSpPr/>
          <p:nvPr/>
        </p:nvSpPr>
        <p:spPr>
          <a:xfrm>
            <a:off x="7293260" y="3155825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4" name="꺾인 연결선 111">
            <a:extLst>
              <a:ext uri="{FF2B5EF4-FFF2-40B4-BE49-F238E27FC236}">
                <a16:creationId xmlns:a16="http://schemas.microsoft.com/office/drawing/2014/main" id="{DFBB6F6D-DC22-0442-88EB-C2B1EC616478}"/>
              </a:ext>
            </a:extLst>
          </p:cNvPr>
          <p:cNvCxnSpPr>
            <a:cxnSpLocks/>
            <a:stCxn id="45" idx="1"/>
            <a:endCxn id="14" idx="2"/>
          </p:cNvCxnSpPr>
          <p:nvPr/>
        </p:nvCxnSpPr>
        <p:spPr>
          <a:xfrm rot="10800000">
            <a:off x="7194096" y="2282743"/>
            <a:ext cx="99164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111">
            <a:extLst>
              <a:ext uri="{FF2B5EF4-FFF2-40B4-BE49-F238E27FC236}">
                <a16:creationId xmlns:a16="http://schemas.microsoft.com/office/drawing/2014/main" id="{09464D84-F2FF-43A9-5E10-9BD0F11B8188}"/>
              </a:ext>
            </a:extLst>
          </p:cNvPr>
          <p:cNvCxnSpPr>
            <a:cxnSpLocks/>
            <a:stCxn id="46" idx="1"/>
            <a:endCxn id="14" idx="2"/>
          </p:cNvCxnSpPr>
          <p:nvPr/>
        </p:nvCxnSpPr>
        <p:spPr>
          <a:xfrm rot="10800000">
            <a:off x="7194096" y="2282744"/>
            <a:ext cx="99164" cy="5550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연결선 111">
            <a:extLst>
              <a:ext uri="{FF2B5EF4-FFF2-40B4-BE49-F238E27FC236}">
                <a16:creationId xmlns:a16="http://schemas.microsoft.com/office/drawing/2014/main" id="{F7339286-A0DA-7FA6-19D0-D03FF85962CC}"/>
              </a:ext>
            </a:extLst>
          </p:cNvPr>
          <p:cNvCxnSpPr>
            <a:cxnSpLocks/>
            <a:stCxn id="50" idx="1"/>
            <a:endCxn id="14" idx="2"/>
          </p:cNvCxnSpPr>
          <p:nvPr/>
        </p:nvCxnSpPr>
        <p:spPr>
          <a:xfrm rot="10800000">
            <a:off x="7194096" y="2282743"/>
            <a:ext cx="99164" cy="75711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꺾인 연결선 111">
            <a:extLst>
              <a:ext uri="{FF2B5EF4-FFF2-40B4-BE49-F238E27FC236}">
                <a16:creationId xmlns:a16="http://schemas.microsoft.com/office/drawing/2014/main" id="{B0EE1558-5FE6-F41B-FB91-70722E0CE9AE}"/>
              </a:ext>
            </a:extLst>
          </p:cNvPr>
          <p:cNvCxnSpPr>
            <a:cxnSpLocks/>
            <a:stCxn id="53" idx="1"/>
            <a:endCxn id="14" idx="2"/>
          </p:cNvCxnSpPr>
          <p:nvPr/>
        </p:nvCxnSpPr>
        <p:spPr>
          <a:xfrm rot="10800000">
            <a:off x="7194096" y="2282744"/>
            <a:ext cx="99164" cy="959151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83">
            <a:extLst>
              <a:ext uri="{FF2B5EF4-FFF2-40B4-BE49-F238E27FC236}">
                <a16:creationId xmlns:a16="http://schemas.microsoft.com/office/drawing/2014/main" id="{B5C6A53B-EF9E-05C9-EB76-C6DDC738063E}"/>
              </a:ext>
            </a:extLst>
          </p:cNvPr>
          <p:cNvSpPr/>
          <p:nvPr/>
        </p:nvSpPr>
        <p:spPr>
          <a:xfrm>
            <a:off x="7293260" y="3374799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교육사업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62" name="꺾인 연결선 111">
            <a:extLst>
              <a:ext uri="{FF2B5EF4-FFF2-40B4-BE49-F238E27FC236}">
                <a16:creationId xmlns:a16="http://schemas.microsoft.com/office/drawing/2014/main" id="{8276D9F3-AB3E-7B1F-58F1-E4F9D57EC168}"/>
              </a:ext>
            </a:extLst>
          </p:cNvPr>
          <p:cNvCxnSpPr>
            <a:cxnSpLocks/>
            <a:stCxn id="60" idx="1"/>
            <a:endCxn id="14" idx="2"/>
          </p:cNvCxnSpPr>
          <p:nvPr/>
        </p:nvCxnSpPr>
        <p:spPr>
          <a:xfrm rot="10800000">
            <a:off x="7194096" y="2282744"/>
            <a:ext cx="99164" cy="1178125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모서리가 둥근 직사각형 83">
            <a:extLst>
              <a:ext uri="{FF2B5EF4-FFF2-40B4-BE49-F238E27FC236}">
                <a16:creationId xmlns:a16="http://schemas.microsoft.com/office/drawing/2014/main" id="{38048623-CB42-8277-ECC9-A82CE7135E16}"/>
              </a:ext>
            </a:extLst>
          </p:cNvPr>
          <p:cNvSpPr/>
          <p:nvPr/>
        </p:nvSpPr>
        <p:spPr>
          <a:xfrm>
            <a:off x="8436492" y="2344450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내정보수정</a:t>
            </a:r>
          </a:p>
        </p:txBody>
      </p:sp>
      <p:cxnSp>
        <p:nvCxnSpPr>
          <p:cNvPr id="78" name="꺾인 연결선 111">
            <a:extLst>
              <a:ext uri="{FF2B5EF4-FFF2-40B4-BE49-F238E27FC236}">
                <a16:creationId xmlns:a16="http://schemas.microsoft.com/office/drawing/2014/main" id="{DDAA34CB-08F8-43F1-DFF2-B06139535516}"/>
              </a:ext>
            </a:extLst>
          </p:cNvPr>
          <p:cNvCxnSpPr>
            <a:cxnSpLocks/>
            <a:stCxn id="77" idx="1"/>
            <a:endCxn id="95" idx="2"/>
          </p:cNvCxnSpPr>
          <p:nvPr/>
        </p:nvCxnSpPr>
        <p:spPr>
          <a:xfrm rot="10800000">
            <a:off x="8337328" y="2282743"/>
            <a:ext cx="9916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모서리가 둥근 직사각형 83">
            <a:extLst>
              <a:ext uri="{FF2B5EF4-FFF2-40B4-BE49-F238E27FC236}">
                <a16:creationId xmlns:a16="http://schemas.microsoft.com/office/drawing/2014/main" id="{9B8F9C36-E968-0F79-D67C-AA2F393A1EC1}"/>
              </a:ext>
            </a:extLst>
          </p:cNvPr>
          <p:cNvSpPr/>
          <p:nvPr/>
        </p:nvSpPr>
        <p:spPr>
          <a:xfrm>
            <a:off x="8436492" y="2549702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회원탈퇴</a:t>
            </a:r>
          </a:p>
        </p:txBody>
      </p:sp>
      <p:sp>
        <p:nvSpPr>
          <p:cNvPr id="88" name="모서리가 둥근 직사각형 83">
            <a:extLst>
              <a:ext uri="{FF2B5EF4-FFF2-40B4-BE49-F238E27FC236}">
                <a16:creationId xmlns:a16="http://schemas.microsoft.com/office/drawing/2014/main" id="{5CF05777-9F6F-BA1A-A5FD-B7C66AD7105B}"/>
              </a:ext>
            </a:extLst>
          </p:cNvPr>
          <p:cNvSpPr/>
          <p:nvPr/>
        </p:nvSpPr>
        <p:spPr>
          <a:xfrm>
            <a:off x="8436492" y="2751743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나의신청내역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89" name="꺾인 연결선 111">
            <a:extLst>
              <a:ext uri="{FF2B5EF4-FFF2-40B4-BE49-F238E27FC236}">
                <a16:creationId xmlns:a16="http://schemas.microsoft.com/office/drawing/2014/main" id="{FDDB3BF7-B334-890B-F534-EBF856CCB2FC}"/>
              </a:ext>
            </a:extLst>
          </p:cNvPr>
          <p:cNvCxnSpPr>
            <a:cxnSpLocks/>
            <a:stCxn id="87" idx="1"/>
            <a:endCxn id="95" idx="2"/>
          </p:cNvCxnSpPr>
          <p:nvPr/>
        </p:nvCxnSpPr>
        <p:spPr>
          <a:xfrm rot="10800000">
            <a:off x="8337328" y="2282743"/>
            <a:ext cx="99164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꺾인 연결선 111">
            <a:extLst>
              <a:ext uri="{FF2B5EF4-FFF2-40B4-BE49-F238E27FC236}">
                <a16:creationId xmlns:a16="http://schemas.microsoft.com/office/drawing/2014/main" id="{8D620B14-6745-D571-B95A-E69D6E3498A3}"/>
              </a:ext>
            </a:extLst>
          </p:cNvPr>
          <p:cNvCxnSpPr>
            <a:cxnSpLocks/>
            <a:stCxn id="88" idx="1"/>
            <a:endCxn id="95" idx="2"/>
          </p:cNvCxnSpPr>
          <p:nvPr/>
        </p:nvCxnSpPr>
        <p:spPr>
          <a:xfrm rot="10800000">
            <a:off x="8337328" y="2282744"/>
            <a:ext cx="99164" cy="5550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344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D22E-9C43-4BE5-37E5-217AE43C4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E1573D0F-4FDA-FDF3-98CD-99E8D1908F7E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C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D7D7D7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O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NTENT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S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C065AD88-4317-2C15-8321-F8EB17339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오산교육재단 홈페이지 메인 화면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홈페이지 메인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2DCA9480-F7AF-A279-D3EF-6EE262198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37030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메인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2EF4D6F3-1712-6F95-677A-76B9C5057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</a:t>
            </a:r>
            <a:r>
              <a:rPr lang="en-US" altLang="ko-KR" sz="20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0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5833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6D98A-42B6-EAA8-00D7-4E09F73D5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4CDF14C4-40D7-F947-C062-D7D3351080E4}"/>
              </a:ext>
            </a:extLst>
          </p:cNvPr>
          <p:cNvGraphicFramePr>
            <a:graphicFrameLocks/>
          </p:cNvGraphicFramePr>
          <p:nvPr/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홈페이지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84FD80F6-6A50-52F7-884C-483C747DD380}"/>
              </a:ext>
            </a:extLst>
          </p:cNvPr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 홈페이지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2DA4E18E-9870-F515-0C08-D9306C4EC004}"/>
              </a:ext>
            </a:extLst>
          </p:cNvPr>
          <p:cNvSpPr/>
          <p:nvPr/>
        </p:nvSpPr>
        <p:spPr>
          <a:xfrm>
            <a:off x="16446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메인</a:t>
            </a: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E52A8B6C-19BF-0FAB-92F3-5E8CE94A7059}"/>
              </a:ext>
            </a:extLst>
          </p:cNvPr>
          <p:cNvSpPr/>
          <p:nvPr/>
        </p:nvSpPr>
        <p:spPr>
          <a:xfrm>
            <a:off x="1068205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로그인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F9327B38-3218-0942-758C-BE7F4E682613}"/>
              </a:ext>
            </a:extLst>
          </p:cNvPr>
          <p:cNvSpPr/>
          <p:nvPr/>
        </p:nvSpPr>
        <p:spPr>
          <a:xfrm>
            <a:off x="197625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11E87B4E-A13D-9476-436C-E5314D4F90DC}"/>
              </a:ext>
            </a:extLst>
          </p:cNvPr>
          <p:cNvSpPr/>
          <p:nvPr/>
        </p:nvSpPr>
        <p:spPr>
          <a:xfrm>
            <a:off x="304478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ID/PW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찾기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399BC092-C931-E838-1470-D713AB439396}"/>
              </a:ext>
            </a:extLst>
          </p:cNvPr>
          <p:cNvSpPr/>
          <p:nvPr/>
        </p:nvSpPr>
        <p:spPr>
          <a:xfrm>
            <a:off x="4088904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A9AA5405-9789-F7F1-954B-72393AB7DBCD}"/>
              </a:ext>
            </a:extLst>
          </p:cNvPr>
          <p:cNvSpPr/>
          <p:nvPr/>
        </p:nvSpPr>
        <p:spPr>
          <a:xfrm>
            <a:off x="600927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2191703C-FC37-E23D-5404-F3B8052801E1}"/>
              </a:ext>
            </a:extLst>
          </p:cNvPr>
          <p:cNvSpPr/>
          <p:nvPr/>
        </p:nvSpPr>
        <p:spPr>
          <a:xfrm>
            <a:off x="887566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마이페이지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4AB08171-2B99-B762-90CA-0EAF70C8D000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rot="5400000" flipH="1" flipV="1">
            <a:off x="2641771" y="-295398"/>
            <a:ext cx="343487" cy="443409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>
            <a:extLst>
              <a:ext uri="{FF2B5EF4-FFF2-40B4-BE49-F238E27FC236}">
                <a16:creationId xmlns:a16="http://schemas.microsoft.com/office/drawing/2014/main" id="{5C988045-AD76-860C-A6BF-FCEE867C8EEF}"/>
              </a:ext>
            </a:extLst>
          </p:cNvPr>
          <p:cNvCxnSpPr>
            <a:stCxn id="81" idx="0"/>
            <a:endCxn id="75" idx="2"/>
          </p:cNvCxnSpPr>
          <p:nvPr/>
        </p:nvCxnSpPr>
        <p:spPr>
          <a:xfrm rot="5400000" flipH="1" flipV="1">
            <a:off x="3093640" y="156470"/>
            <a:ext cx="343487" cy="353035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>
            <a:extLst>
              <a:ext uri="{FF2B5EF4-FFF2-40B4-BE49-F238E27FC236}">
                <a16:creationId xmlns:a16="http://schemas.microsoft.com/office/drawing/2014/main" id="{DDE99447-98BE-A9F2-9F25-920C2DE33688}"/>
              </a:ext>
            </a:extLst>
          </p:cNvPr>
          <p:cNvCxnSpPr>
            <a:stCxn id="82" idx="0"/>
            <a:endCxn id="75" idx="2"/>
          </p:cNvCxnSpPr>
          <p:nvPr/>
        </p:nvCxnSpPr>
        <p:spPr>
          <a:xfrm rot="5400000" flipH="1" flipV="1">
            <a:off x="3547663" y="610494"/>
            <a:ext cx="343487" cy="262230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>
            <a:extLst>
              <a:ext uri="{FF2B5EF4-FFF2-40B4-BE49-F238E27FC236}">
                <a16:creationId xmlns:a16="http://schemas.microsoft.com/office/drawing/2014/main" id="{CB776299-D58B-7265-13D6-7D3A6DA63481}"/>
              </a:ext>
            </a:extLst>
          </p:cNvPr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4081931" y="1144762"/>
            <a:ext cx="343487" cy="155377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>
            <a:extLst>
              <a:ext uri="{FF2B5EF4-FFF2-40B4-BE49-F238E27FC236}">
                <a16:creationId xmlns:a16="http://schemas.microsoft.com/office/drawing/2014/main" id="{790F909D-4980-71B9-B36F-CB47FD252386}"/>
              </a:ext>
            </a:extLst>
          </p:cNvPr>
          <p:cNvCxnSpPr>
            <a:stCxn id="84" idx="0"/>
            <a:endCxn id="75" idx="2"/>
          </p:cNvCxnSpPr>
          <p:nvPr/>
        </p:nvCxnSpPr>
        <p:spPr>
          <a:xfrm rot="5400000" flipH="1" flipV="1">
            <a:off x="4603989" y="1666820"/>
            <a:ext cx="343487" cy="50965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>
            <a:extLst>
              <a:ext uri="{FF2B5EF4-FFF2-40B4-BE49-F238E27FC236}">
                <a16:creationId xmlns:a16="http://schemas.microsoft.com/office/drawing/2014/main" id="{0DD4D6D5-F4BE-B5A3-71C5-FBD6E8A16F12}"/>
              </a:ext>
            </a:extLst>
          </p:cNvPr>
          <p:cNvCxnSpPr>
            <a:stCxn id="85" idx="0"/>
            <a:endCxn id="75" idx="2"/>
          </p:cNvCxnSpPr>
          <p:nvPr/>
        </p:nvCxnSpPr>
        <p:spPr>
          <a:xfrm rot="16200000" flipV="1">
            <a:off x="5564177" y="1216289"/>
            <a:ext cx="343487" cy="141071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>
            <a:extLst>
              <a:ext uri="{FF2B5EF4-FFF2-40B4-BE49-F238E27FC236}">
                <a16:creationId xmlns:a16="http://schemas.microsoft.com/office/drawing/2014/main" id="{B3BD3B84-FF6D-4AED-FB40-1F7F142A9337}"/>
              </a:ext>
            </a:extLst>
          </p:cNvPr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6528104" y="252362"/>
            <a:ext cx="343487" cy="333857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45FC6BD8-84A3-0376-408F-72DDD385416D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6997368" y="-216902"/>
            <a:ext cx="343487" cy="427709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77F7F6CF-69DD-6DA4-643F-A49D50172B90}"/>
              </a:ext>
            </a:extLst>
          </p:cNvPr>
          <p:cNvSpPr/>
          <p:nvPr/>
        </p:nvSpPr>
        <p:spPr>
          <a:xfrm>
            <a:off x="793713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</a:t>
            </a:r>
          </a:p>
        </p:txBody>
      </p:sp>
      <p:sp>
        <p:nvSpPr>
          <p:cNvPr id="3" name="모서리가 둥근 직사각형 83">
            <a:extLst>
              <a:ext uri="{FF2B5EF4-FFF2-40B4-BE49-F238E27FC236}">
                <a16:creationId xmlns:a16="http://schemas.microsoft.com/office/drawing/2014/main" id="{8BA6AA77-98E8-2894-9AF4-0A94EC2096B8}"/>
              </a:ext>
            </a:extLst>
          </p:cNvPr>
          <p:cNvSpPr/>
          <p:nvPr/>
        </p:nvSpPr>
        <p:spPr>
          <a:xfrm>
            <a:off x="4624329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재단안내</a:t>
            </a:r>
          </a:p>
        </p:txBody>
      </p:sp>
      <p:cxnSp>
        <p:nvCxnSpPr>
          <p:cNvPr id="4" name="꺾인 연결선 111">
            <a:extLst>
              <a:ext uri="{FF2B5EF4-FFF2-40B4-BE49-F238E27FC236}">
                <a16:creationId xmlns:a16="http://schemas.microsoft.com/office/drawing/2014/main" id="{A6FE5992-6193-307D-2E51-DEB9ACF49021}"/>
              </a:ext>
            </a:extLst>
          </p:cNvPr>
          <p:cNvCxnSpPr>
            <a:cxnSpLocks/>
            <a:stCxn id="3" idx="1"/>
            <a:endCxn id="84" idx="2"/>
          </p:cNvCxnSpPr>
          <p:nvPr/>
        </p:nvCxnSpPr>
        <p:spPr>
          <a:xfrm rot="10800000">
            <a:off x="4520905" y="2282743"/>
            <a:ext cx="103425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3">
            <a:extLst>
              <a:ext uri="{FF2B5EF4-FFF2-40B4-BE49-F238E27FC236}">
                <a16:creationId xmlns:a16="http://schemas.microsoft.com/office/drawing/2014/main" id="{A02B7A59-D849-9E66-AB60-0E07A9E72E27}"/>
              </a:ext>
            </a:extLst>
          </p:cNvPr>
          <p:cNvSpPr/>
          <p:nvPr/>
        </p:nvSpPr>
        <p:spPr>
          <a:xfrm>
            <a:off x="4624329" y="338375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조직안내</a:t>
            </a:r>
          </a:p>
        </p:txBody>
      </p:sp>
      <p:sp>
        <p:nvSpPr>
          <p:cNvPr id="11" name="모서리가 둥근 직사각형 83">
            <a:extLst>
              <a:ext uri="{FF2B5EF4-FFF2-40B4-BE49-F238E27FC236}">
                <a16:creationId xmlns:a16="http://schemas.microsoft.com/office/drawing/2014/main" id="{1D16BF3B-5194-6AB5-C7E8-E08250D54EE3}"/>
              </a:ext>
            </a:extLst>
          </p:cNvPr>
          <p:cNvSpPr/>
          <p:nvPr/>
        </p:nvSpPr>
        <p:spPr>
          <a:xfrm>
            <a:off x="4624329" y="421471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사업소개</a:t>
            </a:r>
          </a:p>
        </p:txBody>
      </p:sp>
      <p:sp>
        <p:nvSpPr>
          <p:cNvPr id="12" name="모서리가 둥근 직사각형 83">
            <a:extLst>
              <a:ext uri="{FF2B5EF4-FFF2-40B4-BE49-F238E27FC236}">
                <a16:creationId xmlns:a16="http://schemas.microsoft.com/office/drawing/2014/main" id="{2A3D6DDC-3160-1E94-2AF7-C5F9E573D30E}"/>
              </a:ext>
            </a:extLst>
          </p:cNvPr>
          <p:cNvSpPr/>
          <p:nvPr/>
        </p:nvSpPr>
        <p:spPr>
          <a:xfrm>
            <a:off x="4624329" y="487354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찾아오시는길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모서리가 둥근 직사각형 83">
            <a:extLst>
              <a:ext uri="{FF2B5EF4-FFF2-40B4-BE49-F238E27FC236}">
                <a16:creationId xmlns:a16="http://schemas.microsoft.com/office/drawing/2014/main" id="{DF1B3F6B-ABBC-BF68-C732-46FC8C65E3BC}"/>
              </a:ext>
            </a:extLst>
          </p:cNvPr>
          <p:cNvSpPr/>
          <p:nvPr/>
        </p:nvSpPr>
        <p:spPr>
          <a:xfrm>
            <a:off x="4624329" y="552350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약관</a:t>
            </a:r>
          </a:p>
        </p:txBody>
      </p:sp>
      <p:sp>
        <p:nvSpPr>
          <p:cNvPr id="22" name="모서리가 둥근 직사각형 83">
            <a:extLst>
              <a:ext uri="{FF2B5EF4-FFF2-40B4-BE49-F238E27FC236}">
                <a16:creationId xmlns:a16="http://schemas.microsoft.com/office/drawing/2014/main" id="{0268E931-B5FA-0A88-8DD9-6F6B42B3D2C5}"/>
              </a:ext>
            </a:extLst>
          </p:cNvPr>
          <p:cNvSpPr/>
          <p:nvPr/>
        </p:nvSpPr>
        <p:spPr>
          <a:xfrm>
            <a:off x="3580212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 찾기</a:t>
            </a:r>
          </a:p>
        </p:txBody>
      </p:sp>
      <p:cxnSp>
        <p:nvCxnSpPr>
          <p:cNvPr id="23" name="꺾인 연결선 111">
            <a:extLst>
              <a:ext uri="{FF2B5EF4-FFF2-40B4-BE49-F238E27FC236}">
                <a16:creationId xmlns:a16="http://schemas.microsoft.com/office/drawing/2014/main" id="{888A9BD8-2EF0-CD31-791E-36F2D77950C6}"/>
              </a:ext>
            </a:extLst>
          </p:cNvPr>
          <p:cNvCxnSpPr>
            <a:cxnSpLocks/>
            <a:stCxn id="22" idx="1"/>
            <a:endCxn id="83" idx="2"/>
          </p:cNvCxnSpPr>
          <p:nvPr/>
        </p:nvCxnSpPr>
        <p:spPr>
          <a:xfrm rot="10800000">
            <a:off x="3476788" y="2282743"/>
            <a:ext cx="10342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83">
            <a:extLst>
              <a:ext uri="{FF2B5EF4-FFF2-40B4-BE49-F238E27FC236}">
                <a16:creationId xmlns:a16="http://schemas.microsoft.com/office/drawing/2014/main" id="{AC23517D-4EBB-129E-BB5B-C8168516E05E}"/>
              </a:ext>
            </a:extLst>
          </p:cNvPr>
          <p:cNvSpPr/>
          <p:nvPr/>
        </p:nvSpPr>
        <p:spPr>
          <a:xfrm>
            <a:off x="3580212" y="254970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 찾기</a:t>
            </a:r>
          </a:p>
        </p:txBody>
      </p:sp>
      <p:sp>
        <p:nvSpPr>
          <p:cNvPr id="30" name="모서리가 둥근 직사각형 83">
            <a:extLst>
              <a:ext uri="{FF2B5EF4-FFF2-40B4-BE49-F238E27FC236}">
                <a16:creationId xmlns:a16="http://schemas.microsoft.com/office/drawing/2014/main" id="{D36F1D9B-A262-BE3D-5E59-577CD6A80AE9}"/>
              </a:ext>
            </a:extLst>
          </p:cNvPr>
          <p:cNvSpPr/>
          <p:nvPr/>
        </p:nvSpPr>
        <p:spPr>
          <a:xfrm>
            <a:off x="2511676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이용약관동의</a:t>
            </a:r>
          </a:p>
        </p:txBody>
      </p:sp>
      <p:cxnSp>
        <p:nvCxnSpPr>
          <p:cNvPr id="31" name="꺾인 연결선 111">
            <a:extLst>
              <a:ext uri="{FF2B5EF4-FFF2-40B4-BE49-F238E27FC236}">
                <a16:creationId xmlns:a16="http://schemas.microsoft.com/office/drawing/2014/main" id="{23F7E0C5-DF17-C2B8-0E77-72209EDEEC6D}"/>
              </a:ext>
            </a:extLst>
          </p:cNvPr>
          <p:cNvCxnSpPr>
            <a:cxnSpLocks/>
            <a:stCxn id="30" idx="1"/>
            <a:endCxn id="82" idx="2"/>
          </p:cNvCxnSpPr>
          <p:nvPr/>
        </p:nvCxnSpPr>
        <p:spPr>
          <a:xfrm rot="10800000">
            <a:off x="2408252" y="2282743"/>
            <a:ext cx="10342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83">
            <a:extLst>
              <a:ext uri="{FF2B5EF4-FFF2-40B4-BE49-F238E27FC236}">
                <a16:creationId xmlns:a16="http://schemas.microsoft.com/office/drawing/2014/main" id="{4A5446F9-D8CD-C99A-7E79-ADDBB00174FE}"/>
              </a:ext>
            </a:extLst>
          </p:cNvPr>
          <p:cNvSpPr/>
          <p:nvPr/>
        </p:nvSpPr>
        <p:spPr>
          <a:xfrm>
            <a:off x="2511676" y="254970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 미만</a:t>
            </a:r>
          </a:p>
        </p:txBody>
      </p:sp>
      <p:sp>
        <p:nvSpPr>
          <p:cNvPr id="33" name="모서리가 둥근 직사각형 83">
            <a:extLst>
              <a:ext uri="{FF2B5EF4-FFF2-40B4-BE49-F238E27FC236}">
                <a16:creationId xmlns:a16="http://schemas.microsoft.com/office/drawing/2014/main" id="{231E22E9-804C-0AC0-3FC9-375EBB73BAAB}"/>
              </a:ext>
            </a:extLst>
          </p:cNvPr>
          <p:cNvSpPr/>
          <p:nvPr/>
        </p:nvSpPr>
        <p:spPr>
          <a:xfrm>
            <a:off x="2511676" y="275174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 이상</a:t>
            </a:r>
          </a:p>
        </p:txBody>
      </p:sp>
      <p:sp>
        <p:nvSpPr>
          <p:cNvPr id="34" name="모서리가 둥근 직사각형 83">
            <a:extLst>
              <a:ext uri="{FF2B5EF4-FFF2-40B4-BE49-F238E27FC236}">
                <a16:creationId xmlns:a16="http://schemas.microsoft.com/office/drawing/2014/main" id="{8E983EBB-8E86-8CEB-7AA1-80D2C3EC689F}"/>
              </a:ext>
            </a:extLst>
          </p:cNvPr>
          <p:cNvSpPr/>
          <p:nvPr/>
        </p:nvSpPr>
        <p:spPr>
          <a:xfrm>
            <a:off x="2511676" y="295378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 작성</a:t>
            </a:r>
          </a:p>
        </p:txBody>
      </p:sp>
      <p:sp>
        <p:nvSpPr>
          <p:cNvPr id="35" name="모서리가 둥근 직사각형 83">
            <a:extLst>
              <a:ext uri="{FF2B5EF4-FFF2-40B4-BE49-F238E27FC236}">
                <a16:creationId xmlns:a16="http://schemas.microsoft.com/office/drawing/2014/main" id="{ABE04612-200E-BD26-2915-D455FAA3A6D7}"/>
              </a:ext>
            </a:extLst>
          </p:cNvPr>
          <p:cNvSpPr/>
          <p:nvPr/>
        </p:nvSpPr>
        <p:spPr>
          <a:xfrm>
            <a:off x="2511676" y="315582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가입신청 완료</a:t>
            </a:r>
          </a:p>
        </p:txBody>
      </p:sp>
      <p:sp>
        <p:nvSpPr>
          <p:cNvPr id="37" name="모서리가 둥근 직사각형 83">
            <a:extLst>
              <a:ext uri="{FF2B5EF4-FFF2-40B4-BE49-F238E27FC236}">
                <a16:creationId xmlns:a16="http://schemas.microsoft.com/office/drawing/2014/main" id="{FE9557BB-2725-4CCB-3FB8-26402B233F00}"/>
              </a:ext>
            </a:extLst>
          </p:cNvPr>
          <p:cNvSpPr/>
          <p:nvPr/>
        </p:nvSpPr>
        <p:spPr>
          <a:xfrm>
            <a:off x="5162602" y="257469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이상장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인사말</a:t>
            </a:r>
          </a:p>
        </p:txBody>
      </p:sp>
      <p:cxnSp>
        <p:nvCxnSpPr>
          <p:cNvPr id="38" name="꺾인 연결선 111">
            <a:extLst>
              <a:ext uri="{FF2B5EF4-FFF2-40B4-BE49-F238E27FC236}">
                <a16:creationId xmlns:a16="http://schemas.microsoft.com/office/drawing/2014/main" id="{9BEFCBFC-487C-EFAF-D5C7-D3BF46BD97B1}"/>
              </a:ext>
            </a:extLst>
          </p:cNvPr>
          <p:cNvCxnSpPr>
            <a:cxnSpLocks/>
            <a:stCxn id="37" idx="1"/>
            <a:endCxn id="3" idx="2"/>
          </p:cNvCxnSpPr>
          <p:nvPr/>
        </p:nvCxnSpPr>
        <p:spPr>
          <a:xfrm rot="10800000">
            <a:off x="5049508" y="2516589"/>
            <a:ext cx="113095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모서리가 둥근 직사각형 83">
            <a:extLst>
              <a:ext uri="{FF2B5EF4-FFF2-40B4-BE49-F238E27FC236}">
                <a16:creationId xmlns:a16="http://schemas.microsoft.com/office/drawing/2014/main" id="{2869E60A-8CBD-404E-1312-2EB7D77582C7}"/>
              </a:ext>
            </a:extLst>
          </p:cNvPr>
          <p:cNvSpPr/>
          <p:nvPr/>
        </p:nvSpPr>
        <p:spPr>
          <a:xfrm>
            <a:off x="5162602" y="276586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연혁 및 소개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모서리가 둥근 직사각형 83">
            <a:extLst>
              <a:ext uri="{FF2B5EF4-FFF2-40B4-BE49-F238E27FC236}">
                <a16:creationId xmlns:a16="http://schemas.microsoft.com/office/drawing/2014/main" id="{320BD2E3-7AC6-90C3-0E30-CA6DE853A6C5}"/>
              </a:ext>
            </a:extLst>
          </p:cNvPr>
          <p:cNvSpPr/>
          <p:nvPr/>
        </p:nvSpPr>
        <p:spPr>
          <a:xfrm>
            <a:off x="5162602" y="296436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비전및핵심가치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모서리가 둥근 직사각형 83">
            <a:extLst>
              <a:ext uri="{FF2B5EF4-FFF2-40B4-BE49-F238E27FC236}">
                <a16:creationId xmlns:a16="http://schemas.microsoft.com/office/drawing/2014/main" id="{644870FC-0C85-64AF-BCCD-79D24AE70718}"/>
              </a:ext>
            </a:extLst>
          </p:cNvPr>
          <p:cNvSpPr/>
          <p:nvPr/>
        </p:nvSpPr>
        <p:spPr>
          <a:xfrm>
            <a:off x="5162602" y="316377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설립취지</a:t>
            </a:r>
          </a:p>
        </p:txBody>
      </p:sp>
      <p:cxnSp>
        <p:nvCxnSpPr>
          <p:cNvPr id="44" name="꺾인 연결선 111">
            <a:extLst>
              <a:ext uri="{FF2B5EF4-FFF2-40B4-BE49-F238E27FC236}">
                <a16:creationId xmlns:a16="http://schemas.microsoft.com/office/drawing/2014/main" id="{EDA37A42-A4DB-F37C-CD94-525480FD309B}"/>
              </a:ext>
            </a:extLst>
          </p:cNvPr>
          <p:cNvCxnSpPr>
            <a:cxnSpLocks/>
            <a:stCxn id="9" idx="1"/>
            <a:endCxn id="84" idx="2"/>
          </p:cNvCxnSpPr>
          <p:nvPr/>
        </p:nvCxnSpPr>
        <p:spPr>
          <a:xfrm rot="10800000">
            <a:off x="4520905" y="2282744"/>
            <a:ext cx="103425" cy="11870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83">
            <a:extLst>
              <a:ext uri="{FF2B5EF4-FFF2-40B4-BE49-F238E27FC236}">
                <a16:creationId xmlns:a16="http://schemas.microsoft.com/office/drawing/2014/main" id="{A67C8733-ACEF-7638-07A2-EAA72F2B7546}"/>
              </a:ext>
            </a:extLst>
          </p:cNvPr>
          <p:cNvSpPr/>
          <p:nvPr/>
        </p:nvSpPr>
        <p:spPr>
          <a:xfrm>
            <a:off x="5162602" y="360830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조직도</a:t>
            </a:r>
          </a:p>
        </p:txBody>
      </p:sp>
      <p:cxnSp>
        <p:nvCxnSpPr>
          <p:cNvPr id="48" name="꺾인 연결선 111">
            <a:extLst>
              <a:ext uri="{FF2B5EF4-FFF2-40B4-BE49-F238E27FC236}">
                <a16:creationId xmlns:a16="http://schemas.microsoft.com/office/drawing/2014/main" id="{7E56DACE-8D0D-0056-1CA4-BA51926A066F}"/>
              </a:ext>
            </a:extLst>
          </p:cNvPr>
          <p:cNvCxnSpPr>
            <a:cxnSpLocks/>
            <a:stCxn id="47" idx="1"/>
            <a:endCxn id="9" idx="2"/>
          </p:cNvCxnSpPr>
          <p:nvPr/>
        </p:nvCxnSpPr>
        <p:spPr>
          <a:xfrm rot="10800000">
            <a:off x="5049508" y="3555890"/>
            <a:ext cx="113095" cy="138483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모서리가 둥근 직사각형 83">
            <a:extLst>
              <a:ext uri="{FF2B5EF4-FFF2-40B4-BE49-F238E27FC236}">
                <a16:creationId xmlns:a16="http://schemas.microsoft.com/office/drawing/2014/main" id="{55B8DC60-92DC-EEAB-116E-F9AC48073D33}"/>
              </a:ext>
            </a:extLst>
          </p:cNvPr>
          <p:cNvSpPr/>
          <p:nvPr/>
        </p:nvSpPr>
        <p:spPr>
          <a:xfrm>
            <a:off x="5162602" y="380742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담당업무</a:t>
            </a:r>
          </a:p>
        </p:txBody>
      </p:sp>
      <p:sp>
        <p:nvSpPr>
          <p:cNvPr id="51" name="모서리가 둥근 직사각형 83">
            <a:extLst>
              <a:ext uri="{FF2B5EF4-FFF2-40B4-BE49-F238E27FC236}">
                <a16:creationId xmlns:a16="http://schemas.microsoft.com/office/drawing/2014/main" id="{F760457B-6009-8B7D-3CF7-F9735D9FC0DB}"/>
              </a:ext>
            </a:extLst>
          </p:cNvPr>
          <p:cNvSpPr/>
          <p:nvPr/>
        </p:nvSpPr>
        <p:spPr>
          <a:xfrm>
            <a:off x="5162602" y="3999507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임원현황</a:t>
            </a:r>
          </a:p>
        </p:txBody>
      </p:sp>
      <p:cxnSp>
        <p:nvCxnSpPr>
          <p:cNvPr id="52" name="꺾인 연결선 111">
            <a:extLst>
              <a:ext uri="{FF2B5EF4-FFF2-40B4-BE49-F238E27FC236}">
                <a16:creationId xmlns:a16="http://schemas.microsoft.com/office/drawing/2014/main" id="{E60844EF-7ECF-8D11-FEBC-9191BD519E07}"/>
              </a:ext>
            </a:extLst>
          </p:cNvPr>
          <p:cNvCxnSpPr>
            <a:cxnSpLocks/>
            <a:stCxn id="32" idx="1"/>
            <a:endCxn id="82" idx="2"/>
          </p:cNvCxnSpPr>
          <p:nvPr/>
        </p:nvCxnSpPr>
        <p:spPr>
          <a:xfrm rot="10800000">
            <a:off x="2408252" y="2282743"/>
            <a:ext cx="103424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111">
            <a:extLst>
              <a:ext uri="{FF2B5EF4-FFF2-40B4-BE49-F238E27FC236}">
                <a16:creationId xmlns:a16="http://schemas.microsoft.com/office/drawing/2014/main" id="{1628F062-9DC3-0B80-C139-3AF2E2023F39}"/>
              </a:ext>
            </a:extLst>
          </p:cNvPr>
          <p:cNvCxnSpPr>
            <a:cxnSpLocks/>
            <a:stCxn id="33" idx="1"/>
            <a:endCxn id="82" idx="2"/>
          </p:cNvCxnSpPr>
          <p:nvPr/>
        </p:nvCxnSpPr>
        <p:spPr>
          <a:xfrm rot="10800000">
            <a:off x="2408252" y="2282744"/>
            <a:ext cx="103424" cy="5550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111">
            <a:extLst>
              <a:ext uri="{FF2B5EF4-FFF2-40B4-BE49-F238E27FC236}">
                <a16:creationId xmlns:a16="http://schemas.microsoft.com/office/drawing/2014/main" id="{D15948EC-2F3B-B5FE-5778-844CD6F64EFB}"/>
              </a:ext>
            </a:extLst>
          </p:cNvPr>
          <p:cNvCxnSpPr>
            <a:cxnSpLocks/>
            <a:stCxn id="34" idx="1"/>
            <a:endCxn id="82" idx="2"/>
          </p:cNvCxnSpPr>
          <p:nvPr/>
        </p:nvCxnSpPr>
        <p:spPr>
          <a:xfrm rot="10800000">
            <a:off x="2408252" y="2282743"/>
            <a:ext cx="103424" cy="75711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111">
            <a:extLst>
              <a:ext uri="{FF2B5EF4-FFF2-40B4-BE49-F238E27FC236}">
                <a16:creationId xmlns:a16="http://schemas.microsoft.com/office/drawing/2014/main" id="{5A704394-7E38-31BB-2267-EE2584FF8EB6}"/>
              </a:ext>
            </a:extLst>
          </p:cNvPr>
          <p:cNvCxnSpPr>
            <a:cxnSpLocks/>
            <a:stCxn id="35" idx="1"/>
            <a:endCxn id="82" idx="2"/>
          </p:cNvCxnSpPr>
          <p:nvPr/>
        </p:nvCxnSpPr>
        <p:spPr>
          <a:xfrm rot="10800000">
            <a:off x="2408252" y="2282744"/>
            <a:ext cx="103424" cy="959151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111">
            <a:extLst>
              <a:ext uri="{FF2B5EF4-FFF2-40B4-BE49-F238E27FC236}">
                <a16:creationId xmlns:a16="http://schemas.microsoft.com/office/drawing/2014/main" id="{D33ACDFB-0094-323C-2F4B-153C0F79C19A}"/>
              </a:ext>
            </a:extLst>
          </p:cNvPr>
          <p:cNvCxnSpPr>
            <a:cxnSpLocks/>
            <a:stCxn id="24" idx="1"/>
            <a:endCxn id="83" idx="2"/>
          </p:cNvCxnSpPr>
          <p:nvPr/>
        </p:nvCxnSpPr>
        <p:spPr>
          <a:xfrm rot="10800000">
            <a:off x="3476788" y="2282743"/>
            <a:ext cx="103424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111">
            <a:extLst>
              <a:ext uri="{FF2B5EF4-FFF2-40B4-BE49-F238E27FC236}">
                <a16:creationId xmlns:a16="http://schemas.microsoft.com/office/drawing/2014/main" id="{0B393610-7D42-0D3C-93EF-3F6CEB231B43}"/>
              </a:ext>
            </a:extLst>
          </p:cNvPr>
          <p:cNvCxnSpPr>
            <a:cxnSpLocks/>
            <a:stCxn id="11" idx="1"/>
            <a:endCxn id="84" idx="2"/>
          </p:cNvCxnSpPr>
          <p:nvPr/>
        </p:nvCxnSpPr>
        <p:spPr>
          <a:xfrm rot="10800000">
            <a:off x="4520905" y="2282743"/>
            <a:ext cx="103425" cy="201804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111">
            <a:extLst>
              <a:ext uri="{FF2B5EF4-FFF2-40B4-BE49-F238E27FC236}">
                <a16:creationId xmlns:a16="http://schemas.microsoft.com/office/drawing/2014/main" id="{8A9CEE1B-8D9D-7656-F715-6DDA79EBD7FD}"/>
              </a:ext>
            </a:extLst>
          </p:cNvPr>
          <p:cNvCxnSpPr>
            <a:cxnSpLocks/>
            <a:stCxn id="12" idx="1"/>
            <a:endCxn id="84" idx="2"/>
          </p:cNvCxnSpPr>
          <p:nvPr/>
        </p:nvCxnSpPr>
        <p:spPr>
          <a:xfrm rot="10800000">
            <a:off x="4520905" y="2282744"/>
            <a:ext cx="103425" cy="26768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111">
            <a:extLst>
              <a:ext uri="{FF2B5EF4-FFF2-40B4-BE49-F238E27FC236}">
                <a16:creationId xmlns:a16="http://schemas.microsoft.com/office/drawing/2014/main" id="{9E4AC792-3D4C-CC98-A753-9E50150CC4D0}"/>
              </a:ext>
            </a:extLst>
          </p:cNvPr>
          <p:cNvCxnSpPr>
            <a:cxnSpLocks/>
            <a:stCxn id="13" idx="1"/>
            <a:endCxn id="84" idx="2"/>
          </p:cNvCxnSpPr>
          <p:nvPr/>
        </p:nvCxnSpPr>
        <p:spPr>
          <a:xfrm rot="10800000">
            <a:off x="4520905" y="2282743"/>
            <a:ext cx="103425" cy="33268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83">
            <a:extLst>
              <a:ext uri="{FF2B5EF4-FFF2-40B4-BE49-F238E27FC236}">
                <a16:creationId xmlns:a16="http://schemas.microsoft.com/office/drawing/2014/main" id="{387C63D4-47DB-05BA-FF9B-A62EDC154D08}"/>
              </a:ext>
            </a:extLst>
          </p:cNvPr>
          <p:cNvSpPr/>
          <p:nvPr/>
        </p:nvSpPr>
        <p:spPr>
          <a:xfrm>
            <a:off x="5162602" y="4438789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장학사업</a:t>
            </a:r>
          </a:p>
        </p:txBody>
      </p:sp>
      <p:cxnSp>
        <p:nvCxnSpPr>
          <p:cNvPr id="80" name="꺾인 연결선 111">
            <a:extLst>
              <a:ext uri="{FF2B5EF4-FFF2-40B4-BE49-F238E27FC236}">
                <a16:creationId xmlns:a16="http://schemas.microsoft.com/office/drawing/2014/main" id="{2872571E-97DC-9651-48F4-178DA87E3B18}"/>
              </a:ext>
            </a:extLst>
          </p:cNvPr>
          <p:cNvCxnSpPr>
            <a:cxnSpLocks/>
            <a:stCxn id="79" idx="1"/>
            <a:endCxn id="11" idx="2"/>
          </p:cNvCxnSpPr>
          <p:nvPr/>
        </p:nvCxnSpPr>
        <p:spPr>
          <a:xfrm rot="10800000">
            <a:off x="5049508" y="4386854"/>
            <a:ext cx="113095" cy="13800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3">
            <a:extLst>
              <a:ext uri="{FF2B5EF4-FFF2-40B4-BE49-F238E27FC236}">
                <a16:creationId xmlns:a16="http://schemas.microsoft.com/office/drawing/2014/main" id="{6A677816-3FA3-9758-0D33-C56F1900A965}"/>
              </a:ext>
            </a:extLst>
          </p:cNvPr>
          <p:cNvSpPr/>
          <p:nvPr/>
        </p:nvSpPr>
        <p:spPr>
          <a:xfrm>
            <a:off x="5162602" y="463791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교육사업</a:t>
            </a:r>
          </a:p>
        </p:txBody>
      </p:sp>
      <p:sp>
        <p:nvSpPr>
          <p:cNvPr id="91" name="모서리가 둥근 직사각형 83">
            <a:extLst>
              <a:ext uri="{FF2B5EF4-FFF2-40B4-BE49-F238E27FC236}">
                <a16:creationId xmlns:a16="http://schemas.microsoft.com/office/drawing/2014/main" id="{96D7486D-DDC0-8830-E688-72130DDA2354}"/>
              </a:ext>
            </a:extLst>
          </p:cNvPr>
          <p:cNvSpPr/>
          <p:nvPr/>
        </p:nvSpPr>
        <p:spPr>
          <a:xfrm>
            <a:off x="5162602" y="510917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</a:t>
            </a:r>
          </a:p>
        </p:txBody>
      </p:sp>
      <p:cxnSp>
        <p:nvCxnSpPr>
          <p:cNvPr id="96" name="꺾인 연결선 111">
            <a:extLst>
              <a:ext uri="{FF2B5EF4-FFF2-40B4-BE49-F238E27FC236}">
                <a16:creationId xmlns:a16="http://schemas.microsoft.com/office/drawing/2014/main" id="{84739873-6665-FED1-6D89-3B0D12F2464D}"/>
              </a:ext>
            </a:extLst>
          </p:cNvPr>
          <p:cNvCxnSpPr>
            <a:cxnSpLocks/>
            <a:stCxn id="91" idx="1"/>
            <a:endCxn id="12" idx="2"/>
          </p:cNvCxnSpPr>
          <p:nvPr/>
        </p:nvCxnSpPr>
        <p:spPr>
          <a:xfrm rot="10800000">
            <a:off x="5049508" y="5045681"/>
            <a:ext cx="113095" cy="14956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모서리가 둥근 직사각형 83">
            <a:extLst>
              <a:ext uri="{FF2B5EF4-FFF2-40B4-BE49-F238E27FC236}">
                <a16:creationId xmlns:a16="http://schemas.microsoft.com/office/drawing/2014/main" id="{D251E705-1BE4-ED4B-B166-95F55BC5EF4D}"/>
              </a:ext>
            </a:extLst>
          </p:cNvPr>
          <p:cNvSpPr/>
          <p:nvPr/>
        </p:nvSpPr>
        <p:spPr>
          <a:xfrm>
            <a:off x="5162602" y="5308297"/>
            <a:ext cx="118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오산시진로진학상담센터</a:t>
            </a:r>
          </a:p>
        </p:txBody>
      </p:sp>
      <p:sp>
        <p:nvSpPr>
          <p:cNvPr id="100" name="모서리가 둥근 직사각형 83">
            <a:extLst>
              <a:ext uri="{FF2B5EF4-FFF2-40B4-BE49-F238E27FC236}">
                <a16:creationId xmlns:a16="http://schemas.microsoft.com/office/drawing/2014/main" id="{04800993-D927-7552-30EE-24C92C23D331}"/>
              </a:ext>
            </a:extLst>
          </p:cNvPr>
          <p:cNvSpPr/>
          <p:nvPr/>
        </p:nvSpPr>
        <p:spPr>
          <a:xfrm>
            <a:off x="5162602" y="5747579"/>
            <a:ext cx="102893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개인정보처리방침</a:t>
            </a:r>
          </a:p>
        </p:txBody>
      </p:sp>
      <p:cxnSp>
        <p:nvCxnSpPr>
          <p:cNvPr id="101" name="꺾인 연결선 111">
            <a:extLst>
              <a:ext uri="{FF2B5EF4-FFF2-40B4-BE49-F238E27FC236}">
                <a16:creationId xmlns:a16="http://schemas.microsoft.com/office/drawing/2014/main" id="{F48107A2-C7FF-DB04-EBFC-1702640E2327}"/>
              </a:ext>
            </a:extLst>
          </p:cNvPr>
          <p:cNvCxnSpPr>
            <a:cxnSpLocks/>
            <a:stCxn id="100" idx="1"/>
            <a:endCxn id="13" idx="2"/>
          </p:cNvCxnSpPr>
          <p:nvPr/>
        </p:nvCxnSpPr>
        <p:spPr>
          <a:xfrm rot="10800000">
            <a:off x="5049508" y="5695644"/>
            <a:ext cx="113095" cy="13800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모서리가 둥근 직사각형 83">
            <a:extLst>
              <a:ext uri="{FF2B5EF4-FFF2-40B4-BE49-F238E27FC236}">
                <a16:creationId xmlns:a16="http://schemas.microsoft.com/office/drawing/2014/main" id="{1F35F247-7E2A-8B88-2D63-A88688984CBB}"/>
              </a:ext>
            </a:extLst>
          </p:cNvPr>
          <p:cNvSpPr/>
          <p:nvPr/>
        </p:nvSpPr>
        <p:spPr>
          <a:xfrm>
            <a:off x="5162602" y="5946700"/>
            <a:ext cx="102893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이메일무단수집거부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3" name="모서리가 둥근 직사각형 83">
            <a:extLst>
              <a:ext uri="{FF2B5EF4-FFF2-40B4-BE49-F238E27FC236}">
                <a16:creationId xmlns:a16="http://schemas.microsoft.com/office/drawing/2014/main" id="{1572CB73-A4B4-FD08-6BDE-A65DAD27FC90}"/>
              </a:ext>
            </a:extLst>
          </p:cNvPr>
          <p:cNvSpPr/>
          <p:nvPr/>
        </p:nvSpPr>
        <p:spPr>
          <a:xfrm>
            <a:off x="5162602" y="6138783"/>
            <a:ext cx="102893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홈페이지운영지침</a:t>
            </a:r>
          </a:p>
        </p:txBody>
      </p:sp>
      <p:sp>
        <p:nvSpPr>
          <p:cNvPr id="113" name="모서리가 둥근 직사각형 83">
            <a:extLst>
              <a:ext uri="{FF2B5EF4-FFF2-40B4-BE49-F238E27FC236}">
                <a16:creationId xmlns:a16="http://schemas.microsoft.com/office/drawing/2014/main" id="{3BDA13FD-4A89-858C-0CFE-59222C157414}"/>
              </a:ext>
            </a:extLst>
          </p:cNvPr>
          <p:cNvSpPr/>
          <p:nvPr/>
        </p:nvSpPr>
        <p:spPr>
          <a:xfrm>
            <a:off x="6539144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윤리경영</a:t>
            </a:r>
          </a:p>
        </p:txBody>
      </p:sp>
      <p:cxnSp>
        <p:nvCxnSpPr>
          <p:cNvPr id="114" name="꺾인 연결선 111">
            <a:extLst>
              <a:ext uri="{FF2B5EF4-FFF2-40B4-BE49-F238E27FC236}">
                <a16:creationId xmlns:a16="http://schemas.microsoft.com/office/drawing/2014/main" id="{AE7EDF58-4613-370C-F6B2-944EE1C080CD}"/>
              </a:ext>
            </a:extLst>
          </p:cNvPr>
          <p:cNvCxnSpPr>
            <a:cxnSpLocks/>
            <a:stCxn id="113" idx="1"/>
            <a:endCxn id="85" idx="2"/>
          </p:cNvCxnSpPr>
          <p:nvPr/>
        </p:nvCxnSpPr>
        <p:spPr>
          <a:xfrm rot="10800000">
            <a:off x="6441278" y="2282743"/>
            <a:ext cx="97866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모서리가 둥근 직사각형 83">
            <a:extLst>
              <a:ext uri="{FF2B5EF4-FFF2-40B4-BE49-F238E27FC236}">
                <a16:creationId xmlns:a16="http://schemas.microsoft.com/office/drawing/2014/main" id="{EF2B9FDA-36F0-975F-ECD0-41C5C2AD1498}"/>
              </a:ext>
            </a:extLst>
          </p:cNvPr>
          <p:cNvSpPr/>
          <p:nvPr/>
        </p:nvSpPr>
        <p:spPr>
          <a:xfrm>
            <a:off x="7077416" y="257469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윤리헌장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9" name="꺾인 연결선 111">
            <a:extLst>
              <a:ext uri="{FF2B5EF4-FFF2-40B4-BE49-F238E27FC236}">
                <a16:creationId xmlns:a16="http://schemas.microsoft.com/office/drawing/2014/main" id="{18940A7D-C5EB-1ACA-1A36-1FB0D19F39FF}"/>
              </a:ext>
            </a:extLst>
          </p:cNvPr>
          <p:cNvCxnSpPr>
            <a:cxnSpLocks/>
            <a:stCxn id="118" idx="1"/>
            <a:endCxn id="113" idx="2"/>
          </p:cNvCxnSpPr>
          <p:nvPr/>
        </p:nvCxnSpPr>
        <p:spPr>
          <a:xfrm rot="10800000">
            <a:off x="6964322" y="2516589"/>
            <a:ext cx="113094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83">
            <a:extLst>
              <a:ext uri="{FF2B5EF4-FFF2-40B4-BE49-F238E27FC236}">
                <a16:creationId xmlns:a16="http://schemas.microsoft.com/office/drawing/2014/main" id="{1A98F473-65FB-AD22-99A1-93529E9AE546}"/>
              </a:ext>
            </a:extLst>
          </p:cNvPr>
          <p:cNvSpPr/>
          <p:nvPr/>
        </p:nvSpPr>
        <p:spPr>
          <a:xfrm>
            <a:off x="7077416" y="276586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행동강령</a:t>
            </a:r>
          </a:p>
        </p:txBody>
      </p:sp>
      <p:sp>
        <p:nvSpPr>
          <p:cNvPr id="121" name="모서리가 둥근 직사각형 83">
            <a:extLst>
              <a:ext uri="{FF2B5EF4-FFF2-40B4-BE49-F238E27FC236}">
                <a16:creationId xmlns:a16="http://schemas.microsoft.com/office/drawing/2014/main" id="{42BC2B95-47CA-9830-2AA4-800B5E16A9A4}"/>
              </a:ext>
            </a:extLst>
          </p:cNvPr>
          <p:cNvSpPr/>
          <p:nvPr/>
        </p:nvSpPr>
        <p:spPr>
          <a:xfrm>
            <a:off x="7077416" y="296436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재단규정집</a:t>
            </a:r>
          </a:p>
        </p:txBody>
      </p:sp>
      <p:sp>
        <p:nvSpPr>
          <p:cNvPr id="123" name="모서리가 둥근 직사각형 83">
            <a:extLst>
              <a:ext uri="{FF2B5EF4-FFF2-40B4-BE49-F238E27FC236}">
                <a16:creationId xmlns:a16="http://schemas.microsoft.com/office/drawing/2014/main" id="{D223D8DF-B72E-07AD-1392-85D3B5056AC2}"/>
              </a:ext>
            </a:extLst>
          </p:cNvPr>
          <p:cNvSpPr/>
          <p:nvPr/>
        </p:nvSpPr>
        <p:spPr>
          <a:xfrm>
            <a:off x="6539144" y="317903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경영공시</a:t>
            </a:r>
          </a:p>
        </p:txBody>
      </p:sp>
      <p:cxnSp>
        <p:nvCxnSpPr>
          <p:cNvPr id="124" name="꺾인 연결선 111">
            <a:extLst>
              <a:ext uri="{FF2B5EF4-FFF2-40B4-BE49-F238E27FC236}">
                <a16:creationId xmlns:a16="http://schemas.microsoft.com/office/drawing/2014/main" id="{23E417F9-B6A6-A4B7-CECC-21C0CE819816}"/>
              </a:ext>
            </a:extLst>
          </p:cNvPr>
          <p:cNvCxnSpPr>
            <a:cxnSpLocks/>
            <a:stCxn id="123" idx="1"/>
            <a:endCxn id="85" idx="2"/>
          </p:cNvCxnSpPr>
          <p:nvPr/>
        </p:nvCxnSpPr>
        <p:spPr>
          <a:xfrm rot="10800000">
            <a:off x="6441278" y="2282743"/>
            <a:ext cx="97866" cy="98236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모서리가 둥근 직사각형 83">
            <a:extLst>
              <a:ext uri="{FF2B5EF4-FFF2-40B4-BE49-F238E27FC236}">
                <a16:creationId xmlns:a16="http://schemas.microsoft.com/office/drawing/2014/main" id="{6A5DF213-B0E6-5B64-8310-AF8798CCBC14}"/>
              </a:ext>
            </a:extLst>
          </p:cNvPr>
          <p:cNvSpPr/>
          <p:nvPr/>
        </p:nvSpPr>
        <p:spPr>
          <a:xfrm>
            <a:off x="7077416" y="3409280"/>
            <a:ext cx="936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경영계획및예산서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26" name="꺾인 연결선 111">
            <a:extLst>
              <a:ext uri="{FF2B5EF4-FFF2-40B4-BE49-F238E27FC236}">
                <a16:creationId xmlns:a16="http://schemas.microsoft.com/office/drawing/2014/main" id="{74575797-C1BE-898E-A17B-496922EDCE61}"/>
              </a:ext>
            </a:extLst>
          </p:cNvPr>
          <p:cNvCxnSpPr>
            <a:cxnSpLocks/>
            <a:stCxn id="125" idx="1"/>
            <a:endCxn id="123" idx="2"/>
          </p:cNvCxnSpPr>
          <p:nvPr/>
        </p:nvCxnSpPr>
        <p:spPr>
          <a:xfrm rot="10800000">
            <a:off x="6964322" y="3351173"/>
            <a:ext cx="113094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모서리가 둥근 직사각형 83">
            <a:extLst>
              <a:ext uri="{FF2B5EF4-FFF2-40B4-BE49-F238E27FC236}">
                <a16:creationId xmlns:a16="http://schemas.microsoft.com/office/drawing/2014/main" id="{42C6318D-09AA-F107-C640-2F302FC10B11}"/>
              </a:ext>
            </a:extLst>
          </p:cNvPr>
          <p:cNvSpPr/>
          <p:nvPr/>
        </p:nvSpPr>
        <p:spPr>
          <a:xfrm>
            <a:off x="7077416" y="3600450"/>
            <a:ext cx="1620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경영평가 결과 및 성과계약 달성도</a:t>
            </a:r>
          </a:p>
        </p:txBody>
      </p:sp>
      <p:sp>
        <p:nvSpPr>
          <p:cNvPr id="128" name="모서리가 둥근 직사각형 83">
            <a:extLst>
              <a:ext uri="{FF2B5EF4-FFF2-40B4-BE49-F238E27FC236}">
                <a16:creationId xmlns:a16="http://schemas.microsoft.com/office/drawing/2014/main" id="{BC5AA1BE-D575-26B5-8503-4CCF9A685DB5}"/>
              </a:ext>
            </a:extLst>
          </p:cNvPr>
          <p:cNvSpPr/>
          <p:nvPr/>
        </p:nvSpPr>
        <p:spPr>
          <a:xfrm>
            <a:off x="7077416" y="3798948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감사결과</a:t>
            </a:r>
          </a:p>
        </p:txBody>
      </p:sp>
      <p:sp>
        <p:nvSpPr>
          <p:cNvPr id="130" name="모서리가 둥근 직사각형 83">
            <a:extLst>
              <a:ext uri="{FF2B5EF4-FFF2-40B4-BE49-F238E27FC236}">
                <a16:creationId xmlns:a16="http://schemas.microsoft.com/office/drawing/2014/main" id="{D70F7E2F-4FE3-75B9-0546-70C918B8E7D8}"/>
              </a:ext>
            </a:extLst>
          </p:cNvPr>
          <p:cNvSpPr/>
          <p:nvPr/>
        </p:nvSpPr>
        <p:spPr>
          <a:xfrm>
            <a:off x="7077416" y="399885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결산서</a:t>
            </a:r>
          </a:p>
        </p:txBody>
      </p:sp>
      <p:sp>
        <p:nvSpPr>
          <p:cNvPr id="131" name="모서리가 둥근 직사각형 83">
            <a:extLst>
              <a:ext uri="{FF2B5EF4-FFF2-40B4-BE49-F238E27FC236}">
                <a16:creationId xmlns:a16="http://schemas.microsoft.com/office/drawing/2014/main" id="{54712CBA-70D1-E65A-BBD5-17B9AC5D4736}"/>
              </a:ext>
            </a:extLst>
          </p:cNvPr>
          <p:cNvSpPr/>
          <p:nvPr/>
        </p:nvSpPr>
        <p:spPr>
          <a:xfrm>
            <a:off x="7077416" y="420676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인력현황</a:t>
            </a:r>
          </a:p>
        </p:txBody>
      </p:sp>
      <p:sp>
        <p:nvSpPr>
          <p:cNvPr id="132" name="모서리가 둥근 직사각형 83">
            <a:extLst>
              <a:ext uri="{FF2B5EF4-FFF2-40B4-BE49-F238E27FC236}">
                <a16:creationId xmlns:a16="http://schemas.microsoft.com/office/drawing/2014/main" id="{36A5DDD1-CF06-BF43-85A8-26897DC1320C}"/>
              </a:ext>
            </a:extLst>
          </p:cNvPr>
          <p:cNvSpPr/>
          <p:nvPr/>
        </p:nvSpPr>
        <p:spPr>
          <a:xfrm>
            <a:off x="7077416" y="440446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인건비현황</a:t>
            </a:r>
          </a:p>
        </p:txBody>
      </p:sp>
      <p:sp>
        <p:nvSpPr>
          <p:cNvPr id="133" name="모서리가 둥근 직사각형 83">
            <a:extLst>
              <a:ext uri="{FF2B5EF4-FFF2-40B4-BE49-F238E27FC236}">
                <a16:creationId xmlns:a16="http://schemas.microsoft.com/office/drawing/2014/main" id="{2A193E77-C1AF-69C2-D8C4-1D372CAC3095}"/>
              </a:ext>
            </a:extLst>
          </p:cNvPr>
          <p:cNvSpPr/>
          <p:nvPr/>
        </p:nvSpPr>
        <p:spPr>
          <a:xfrm>
            <a:off x="7077416" y="4602157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재무현황</a:t>
            </a:r>
          </a:p>
        </p:txBody>
      </p:sp>
      <p:sp>
        <p:nvSpPr>
          <p:cNvPr id="134" name="모서리가 둥근 직사각형 83">
            <a:extLst>
              <a:ext uri="{FF2B5EF4-FFF2-40B4-BE49-F238E27FC236}">
                <a16:creationId xmlns:a16="http://schemas.microsoft.com/office/drawing/2014/main" id="{C7A53F89-B61B-C5E1-96AB-5D5937069E6D}"/>
              </a:ext>
            </a:extLst>
          </p:cNvPr>
          <p:cNvSpPr/>
          <p:nvPr/>
        </p:nvSpPr>
        <p:spPr>
          <a:xfrm>
            <a:off x="7077416" y="479371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기본재산현황</a:t>
            </a:r>
          </a:p>
        </p:txBody>
      </p:sp>
      <p:sp>
        <p:nvSpPr>
          <p:cNvPr id="135" name="모서리가 둥근 직사각형 83">
            <a:extLst>
              <a:ext uri="{FF2B5EF4-FFF2-40B4-BE49-F238E27FC236}">
                <a16:creationId xmlns:a16="http://schemas.microsoft.com/office/drawing/2014/main" id="{08F3CA8B-8247-C58E-2F4C-D68821E8EDA5}"/>
              </a:ext>
            </a:extLst>
          </p:cNvPr>
          <p:cNvSpPr/>
          <p:nvPr/>
        </p:nvSpPr>
        <p:spPr>
          <a:xfrm>
            <a:off x="6539144" y="5028079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기타공시</a:t>
            </a:r>
          </a:p>
        </p:txBody>
      </p:sp>
      <p:cxnSp>
        <p:nvCxnSpPr>
          <p:cNvPr id="136" name="꺾인 연결선 111">
            <a:extLst>
              <a:ext uri="{FF2B5EF4-FFF2-40B4-BE49-F238E27FC236}">
                <a16:creationId xmlns:a16="http://schemas.microsoft.com/office/drawing/2014/main" id="{C400C23B-20AD-1669-C3A9-0D1489517780}"/>
              </a:ext>
            </a:extLst>
          </p:cNvPr>
          <p:cNvCxnSpPr>
            <a:cxnSpLocks/>
            <a:stCxn id="135" idx="1"/>
            <a:endCxn id="85" idx="2"/>
          </p:cNvCxnSpPr>
          <p:nvPr/>
        </p:nvCxnSpPr>
        <p:spPr>
          <a:xfrm rot="10800000">
            <a:off x="6441278" y="2282744"/>
            <a:ext cx="97866" cy="2831405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모서리가 둥근 직사각형 83">
            <a:extLst>
              <a:ext uri="{FF2B5EF4-FFF2-40B4-BE49-F238E27FC236}">
                <a16:creationId xmlns:a16="http://schemas.microsoft.com/office/drawing/2014/main" id="{0D178E1A-B75A-4F64-45D2-42EF6FC072C9}"/>
              </a:ext>
            </a:extLst>
          </p:cNvPr>
          <p:cNvSpPr/>
          <p:nvPr/>
        </p:nvSpPr>
        <p:spPr>
          <a:xfrm>
            <a:off x="7077416" y="5258325"/>
            <a:ext cx="1260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복리후생비 및 업무추진비</a:t>
            </a:r>
          </a:p>
        </p:txBody>
      </p:sp>
      <p:cxnSp>
        <p:nvCxnSpPr>
          <p:cNvPr id="138" name="꺾인 연결선 111">
            <a:extLst>
              <a:ext uri="{FF2B5EF4-FFF2-40B4-BE49-F238E27FC236}">
                <a16:creationId xmlns:a16="http://schemas.microsoft.com/office/drawing/2014/main" id="{B2E26EF5-8C36-3561-CD53-71605861342B}"/>
              </a:ext>
            </a:extLst>
          </p:cNvPr>
          <p:cNvCxnSpPr>
            <a:cxnSpLocks/>
            <a:stCxn id="137" idx="1"/>
            <a:endCxn id="135" idx="2"/>
          </p:cNvCxnSpPr>
          <p:nvPr/>
        </p:nvCxnSpPr>
        <p:spPr>
          <a:xfrm rot="10800000">
            <a:off x="6964322" y="5200218"/>
            <a:ext cx="113094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모서리가 둥근 직사각형 83">
            <a:extLst>
              <a:ext uri="{FF2B5EF4-FFF2-40B4-BE49-F238E27FC236}">
                <a16:creationId xmlns:a16="http://schemas.microsoft.com/office/drawing/2014/main" id="{3797D6B6-ED57-16E8-5F54-904AF593D0AB}"/>
              </a:ext>
            </a:extLst>
          </p:cNvPr>
          <p:cNvSpPr/>
          <p:nvPr/>
        </p:nvSpPr>
        <p:spPr>
          <a:xfrm>
            <a:off x="7077416" y="544949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입찰 및 수의계약</a:t>
            </a:r>
          </a:p>
        </p:txBody>
      </p:sp>
      <p:sp>
        <p:nvSpPr>
          <p:cNvPr id="141" name="모서리가 둥근 직사각형 83">
            <a:extLst>
              <a:ext uri="{FF2B5EF4-FFF2-40B4-BE49-F238E27FC236}">
                <a16:creationId xmlns:a16="http://schemas.microsoft.com/office/drawing/2014/main" id="{280B12BD-8705-CF15-D1F5-EF7E7E258E30}"/>
              </a:ext>
            </a:extLst>
          </p:cNvPr>
          <p:cNvSpPr/>
          <p:nvPr/>
        </p:nvSpPr>
        <p:spPr>
          <a:xfrm>
            <a:off x="7077416" y="5647993"/>
            <a:ext cx="100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친인척채용인원 공개</a:t>
            </a:r>
          </a:p>
        </p:txBody>
      </p:sp>
      <p:sp>
        <p:nvSpPr>
          <p:cNvPr id="148" name="모서리가 둥근 직사각형 83">
            <a:extLst>
              <a:ext uri="{FF2B5EF4-FFF2-40B4-BE49-F238E27FC236}">
                <a16:creationId xmlns:a16="http://schemas.microsoft.com/office/drawing/2014/main" id="{465A90B8-D2C5-223E-9AE7-2F70C4AB1992}"/>
              </a:ext>
            </a:extLst>
          </p:cNvPr>
          <p:cNvSpPr/>
          <p:nvPr/>
        </p:nvSpPr>
        <p:spPr>
          <a:xfrm>
            <a:off x="7077416" y="586284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인권경영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9" name="모서리가 둥근 직사각형 83">
            <a:extLst>
              <a:ext uri="{FF2B5EF4-FFF2-40B4-BE49-F238E27FC236}">
                <a16:creationId xmlns:a16="http://schemas.microsoft.com/office/drawing/2014/main" id="{68CB863A-AB7F-4B7E-B085-308DDF890BD1}"/>
              </a:ext>
            </a:extLst>
          </p:cNvPr>
          <p:cNvSpPr/>
          <p:nvPr/>
        </p:nvSpPr>
        <p:spPr>
          <a:xfrm>
            <a:off x="7077416" y="607739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기타</a:t>
            </a:r>
          </a:p>
        </p:txBody>
      </p:sp>
      <p:sp>
        <p:nvSpPr>
          <p:cNvPr id="153" name="모서리가 둥근 직사각형 83">
            <a:extLst>
              <a:ext uri="{FF2B5EF4-FFF2-40B4-BE49-F238E27FC236}">
                <a16:creationId xmlns:a16="http://schemas.microsoft.com/office/drawing/2014/main" id="{49F1057B-32C5-7599-1E91-374CF9B551BD}"/>
              </a:ext>
            </a:extLst>
          </p:cNvPr>
          <p:cNvSpPr/>
          <p:nvPr/>
        </p:nvSpPr>
        <p:spPr>
          <a:xfrm>
            <a:off x="6539144" y="6332572"/>
            <a:ext cx="638885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비공개기준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54" name="꺾인 연결선 111">
            <a:extLst>
              <a:ext uri="{FF2B5EF4-FFF2-40B4-BE49-F238E27FC236}">
                <a16:creationId xmlns:a16="http://schemas.microsoft.com/office/drawing/2014/main" id="{ED8FD806-ED20-7271-846C-B276736B4710}"/>
              </a:ext>
            </a:extLst>
          </p:cNvPr>
          <p:cNvCxnSpPr>
            <a:cxnSpLocks/>
            <a:stCxn id="153" idx="1"/>
            <a:endCxn id="85" idx="2"/>
          </p:cNvCxnSpPr>
          <p:nvPr/>
        </p:nvCxnSpPr>
        <p:spPr>
          <a:xfrm rot="10800000">
            <a:off x="6441278" y="2282743"/>
            <a:ext cx="97866" cy="413589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모서리가 둥근 직사각형 83">
            <a:extLst>
              <a:ext uri="{FF2B5EF4-FFF2-40B4-BE49-F238E27FC236}">
                <a16:creationId xmlns:a16="http://schemas.microsoft.com/office/drawing/2014/main" id="{CFF7715D-334E-6B16-B72E-E7E8068CAFEC}"/>
              </a:ext>
            </a:extLst>
          </p:cNvPr>
          <p:cNvSpPr/>
          <p:nvPr/>
        </p:nvSpPr>
        <p:spPr>
          <a:xfrm>
            <a:off x="7207004" y="6332572"/>
            <a:ext cx="638885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통합공시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8" name="모서리가 둥근 직사각형 83">
            <a:extLst>
              <a:ext uri="{FF2B5EF4-FFF2-40B4-BE49-F238E27FC236}">
                <a16:creationId xmlns:a16="http://schemas.microsoft.com/office/drawing/2014/main" id="{AED419B5-0588-2D3B-0B86-5B8FA16E5A22}"/>
              </a:ext>
            </a:extLst>
          </p:cNvPr>
          <p:cNvSpPr/>
          <p:nvPr/>
        </p:nvSpPr>
        <p:spPr>
          <a:xfrm>
            <a:off x="7871600" y="633257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정보공개시스템</a:t>
            </a:r>
          </a:p>
        </p:txBody>
      </p:sp>
      <p:sp>
        <p:nvSpPr>
          <p:cNvPr id="159" name="모서리가 둥근 직사각형 83">
            <a:extLst>
              <a:ext uri="{FF2B5EF4-FFF2-40B4-BE49-F238E27FC236}">
                <a16:creationId xmlns:a16="http://schemas.microsoft.com/office/drawing/2014/main" id="{42A5C7DB-6F4F-F8ED-0289-2F7A6C4605A7}"/>
              </a:ext>
            </a:extLst>
          </p:cNvPr>
          <p:cNvSpPr/>
          <p:nvPr/>
        </p:nvSpPr>
        <p:spPr>
          <a:xfrm>
            <a:off x="8752679" y="633257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4" name="모서리가 둥근 직사각형 84">
            <a:extLst>
              <a:ext uri="{FF2B5EF4-FFF2-40B4-BE49-F238E27FC236}">
                <a16:creationId xmlns:a16="http://schemas.microsoft.com/office/drawing/2014/main" id="{9A4A0EA9-EEA9-206D-4719-8817F96B88EA}"/>
              </a:ext>
            </a:extLst>
          </p:cNvPr>
          <p:cNvSpPr/>
          <p:nvPr/>
        </p:nvSpPr>
        <p:spPr>
          <a:xfrm>
            <a:off x="6981569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</a:p>
        </p:txBody>
      </p:sp>
      <p:cxnSp>
        <p:nvCxnSpPr>
          <p:cNvPr id="165" name="꺾인 연결선 111">
            <a:extLst>
              <a:ext uri="{FF2B5EF4-FFF2-40B4-BE49-F238E27FC236}">
                <a16:creationId xmlns:a16="http://schemas.microsoft.com/office/drawing/2014/main" id="{9253AA65-2C6E-A368-BAD4-AA32777B70A4}"/>
              </a:ext>
            </a:extLst>
          </p:cNvPr>
          <p:cNvCxnSpPr>
            <a:cxnSpLocks/>
            <a:stCxn id="164" idx="0"/>
            <a:endCxn id="75" idx="2"/>
          </p:cNvCxnSpPr>
          <p:nvPr/>
        </p:nvCxnSpPr>
        <p:spPr>
          <a:xfrm rot="16200000" flipV="1">
            <a:off x="6050322" y="730144"/>
            <a:ext cx="343487" cy="23830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65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2F62D-2A64-61C8-426A-6FF2C0F88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45AFED-16F2-5D96-9B0F-904EE4CF4270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17B09F-D5D2-F6AB-8444-46816EB6C23F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E93E8EDA-87B2-A053-94BD-19E8511C2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131331"/>
              </p:ext>
            </p:extLst>
          </p:nvPr>
        </p:nvGraphicFramePr>
        <p:xfrm>
          <a:off x="6969418" y="2548005"/>
          <a:ext cx="2772114" cy="32377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홈페이지 메인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BA10F478-C5B2-C724-DFAD-88E21348CEF4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index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93B0FB8-9427-3CC8-E15A-DEBE92CD62DF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9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359EF193-F923-5ED6-7963-24BE1F3ED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045F0B16-E725-F7CB-32A6-EADD26BF5834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DF569BC-BF5A-4335-9F48-D80C4AB6BCD2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E8A5C84-52D5-4BF1-5B39-498998FE1413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7592E9F-83E5-91CC-D614-64CB44359C2F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3612A09-7CB9-A8F9-7C7F-604C8BD3903B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EEEBDA2-6E93-CE3B-0F2A-394A2CDCC843}"/>
              </a:ext>
            </a:extLst>
          </p:cNvPr>
          <p:cNvSpPr/>
          <p:nvPr/>
        </p:nvSpPr>
        <p:spPr>
          <a:xfrm>
            <a:off x="165100" y="1790190"/>
            <a:ext cx="6732116" cy="117075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메인 슬라이드 영역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D1E1580-1D4E-DC7E-C84A-0721DC570FEE}"/>
              </a:ext>
            </a:extLst>
          </p:cNvPr>
          <p:cNvSpPr/>
          <p:nvPr/>
        </p:nvSpPr>
        <p:spPr>
          <a:xfrm>
            <a:off x="5997030" y="1428678"/>
            <a:ext cx="686086" cy="769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마이페이지  </a:t>
            </a:r>
            <a:r>
              <a:rPr kumimoji="0" lang="en-US" altLang="ko-KR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|  </a:t>
            </a:r>
            <a:r>
              <a:rPr kumimoji="0" lang="ko-KR" alt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50" name="Picture 161" descr="D:\05 문서\02 문서 디자인\아이콘\icon2\appbar.lines.horizontal.4.png">
            <a:extLst>
              <a:ext uri="{FF2B5EF4-FFF2-40B4-BE49-F238E27FC236}">
                <a16:creationId xmlns:a16="http://schemas.microsoft.com/office/drawing/2014/main" id="{3AF882A6-3C00-F7C6-868B-DB7992EE3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131" y="1370565"/>
            <a:ext cx="193896" cy="19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788550A1-683B-38AB-4F24-E3A34A5561E9}"/>
              </a:ext>
            </a:extLst>
          </p:cNvPr>
          <p:cNvSpPr/>
          <p:nvPr/>
        </p:nvSpPr>
        <p:spPr>
          <a:xfrm>
            <a:off x="165100" y="3005593"/>
            <a:ext cx="2155338" cy="12875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8C17088-C2A4-DA5B-2CBD-23199875B0AB}"/>
              </a:ext>
            </a:extLst>
          </p:cNvPr>
          <p:cNvSpPr/>
          <p:nvPr/>
        </p:nvSpPr>
        <p:spPr>
          <a:xfrm>
            <a:off x="210872" y="3055042"/>
            <a:ext cx="1003480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명예의 전당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C5BC109-C7A9-110C-37FB-5EFC9EF1B210}"/>
              </a:ext>
            </a:extLst>
          </p:cNvPr>
          <p:cNvSpPr/>
          <p:nvPr/>
        </p:nvSpPr>
        <p:spPr>
          <a:xfrm>
            <a:off x="210872" y="3243431"/>
            <a:ext cx="44884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포토갤러리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ED80D1D-3026-F86C-3E64-2B0DF23E1460}"/>
              </a:ext>
            </a:extLst>
          </p:cNvPr>
          <p:cNvSpPr/>
          <p:nvPr/>
        </p:nvSpPr>
        <p:spPr>
          <a:xfrm>
            <a:off x="1979178" y="4098985"/>
            <a:ext cx="27090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◀ ▶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EEA4012-F362-3515-9CC5-A9986F699A4A}"/>
              </a:ext>
            </a:extLst>
          </p:cNvPr>
          <p:cNvSpPr/>
          <p:nvPr/>
        </p:nvSpPr>
        <p:spPr>
          <a:xfrm>
            <a:off x="2396716" y="3005593"/>
            <a:ext cx="4484310" cy="12875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1DC4E74-084B-8ABA-ED9C-2BD89AAF6183}"/>
              </a:ext>
            </a:extLst>
          </p:cNvPr>
          <p:cNvSpPr/>
          <p:nvPr/>
        </p:nvSpPr>
        <p:spPr>
          <a:xfrm>
            <a:off x="2506845" y="3055042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25EE1B6-41AE-9DE7-B50B-C354B2FA3CA2}"/>
              </a:ext>
            </a:extLst>
          </p:cNvPr>
          <p:cNvSpPr/>
          <p:nvPr/>
        </p:nvSpPr>
        <p:spPr>
          <a:xfrm>
            <a:off x="3207389" y="3055042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CDEC08A-D17F-7941-132E-8F0055EDB3A0}"/>
              </a:ext>
            </a:extLst>
          </p:cNvPr>
          <p:cNvSpPr/>
          <p:nvPr/>
        </p:nvSpPr>
        <p:spPr>
          <a:xfrm>
            <a:off x="3907933" y="3055042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채용공고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D08EC4E-0098-4A7C-1210-E82B684FA180}"/>
              </a:ext>
            </a:extLst>
          </p:cNvPr>
          <p:cNvSpPr/>
          <p:nvPr/>
        </p:nvSpPr>
        <p:spPr>
          <a:xfrm>
            <a:off x="4608477" y="3055042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보도자료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A78D7AE-C943-0094-23B0-99140A73E2E8}"/>
              </a:ext>
            </a:extLst>
          </p:cNvPr>
          <p:cNvSpPr/>
          <p:nvPr/>
        </p:nvSpPr>
        <p:spPr>
          <a:xfrm>
            <a:off x="6753200" y="3020157"/>
            <a:ext cx="929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+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2029B04-26E3-8C8D-503A-A14796EE0D6D}"/>
              </a:ext>
            </a:extLst>
          </p:cNvPr>
          <p:cNvSpPr/>
          <p:nvPr/>
        </p:nvSpPr>
        <p:spPr>
          <a:xfrm>
            <a:off x="2559317" y="3304728"/>
            <a:ext cx="872034" cy="94865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 제목 입니다</a:t>
            </a:r>
            <a:endParaRPr kumimoji="0" lang="en-US" altLang="ko-KR" sz="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 제목 입니다</a:t>
            </a:r>
            <a:endParaRPr lang="en-US" altLang="ko-KR" sz="7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 제목 입니다</a:t>
            </a:r>
            <a:endParaRPr kumimoji="0" lang="en-US" altLang="ko-KR" sz="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 제목 입니다</a:t>
            </a:r>
            <a:endParaRPr lang="en-US" altLang="ko-KR" sz="7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 제목 입니다</a:t>
            </a:r>
            <a:endParaRPr kumimoji="0" lang="en-US" altLang="ko-KR" sz="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 제목 입니다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F420EF6-F3FB-8FEC-9601-FB5AF2FE0B75}"/>
              </a:ext>
            </a:extLst>
          </p:cNvPr>
          <p:cNvCxnSpPr>
            <a:cxnSpLocks/>
          </p:cNvCxnSpPr>
          <p:nvPr/>
        </p:nvCxnSpPr>
        <p:spPr>
          <a:xfrm>
            <a:off x="2519562" y="3267284"/>
            <a:ext cx="4287013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8718286B-CB01-FE21-495B-20FCE5E3A086}"/>
              </a:ext>
            </a:extLst>
          </p:cNvPr>
          <p:cNvSpPr/>
          <p:nvPr/>
        </p:nvSpPr>
        <p:spPr>
          <a:xfrm>
            <a:off x="6370558" y="3304728"/>
            <a:ext cx="436017" cy="94865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2025.10.28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2025.10.28</a:t>
            </a:r>
            <a:endParaRPr lang="en-US" altLang="ko-KR" sz="7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2025.10.28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2025.10.28</a:t>
            </a:r>
            <a:endParaRPr lang="en-US" altLang="ko-KR" sz="7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2025.10.28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2025.10.28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621642F0-EE44-9E8E-A7F0-0E5B1DA9CA23}"/>
              </a:ext>
            </a:extLst>
          </p:cNvPr>
          <p:cNvSpPr/>
          <p:nvPr/>
        </p:nvSpPr>
        <p:spPr>
          <a:xfrm>
            <a:off x="165100" y="4338674"/>
            <a:ext cx="6732116" cy="81851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E6B9A07-35EC-79F8-5A86-BA2830F764FD}"/>
              </a:ext>
            </a:extLst>
          </p:cNvPr>
          <p:cNvSpPr/>
          <p:nvPr/>
        </p:nvSpPr>
        <p:spPr>
          <a:xfrm>
            <a:off x="210872" y="4426291"/>
            <a:ext cx="119423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 사업안내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C83D373-EBD2-55B7-6CBD-1D8F4F9B20FC}"/>
              </a:ext>
            </a:extLst>
          </p:cNvPr>
          <p:cNvSpPr/>
          <p:nvPr/>
        </p:nvSpPr>
        <p:spPr>
          <a:xfrm>
            <a:off x="271480" y="4854038"/>
            <a:ext cx="829092" cy="174260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사업안내 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보러가기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0" name="모서리가 둥근 직사각형 121">
            <a:extLst>
              <a:ext uri="{FF2B5EF4-FFF2-40B4-BE49-F238E27FC236}">
                <a16:creationId xmlns:a16="http://schemas.microsoft.com/office/drawing/2014/main" id="{8FCF6AF8-8904-97C0-6995-9C0A9FCF0F32}"/>
              </a:ext>
            </a:extLst>
          </p:cNvPr>
          <p:cNvSpPr/>
          <p:nvPr/>
        </p:nvSpPr>
        <p:spPr>
          <a:xfrm>
            <a:off x="2358477" y="4417189"/>
            <a:ext cx="2104240" cy="656868"/>
          </a:xfrm>
          <a:prstGeom prst="roundRect">
            <a:avLst>
              <a:gd name="adj" fmla="val 9900"/>
            </a:avLst>
          </a:prstGeom>
          <a:solidFill>
            <a:schemeClr val="bg1">
              <a:alpha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71" name="모서리가 둥근 직사각형 121">
            <a:extLst>
              <a:ext uri="{FF2B5EF4-FFF2-40B4-BE49-F238E27FC236}">
                <a16:creationId xmlns:a16="http://schemas.microsoft.com/office/drawing/2014/main" id="{CF2A84AA-5219-E656-4BA1-B954B242AAF6}"/>
              </a:ext>
            </a:extLst>
          </p:cNvPr>
          <p:cNvSpPr/>
          <p:nvPr/>
        </p:nvSpPr>
        <p:spPr>
          <a:xfrm>
            <a:off x="4608477" y="4417189"/>
            <a:ext cx="2104240" cy="656868"/>
          </a:xfrm>
          <a:prstGeom prst="roundRect">
            <a:avLst>
              <a:gd name="adj" fmla="val 7479"/>
            </a:avLst>
          </a:prstGeom>
          <a:solidFill>
            <a:schemeClr val="bg1">
              <a:alpha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77311CC8-068C-785B-8322-A99FABFF6653}"/>
              </a:ext>
            </a:extLst>
          </p:cNvPr>
          <p:cNvSpPr/>
          <p:nvPr/>
        </p:nvSpPr>
        <p:spPr>
          <a:xfrm>
            <a:off x="3063326" y="4506496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장학사업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803A7ED-AC1C-DC6C-2929-B0EEC32D5397}"/>
              </a:ext>
            </a:extLst>
          </p:cNvPr>
          <p:cNvSpPr/>
          <p:nvPr/>
        </p:nvSpPr>
        <p:spPr>
          <a:xfrm>
            <a:off x="3044788" y="4686934"/>
            <a:ext cx="139687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 장학금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 장학금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장학금 </a:t>
            </a:r>
            <a:r>
              <a:rPr kumimoji="0" lang="ko-KR" altLang="en-US" sz="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입사비</a:t>
            </a:r>
            <a:endParaRPr kumimoji="0" lang="ko-KR" altLang="en-US" sz="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A905C0A7-9429-45B4-9B0B-F25EE576C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206654"/>
              </p:ext>
            </p:extLst>
          </p:nvPr>
        </p:nvGraphicFramePr>
        <p:xfrm>
          <a:off x="2439911" y="4489142"/>
          <a:ext cx="544502" cy="503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38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7" name="직사각형 76">
            <a:extLst>
              <a:ext uri="{FF2B5EF4-FFF2-40B4-BE49-F238E27FC236}">
                <a16:creationId xmlns:a16="http://schemas.microsoft.com/office/drawing/2014/main" id="{8010FAEE-7C46-B567-5D51-E39BC48FE65C}"/>
              </a:ext>
            </a:extLst>
          </p:cNvPr>
          <p:cNvSpPr/>
          <p:nvPr/>
        </p:nvSpPr>
        <p:spPr>
          <a:xfrm>
            <a:off x="5304164" y="4506496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장학사업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8D733B4-238E-7630-12EB-9E19F1BF6367}"/>
              </a:ext>
            </a:extLst>
          </p:cNvPr>
          <p:cNvSpPr/>
          <p:nvPr/>
        </p:nvSpPr>
        <p:spPr>
          <a:xfrm>
            <a:off x="5285626" y="4686934"/>
            <a:ext cx="13968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교과학습체험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교육강사양성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진로진학상담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드림멘토링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학습코칭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얼리버드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지역협력체제구축</a:t>
            </a:r>
          </a:p>
        </p:txBody>
      </p:sp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7C6A12F8-C166-FC58-D1C9-62DBF1234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951458"/>
              </p:ext>
            </p:extLst>
          </p:nvPr>
        </p:nvGraphicFramePr>
        <p:xfrm>
          <a:off x="4680749" y="4489142"/>
          <a:ext cx="544502" cy="503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38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0" name="직사각형 79">
            <a:extLst>
              <a:ext uri="{FF2B5EF4-FFF2-40B4-BE49-F238E27FC236}">
                <a16:creationId xmlns:a16="http://schemas.microsoft.com/office/drawing/2014/main" id="{D144D15C-AE2F-F5BA-D435-E0DBB3A5714C}"/>
              </a:ext>
            </a:extLst>
          </p:cNvPr>
          <p:cNvSpPr/>
          <p:nvPr/>
        </p:nvSpPr>
        <p:spPr>
          <a:xfrm>
            <a:off x="4323910" y="4417434"/>
            <a:ext cx="929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+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6A9300B-3872-C467-C2B9-51FEF06D69DF}"/>
              </a:ext>
            </a:extLst>
          </p:cNvPr>
          <p:cNvSpPr/>
          <p:nvPr/>
        </p:nvSpPr>
        <p:spPr>
          <a:xfrm>
            <a:off x="6583667" y="4417434"/>
            <a:ext cx="929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+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BC2FAB0-5C22-380D-A321-EA2F353D9308}"/>
              </a:ext>
            </a:extLst>
          </p:cNvPr>
          <p:cNvSpPr/>
          <p:nvPr/>
        </p:nvSpPr>
        <p:spPr>
          <a:xfrm>
            <a:off x="165100" y="5205292"/>
            <a:ext cx="6732116" cy="40991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스크롤 배너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2B86D2DA-7858-5D77-004F-DD5B96D65A53}"/>
              </a:ext>
            </a:extLst>
          </p:cNvPr>
          <p:cNvSpPr/>
          <p:nvPr/>
        </p:nvSpPr>
        <p:spPr>
          <a:xfrm>
            <a:off x="201776" y="5324788"/>
            <a:ext cx="129506" cy="129506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&lt;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F3019A37-FF49-F187-F23D-71362F63F5D6}"/>
              </a:ext>
            </a:extLst>
          </p:cNvPr>
          <p:cNvSpPr/>
          <p:nvPr/>
        </p:nvSpPr>
        <p:spPr>
          <a:xfrm>
            <a:off x="6705773" y="5324788"/>
            <a:ext cx="129506" cy="129506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DC5EFB84-6786-46B4-F3E3-1BFCF25E5F61}"/>
              </a:ext>
            </a:extLst>
          </p:cNvPr>
          <p:cNvSpPr/>
          <p:nvPr/>
        </p:nvSpPr>
        <p:spPr>
          <a:xfrm>
            <a:off x="165100" y="5670867"/>
            <a:ext cx="6732116" cy="81883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6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3FD093F1-A05E-F465-BB3C-71DDDA0B8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329" y="5859092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AD08D792-18C7-E231-B016-3101C9124FC2}"/>
              </a:ext>
            </a:extLst>
          </p:cNvPr>
          <p:cNvSpPr txBox="1"/>
          <p:nvPr/>
        </p:nvSpPr>
        <p:spPr>
          <a:xfrm>
            <a:off x="2044783" y="6061492"/>
            <a:ext cx="31242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현충로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100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은계동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오산시립미술관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2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층 오산교육재단 사업자등록번호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124-82-15464</a:t>
            </a:r>
          </a:p>
          <a:p>
            <a:pPr algn="ctr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(031)377-1679 FAX. (031)377-1672</a:t>
            </a:r>
          </a:p>
          <a:p>
            <a:pPr algn="ctr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RIGHTSRESERVED.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94DE0E3C-7B44-D0C4-3BB3-BDEC14233164}"/>
              </a:ext>
            </a:extLst>
          </p:cNvPr>
          <p:cNvSpPr/>
          <p:nvPr/>
        </p:nvSpPr>
        <p:spPr>
          <a:xfrm>
            <a:off x="3120329" y="5707019"/>
            <a:ext cx="839974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이메일 무단수집거부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9C08E97A-0AAF-0C94-D7DA-BD905D2273F7}"/>
              </a:ext>
            </a:extLst>
          </p:cNvPr>
          <p:cNvSpPr/>
          <p:nvPr/>
        </p:nvSpPr>
        <p:spPr>
          <a:xfrm>
            <a:off x="4101992" y="5707019"/>
            <a:ext cx="5706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찾아오시는 길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3105FC6E-F30B-3160-7E99-488DC1B0C9E7}"/>
              </a:ext>
            </a:extLst>
          </p:cNvPr>
          <p:cNvSpPr/>
          <p:nvPr/>
        </p:nvSpPr>
        <p:spPr>
          <a:xfrm>
            <a:off x="2264425" y="5707019"/>
            <a:ext cx="718146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개인정보처리방침</a:t>
            </a:r>
          </a:p>
        </p:txBody>
      </p:sp>
    </p:spTree>
    <p:extLst>
      <p:ext uri="{BB962C8B-B14F-4D97-AF65-F5344CB8AC3E}">
        <p14:creationId xmlns:p14="http://schemas.microsoft.com/office/powerpoint/2010/main" val="2068887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/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4975436" y="2140622"/>
            <a:ext cx="4765463" cy="109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오산교육재단 홈페이지 회원가입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● 이용약관 동의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● 본인확인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● 회원정보 작성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●</a:t>
            </a:r>
            <a:r>
              <a:rPr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 </a:t>
            </a: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회원가입신청완료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4886305" y="1477454"/>
            <a:ext cx="37030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홈</a:t>
            </a: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&gt;</a:t>
            </a: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회원가입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/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01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055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1A71C-0770-BAD4-D722-CDCCFF9E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0B7021F2-3DD2-B87A-94ED-559EEF7F8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2878291"/>
              </p:ext>
            </p:extLst>
          </p:nvPr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홈페이지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093343A2-F4CA-B10F-3FAA-D53961AE665E}"/>
              </a:ext>
            </a:extLst>
          </p:cNvPr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 홈페이지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4C48BB99-E70F-BA6F-5AF6-799015AC77A0}"/>
              </a:ext>
            </a:extLst>
          </p:cNvPr>
          <p:cNvSpPr/>
          <p:nvPr/>
        </p:nvSpPr>
        <p:spPr>
          <a:xfrm>
            <a:off x="16446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메인</a:t>
            </a: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ED0E0C1B-36A1-1778-A8E5-E835C4A53EE7}"/>
              </a:ext>
            </a:extLst>
          </p:cNvPr>
          <p:cNvSpPr/>
          <p:nvPr/>
        </p:nvSpPr>
        <p:spPr>
          <a:xfrm>
            <a:off x="1068205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로그인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54DA99A2-463D-1997-AC95-8982E349CD57}"/>
              </a:ext>
            </a:extLst>
          </p:cNvPr>
          <p:cNvSpPr/>
          <p:nvPr/>
        </p:nvSpPr>
        <p:spPr>
          <a:xfrm>
            <a:off x="197625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D56AF16C-60E5-2E3C-5902-4F4B8E8C0BAB}"/>
              </a:ext>
            </a:extLst>
          </p:cNvPr>
          <p:cNvSpPr/>
          <p:nvPr/>
        </p:nvSpPr>
        <p:spPr>
          <a:xfrm>
            <a:off x="291928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ID/PW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찾기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7B5E6E03-79EE-04DF-14AE-F71822FA7F36}"/>
              </a:ext>
            </a:extLst>
          </p:cNvPr>
          <p:cNvSpPr/>
          <p:nvPr/>
        </p:nvSpPr>
        <p:spPr>
          <a:xfrm>
            <a:off x="3859353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965E4A55-5AFD-4AAD-A642-73F6F9653013}"/>
              </a:ext>
            </a:extLst>
          </p:cNvPr>
          <p:cNvSpPr/>
          <p:nvPr/>
        </p:nvSpPr>
        <p:spPr>
          <a:xfrm>
            <a:off x="4772461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CEE49844-156E-D94E-0104-BC20E4960A31}"/>
              </a:ext>
            </a:extLst>
          </p:cNvPr>
          <p:cNvSpPr/>
          <p:nvPr/>
        </p:nvSpPr>
        <p:spPr>
          <a:xfrm>
            <a:off x="887690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마이페이지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11A5BDB1-9465-E63E-8C6F-EFC46126FCF6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rot="5400000" flipH="1" flipV="1">
            <a:off x="2641771" y="-295398"/>
            <a:ext cx="343487" cy="443409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>
            <a:extLst>
              <a:ext uri="{FF2B5EF4-FFF2-40B4-BE49-F238E27FC236}">
                <a16:creationId xmlns:a16="http://schemas.microsoft.com/office/drawing/2014/main" id="{2065FF27-689D-A55E-EB2C-BC2C44BD4751}"/>
              </a:ext>
            </a:extLst>
          </p:cNvPr>
          <p:cNvCxnSpPr>
            <a:stCxn id="81" idx="0"/>
            <a:endCxn id="75" idx="2"/>
          </p:cNvCxnSpPr>
          <p:nvPr/>
        </p:nvCxnSpPr>
        <p:spPr>
          <a:xfrm rot="5400000" flipH="1" flipV="1">
            <a:off x="3093640" y="156470"/>
            <a:ext cx="343487" cy="353035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>
            <a:extLst>
              <a:ext uri="{FF2B5EF4-FFF2-40B4-BE49-F238E27FC236}">
                <a16:creationId xmlns:a16="http://schemas.microsoft.com/office/drawing/2014/main" id="{3F9675E4-4420-2EA9-F93B-994BFBF3D747}"/>
              </a:ext>
            </a:extLst>
          </p:cNvPr>
          <p:cNvCxnSpPr>
            <a:stCxn id="82" idx="0"/>
            <a:endCxn id="75" idx="2"/>
          </p:cNvCxnSpPr>
          <p:nvPr/>
        </p:nvCxnSpPr>
        <p:spPr>
          <a:xfrm rot="5400000" flipH="1" flipV="1">
            <a:off x="3547663" y="610494"/>
            <a:ext cx="343487" cy="262230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>
            <a:extLst>
              <a:ext uri="{FF2B5EF4-FFF2-40B4-BE49-F238E27FC236}">
                <a16:creationId xmlns:a16="http://schemas.microsoft.com/office/drawing/2014/main" id="{1E4DAA34-109B-212A-2124-97EC98E3C06C}"/>
              </a:ext>
            </a:extLst>
          </p:cNvPr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4019177" y="1082008"/>
            <a:ext cx="343487" cy="167928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>
            <a:extLst>
              <a:ext uri="{FF2B5EF4-FFF2-40B4-BE49-F238E27FC236}">
                <a16:creationId xmlns:a16="http://schemas.microsoft.com/office/drawing/2014/main" id="{424763BF-884D-9C98-2AA7-976A1483B7E1}"/>
              </a:ext>
            </a:extLst>
          </p:cNvPr>
          <p:cNvCxnSpPr>
            <a:stCxn id="84" idx="0"/>
            <a:endCxn id="75" idx="2"/>
          </p:cNvCxnSpPr>
          <p:nvPr/>
        </p:nvCxnSpPr>
        <p:spPr>
          <a:xfrm rot="5400000" flipH="1" flipV="1">
            <a:off x="4489214" y="1552044"/>
            <a:ext cx="343487" cy="7392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>
            <a:extLst>
              <a:ext uri="{FF2B5EF4-FFF2-40B4-BE49-F238E27FC236}">
                <a16:creationId xmlns:a16="http://schemas.microsoft.com/office/drawing/2014/main" id="{6510076E-3759-6B23-0E24-2EDB79AFAE21}"/>
              </a:ext>
            </a:extLst>
          </p:cNvPr>
          <p:cNvCxnSpPr>
            <a:stCxn id="85" idx="0"/>
            <a:endCxn id="75" idx="2"/>
          </p:cNvCxnSpPr>
          <p:nvPr/>
        </p:nvCxnSpPr>
        <p:spPr>
          <a:xfrm rot="16200000" flipV="1">
            <a:off x="4945768" y="1834698"/>
            <a:ext cx="343487" cy="17390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>
            <a:extLst>
              <a:ext uri="{FF2B5EF4-FFF2-40B4-BE49-F238E27FC236}">
                <a16:creationId xmlns:a16="http://schemas.microsoft.com/office/drawing/2014/main" id="{DEECECD5-0978-ED3D-3292-4E48C2AFA440}"/>
              </a:ext>
            </a:extLst>
          </p:cNvPr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5854079" y="926387"/>
            <a:ext cx="343487" cy="199052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7F9CD72B-552E-82E4-E01E-348D6E297A26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6997988" y="-217522"/>
            <a:ext cx="343487" cy="427833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775381A2-4297-90BA-D3AA-49359D00A755}"/>
              </a:ext>
            </a:extLst>
          </p:cNvPr>
          <p:cNvSpPr/>
          <p:nvPr/>
        </p:nvSpPr>
        <p:spPr>
          <a:xfrm>
            <a:off x="658908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</a:t>
            </a:r>
          </a:p>
        </p:txBody>
      </p:sp>
      <p:sp>
        <p:nvSpPr>
          <p:cNvPr id="164" name="모서리가 둥근 직사각형 84">
            <a:extLst>
              <a:ext uri="{FF2B5EF4-FFF2-40B4-BE49-F238E27FC236}">
                <a16:creationId xmlns:a16="http://schemas.microsoft.com/office/drawing/2014/main" id="{021CEEF7-5FFF-137F-4F50-90D13432DBF7}"/>
              </a:ext>
            </a:extLst>
          </p:cNvPr>
          <p:cNvSpPr/>
          <p:nvPr/>
        </p:nvSpPr>
        <p:spPr>
          <a:xfrm>
            <a:off x="5685569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</a:p>
        </p:txBody>
      </p:sp>
      <p:cxnSp>
        <p:nvCxnSpPr>
          <p:cNvPr id="165" name="꺾인 연결선 111">
            <a:extLst>
              <a:ext uri="{FF2B5EF4-FFF2-40B4-BE49-F238E27FC236}">
                <a16:creationId xmlns:a16="http://schemas.microsoft.com/office/drawing/2014/main" id="{866EF586-91FE-DFA2-6B53-5D5DC88B1AD0}"/>
              </a:ext>
            </a:extLst>
          </p:cNvPr>
          <p:cNvCxnSpPr>
            <a:cxnSpLocks/>
            <a:stCxn id="164" idx="0"/>
            <a:endCxn id="75" idx="2"/>
          </p:cNvCxnSpPr>
          <p:nvPr/>
        </p:nvCxnSpPr>
        <p:spPr>
          <a:xfrm rot="16200000" flipV="1">
            <a:off x="5402322" y="1378144"/>
            <a:ext cx="343487" cy="10870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84">
            <a:extLst>
              <a:ext uri="{FF2B5EF4-FFF2-40B4-BE49-F238E27FC236}">
                <a16:creationId xmlns:a16="http://schemas.microsoft.com/office/drawing/2014/main" id="{9C82F877-26E0-A26F-C9B2-BF56FB046E01}"/>
              </a:ext>
            </a:extLst>
          </p:cNvPr>
          <p:cNvSpPr/>
          <p:nvPr/>
        </p:nvSpPr>
        <p:spPr>
          <a:xfrm>
            <a:off x="7532495" y="2093391"/>
            <a:ext cx="1264982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" name="꺾인 연결선 145">
            <a:extLst>
              <a:ext uri="{FF2B5EF4-FFF2-40B4-BE49-F238E27FC236}">
                <a16:creationId xmlns:a16="http://schemas.microsoft.com/office/drawing/2014/main" id="{7B347DEF-1E53-3677-E09B-9FEAEA5B9E06}"/>
              </a:ext>
            </a:extLst>
          </p:cNvPr>
          <p:cNvCxnSpPr>
            <a:cxnSpLocks/>
            <a:stCxn id="17" idx="0"/>
            <a:endCxn id="75" idx="2"/>
          </p:cNvCxnSpPr>
          <p:nvPr/>
        </p:nvCxnSpPr>
        <p:spPr>
          <a:xfrm rot="16200000" flipV="1">
            <a:off x="6426031" y="354435"/>
            <a:ext cx="343487" cy="313442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83">
            <a:extLst>
              <a:ext uri="{FF2B5EF4-FFF2-40B4-BE49-F238E27FC236}">
                <a16:creationId xmlns:a16="http://schemas.microsoft.com/office/drawing/2014/main" id="{DB36B6C2-3C13-30EF-BB1B-0270B221313E}"/>
              </a:ext>
            </a:extLst>
          </p:cNvPr>
          <p:cNvSpPr/>
          <p:nvPr/>
        </p:nvSpPr>
        <p:spPr>
          <a:xfrm>
            <a:off x="2530570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이용약관 동의</a:t>
            </a:r>
          </a:p>
        </p:txBody>
      </p:sp>
      <p:cxnSp>
        <p:nvCxnSpPr>
          <p:cNvPr id="5" name="꺾인 연결선 111">
            <a:extLst>
              <a:ext uri="{FF2B5EF4-FFF2-40B4-BE49-F238E27FC236}">
                <a16:creationId xmlns:a16="http://schemas.microsoft.com/office/drawing/2014/main" id="{301B60F5-210F-0846-CB0E-437380AF49FA}"/>
              </a:ext>
            </a:extLst>
          </p:cNvPr>
          <p:cNvCxnSpPr>
            <a:cxnSpLocks/>
            <a:stCxn id="2" idx="1"/>
            <a:endCxn id="82" idx="2"/>
          </p:cNvCxnSpPr>
          <p:nvPr/>
        </p:nvCxnSpPr>
        <p:spPr>
          <a:xfrm rot="10800000">
            <a:off x="2408252" y="2282743"/>
            <a:ext cx="122318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모서리가 둥근 직사각형 83">
            <a:extLst>
              <a:ext uri="{FF2B5EF4-FFF2-40B4-BE49-F238E27FC236}">
                <a16:creationId xmlns:a16="http://schemas.microsoft.com/office/drawing/2014/main" id="{4FD9C4A6-5288-3F14-1B3F-D3B2F261D32D}"/>
              </a:ext>
            </a:extLst>
          </p:cNvPr>
          <p:cNvSpPr/>
          <p:nvPr/>
        </p:nvSpPr>
        <p:spPr>
          <a:xfrm>
            <a:off x="2530570" y="255765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본인확인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모서리가 둥근 직사각형 83">
            <a:extLst>
              <a:ext uri="{FF2B5EF4-FFF2-40B4-BE49-F238E27FC236}">
                <a16:creationId xmlns:a16="http://schemas.microsoft.com/office/drawing/2014/main" id="{1D5BF697-BB49-080C-C0E1-B6D039CD0268}"/>
              </a:ext>
            </a:extLst>
          </p:cNvPr>
          <p:cNvSpPr/>
          <p:nvPr/>
        </p:nvSpPr>
        <p:spPr>
          <a:xfrm>
            <a:off x="2530570" y="276409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 작성</a:t>
            </a:r>
          </a:p>
        </p:txBody>
      </p:sp>
      <p:sp>
        <p:nvSpPr>
          <p:cNvPr id="22" name="모서리가 둥근 직사각형 83">
            <a:extLst>
              <a:ext uri="{FF2B5EF4-FFF2-40B4-BE49-F238E27FC236}">
                <a16:creationId xmlns:a16="http://schemas.microsoft.com/office/drawing/2014/main" id="{E9513365-0359-A49A-1B01-A03E5F3F8746}"/>
              </a:ext>
            </a:extLst>
          </p:cNvPr>
          <p:cNvSpPr/>
          <p:nvPr/>
        </p:nvSpPr>
        <p:spPr>
          <a:xfrm>
            <a:off x="2530570" y="297053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가입완료</a:t>
            </a:r>
          </a:p>
        </p:txBody>
      </p:sp>
    </p:spTree>
    <p:extLst>
      <p:ext uri="{BB962C8B-B14F-4D97-AF65-F5344CB8AC3E}">
        <p14:creationId xmlns:p14="http://schemas.microsoft.com/office/powerpoint/2010/main" val="2119595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460A0-8F3E-7EC9-0856-F5F42185E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41E27F-0CB6-355A-45A1-D1679C13FC2B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 이용약관동의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399FD5-0C86-ADE3-3C5D-A2CF4540EBBD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이용약관동의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8FCA7E4C-3023-7E59-61E4-78C6CA00D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101875"/>
              </p:ext>
            </p:extLst>
          </p:nvPr>
        </p:nvGraphicFramePr>
        <p:xfrm>
          <a:off x="6969418" y="2548005"/>
          <a:ext cx="2772114" cy="3157036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홈페이지에서 회원가입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 진행 단계를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이용약관 동의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서비스 이용약관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개인정보 수집 및 활용에 대한 안내에 대한 열람 및 동의 체크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본인확인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회원구분 선택 및 본인인증 서비스를 이용한 본인인증 절차 진행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작성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작성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가입신청 완료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가입신청 완료 안내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서비스 이용약관 내용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기본정보관리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약관및정책관리에서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설정된 서비스 이용약관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서비스 이용약관에 동의합니다 체크 시 다음 단계 진행이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224848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개인정보 수집 및 이용에 대한 안내 내용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사이트관리자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사이트관리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기본정보관리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약관및정책관리에서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설정된 개인정보 수집 및 이용에 대한 안내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58151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개인정보 수집 및 이용에 동의합니다 체크 시 다음 단계 진행이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98345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모두 동의합니다 체크 시 서비스 이용약관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개인정보 수집 및 이용에 대한 동의 모두 체크 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85142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6CE6575B-BF72-0AE0-7A1C-419AB12AEA70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sm_terms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280F3F5-A74E-E859-1ED4-BA7ACE9B4BA3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E78FBB3F-7CCE-35EB-CEB9-B65CE1466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681C25B-B52C-4E37-3423-1F34CF14D8F2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565DD70-5756-B25D-47D4-A59CDF5E00F1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E61A37-B20C-569C-7DEC-02F4B5E14259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BBA797-CF2E-B187-859E-02CB0AB2EF03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F3C81A-09A4-4348-D38A-5CB01594D3BD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08B05C-F543-B4C7-61EA-EEF51EB83518}"/>
              </a:ext>
            </a:extLst>
          </p:cNvPr>
          <p:cNvSpPr/>
          <p:nvPr/>
        </p:nvSpPr>
        <p:spPr>
          <a:xfrm>
            <a:off x="165100" y="1790190"/>
            <a:ext cx="6732116" cy="41903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FB14426-3754-C444-DE2A-3E41E009902C}"/>
              </a:ext>
            </a:extLst>
          </p:cNvPr>
          <p:cNvSpPr/>
          <p:nvPr/>
        </p:nvSpPr>
        <p:spPr>
          <a:xfrm>
            <a:off x="5714622" y="1879740"/>
            <a:ext cx="1064394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이용약관동의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10199EE-7552-7A06-C132-F15DCF6384FC}"/>
              </a:ext>
            </a:extLst>
          </p:cNvPr>
          <p:cNvSpPr/>
          <p:nvPr/>
        </p:nvSpPr>
        <p:spPr>
          <a:xfrm>
            <a:off x="236476" y="1844824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9C5BA69-6D62-E18B-1F3E-D158354BBF87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B1F90AC2-6F03-3EA7-A1F6-5918ACC57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AF7E32B2-2ECA-AC0E-2A8B-E0E0B435D223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sp>
        <p:nvSpPr>
          <p:cNvPr id="6" name="모서리가 둥근 직사각형 42">
            <a:extLst>
              <a:ext uri="{FF2B5EF4-FFF2-40B4-BE49-F238E27FC236}">
                <a16:creationId xmlns:a16="http://schemas.microsoft.com/office/drawing/2014/main" id="{F558D206-099F-3550-75C0-E1665A671BE5}"/>
              </a:ext>
            </a:extLst>
          </p:cNvPr>
          <p:cNvSpPr/>
          <p:nvPr/>
        </p:nvSpPr>
        <p:spPr>
          <a:xfrm>
            <a:off x="296667" y="2240868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이용약관 동의</a:t>
            </a:r>
          </a:p>
        </p:txBody>
      </p:sp>
      <p:sp>
        <p:nvSpPr>
          <p:cNvPr id="8" name="모서리가 둥근 직사각형 49">
            <a:extLst>
              <a:ext uri="{FF2B5EF4-FFF2-40B4-BE49-F238E27FC236}">
                <a16:creationId xmlns:a16="http://schemas.microsoft.com/office/drawing/2014/main" id="{93AE4784-EB93-01C9-ECFB-7BAF37E4961B}"/>
              </a:ext>
            </a:extLst>
          </p:cNvPr>
          <p:cNvSpPr/>
          <p:nvPr/>
        </p:nvSpPr>
        <p:spPr>
          <a:xfrm>
            <a:off x="296667" y="2459330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본인확인</a:t>
            </a:r>
          </a:p>
        </p:txBody>
      </p:sp>
      <p:sp>
        <p:nvSpPr>
          <p:cNvPr id="13" name="모서리가 둥근 직사각형 50">
            <a:extLst>
              <a:ext uri="{FF2B5EF4-FFF2-40B4-BE49-F238E27FC236}">
                <a16:creationId xmlns:a16="http://schemas.microsoft.com/office/drawing/2014/main" id="{872C923F-7F53-E3FE-A802-30AB6AFBF4A6}"/>
              </a:ext>
            </a:extLst>
          </p:cNvPr>
          <p:cNvSpPr/>
          <p:nvPr/>
        </p:nvSpPr>
        <p:spPr>
          <a:xfrm>
            <a:off x="296667" y="2669869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회원정보 작성</a:t>
            </a:r>
          </a:p>
        </p:txBody>
      </p:sp>
      <p:sp>
        <p:nvSpPr>
          <p:cNvPr id="14" name="모서리가 둥근 직사각형 51">
            <a:extLst>
              <a:ext uri="{FF2B5EF4-FFF2-40B4-BE49-F238E27FC236}">
                <a16:creationId xmlns:a16="http://schemas.microsoft.com/office/drawing/2014/main" id="{1C015295-0BA7-7682-9527-1DCCD06134FC}"/>
              </a:ext>
            </a:extLst>
          </p:cNvPr>
          <p:cNvSpPr/>
          <p:nvPr/>
        </p:nvSpPr>
        <p:spPr>
          <a:xfrm>
            <a:off x="296667" y="2875794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가입신청 완료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F4F7F8-C227-13ED-1C39-75EF659538E3}"/>
              </a:ext>
            </a:extLst>
          </p:cNvPr>
          <p:cNvSpPr/>
          <p:nvPr/>
        </p:nvSpPr>
        <p:spPr>
          <a:xfrm>
            <a:off x="1529894" y="2290690"/>
            <a:ext cx="755015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서비스 이용약관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6FD3E9-238F-76B8-1B30-591DD0BD5E57}"/>
              </a:ext>
            </a:extLst>
          </p:cNvPr>
          <p:cNvSpPr/>
          <p:nvPr/>
        </p:nvSpPr>
        <p:spPr>
          <a:xfrm>
            <a:off x="6597375" y="2470710"/>
            <a:ext cx="72000" cy="118813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F2978ED-BFFB-BC0E-DB9B-B065A43CF0F7}"/>
              </a:ext>
            </a:extLst>
          </p:cNvPr>
          <p:cNvSpPr/>
          <p:nvPr/>
        </p:nvSpPr>
        <p:spPr>
          <a:xfrm>
            <a:off x="6592295" y="2697886"/>
            <a:ext cx="72000" cy="3583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4D4BE0F-09B5-02FD-D835-E544AC917E0A}"/>
              </a:ext>
            </a:extLst>
          </p:cNvPr>
          <p:cNvSpPr/>
          <p:nvPr/>
        </p:nvSpPr>
        <p:spPr>
          <a:xfrm>
            <a:off x="1491989" y="2470710"/>
            <a:ext cx="5069382" cy="11881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t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총 </a:t>
            </a: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칙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목적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이용약관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약관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이라 합니다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오산교육재단과 이용 회원간에 진로적성 이력 정보를 제공하는 오산교육재단 홈페이지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(http://www.osanplatform.co..</a:t>
            </a:r>
            <a:r>
              <a:rPr lang="en-US" altLang="ko-KR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kr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 합니다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이용조건 및 절차에 관한 사항을 규정함을 목적으로 합니다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용어의 정의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약관에서 사용하는 용어의 정의는 다음과 같습니다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이라 함은 이 약관에 동의하고 학회와 서비스 이용계약을 체결하고 이용자 아이디를 부여 받은 자를 말합니다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0" name="Rectangle 191">
            <a:extLst>
              <a:ext uri="{FF2B5EF4-FFF2-40B4-BE49-F238E27FC236}">
                <a16:creationId xmlns:a16="http://schemas.microsoft.com/office/drawing/2014/main" id="{650B189E-E8D3-4727-62CF-7128CFA8F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8179" y="3752351"/>
            <a:ext cx="1255152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이용약관에 동의합니다</a:t>
            </a: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2" name="개체 21">
            <a:extLst>
              <a:ext uri="{FF2B5EF4-FFF2-40B4-BE49-F238E27FC236}">
                <a16:creationId xmlns:a16="http://schemas.microsoft.com/office/drawing/2014/main" id="{0CA22774-4867-F747-E5F5-74F9D13127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846923"/>
              </p:ext>
            </p:extLst>
          </p:nvPr>
        </p:nvGraphicFramePr>
        <p:xfrm>
          <a:off x="1524345" y="3730850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45435" imgH="145435" progId="Visio.Drawing.11">
                  <p:embed/>
                </p:oleObj>
              </mc:Choice>
              <mc:Fallback>
                <p:oleObj name="Visio" r:id="rId3" imgW="145435" imgH="145435" progId="Visio.Drawing.11">
                  <p:embed/>
                  <p:pic>
                    <p:nvPicPr>
                      <p:cNvPr id="58" name="개체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345" y="3730850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48774D27-EDC9-2245-CE12-F0AA09745621}"/>
              </a:ext>
            </a:extLst>
          </p:cNvPr>
          <p:cNvSpPr/>
          <p:nvPr/>
        </p:nvSpPr>
        <p:spPr>
          <a:xfrm>
            <a:off x="1529894" y="4055333"/>
            <a:ext cx="1620636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>
                <a:solidFill>
                  <a:prstClr val="black"/>
                </a:solidFill>
              </a:rPr>
              <a:t>개인정보 수집 및 이용에 대한 안내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C6175D6-42D3-EDCC-2B55-BAD06D27A924}"/>
              </a:ext>
            </a:extLst>
          </p:cNvPr>
          <p:cNvSpPr/>
          <p:nvPr/>
        </p:nvSpPr>
        <p:spPr>
          <a:xfrm>
            <a:off x="6597375" y="4235353"/>
            <a:ext cx="72000" cy="118813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66EEA98-E92D-EC51-AB85-06853CB5278A}"/>
              </a:ext>
            </a:extLst>
          </p:cNvPr>
          <p:cNvSpPr/>
          <p:nvPr/>
        </p:nvSpPr>
        <p:spPr>
          <a:xfrm>
            <a:off x="6592295" y="4462529"/>
            <a:ext cx="72000" cy="3583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07C2B07-B5C4-D969-5CDD-33026DF202C0}"/>
              </a:ext>
            </a:extLst>
          </p:cNvPr>
          <p:cNvSpPr/>
          <p:nvPr/>
        </p:nvSpPr>
        <p:spPr>
          <a:xfrm>
            <a:off x="1491989" y="4235353"/>
            <a:ext cx="5069382" cy="11881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t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총 </a:t>
            </a: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칙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목적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이용약관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약관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이라 합니다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오산교육재단과 이용 </a:t>
            </a: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회원간에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재단이 제공하는 홈페이지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(http://www. www.osanplatform.co..</a:t>
            </a:r>
            <a:r>
              <a:rPr lang="en-US" altLang="ko-KR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kr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 합니다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이용조건 및 절차에 관한 사항을 규정함을 목적으로 합니다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용어의 정의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약관에서 사용하는 용어의 정의는 다음과 같습니다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이라 함은 이 약관에 동의하고 학회와 서비스 이용계약을 체결하고 이용자 아이디를 부여 받은 자를 말합니다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7" name="Rectangle 191">
            <a:extLst>
              <a:ext uri="{FF2B5EF4-FFF2-40B4-BE49-F238E27FC236}">
                <a16:creationId xmlns:a16="http://schemas.microsoft.com/office/drawing/2014/main" id="{FF683464-535A-B24D-5421-C0AB89FB9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8179" y="5493141"/>
            <a:ext cx="149880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수집 및 이용에 동의합니다</a:t>
            </a: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8" name="개체 27">
            <a:extLst>
              <a:ext uri="{FF2B5EF4-FFF2-40B4-BE49-F238E27FC236}">
                <a16:creationId xmlns:a16="http://schemas.microsoft.com/office/drawing/2014/main" id="{A7D2D43D-33EF-3DDD-D18B-28D3975EC1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860236"/>
              </p:ext>
            </p:extLst>
          </p:nvPr>
        </p:nvGraphicFramePr>
        <p:xfrm>
          <a:off x="1524345" y="5471640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45435" imgH="145435" progId="Visio.Drawing.11">
                  <p:embed/>
                </p:oleObj>
              </mc:Choice>
              <mc:Fallback>
                <p:oleObj name="Visio" r:id="rId3" imgW="145435" imgH="145435" progId="Visio.Drawing.11">
                  <p:embed/>
                  <p:pic>
                    <p:nvPicPr>
                      <p:cNvPr id="71" name="개체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345" y="5471640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1AE0D5FF-9579-ABA3-31BF-B1707207AFE2}"/>
              </a:ext>
            </a:extLst>
          </p:cNvPr>
          <p:cNvSpPr/>
          <p:nvPr/>
        </p:nvSpPr>
        <p:spPr>
          <a:xfrm>
            <a:off x="3104987" y="5698373"/>
            <a:ext cx="1120496" cy="19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모두 동의합니다</a:t>
            </a:r>
            <a:r>
              <a:rPr lang="en-US" altLang="ko-KR" sz="70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D5E15A5-608F-A4E0-24EC-40B0E0D104D1}"/>
              </a:ext>
            </a:extLst>
          </p:cNvPr>
          <p:cNvSpPr/>
          <p:nvPr/>
        </p:nvSpPr>
        <p:spPr>
          <a:xfrm>
            <a:off x="4294514" y="5698373"/>
            <a:ext cx="1120496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동의하지 않습니다</a:t>
            </a:r>
            <a:r>
              <a:rPr lang="en-US" altLang="ko-KR" sz="7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Rectangle 191">
            <a:extLst>
              <a:ext uri="{FF2B5EF4-FFF2-40B4-BE49-F238E27FC236}">
                <a16:creationId xmlns:a16="http://schemas.microsoft.com/office/drawing/2014/main" id="{CAB30914-07EB-E2CC-7FAA-38208CC66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888" y="2290690"/>
            <a:ext cx="68448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모두 동의합니다</a:t>
            </a: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2" name="개체 31">
            <a:extLst>
              <a:ext uri="{FF2B5EF4-FFF2-40B4-BE49-F238E27FC236}">
                <a16:creationId xmlns:a16="http://schemas.microsoft.com/office/drawing/2014/main" id="{389C6411-4BAF-20E7-6A1B-E3242F162E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696687"/>
              </p:ext>
            </p:extLst>
          </p:nvPr>
        </p:nvGraphicFramePr>
        <p:xfrm>
          <a:off x="5789058" y="2269189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45435" imgH="145435" progId="Visio.Drawing.11">
                  <p:embed/>
                </p:oleObj>
              </mc:Choice>
              <mc:Fallback>
                <p:oleObj name="Visio" r:id="rId3" imgW="145435" imgH="145435" progId="Visio.Drawing.11">
                  <p:embed/>
                  <p:pic>
                    <p:nvPicPr>
                      <p:cNvPr id="79" name="개체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058" y="2269189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타원 32">
            <a:extLst>
              <a:ext uri="{FF2B5EF4-FFF2-40B4-BE49-F238E27FC236}">
                <a16:creationId xmlns:a16="http://schemas.microsoft.com/office/drawing/2014/main" id="{BD8671B3-4F4C-2FEE-7D64-29C2DF44356E}"/>
              </a:ext>
            </a:extLst>
          </p:cNvPr>
          <p:cNvSpPr>
            <a:spLocks noChangeAspect="1"/>
          </p:cNvSpPr>
          <p:nvPr/>
        </p:nvSpPr>
        <p:spPr>
          <a:xfrm>
            <a:off x="92460" y="224086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4D1E892-2C4D-D3C2-020B-A924E101C8AD}"/>
              </a:ext>
            </a:extLst>
          </p:cNvPr>
          <p:cNvSpPr>
            <a:spLocks noChangeAspect="1"/>
          </p:cNvSpPr>
          <p:nvPr/>
        </p:nvSpPr>
        <p:spPr>
          <a:xfrm>
            <a:off x="5619860" y="226448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5C37B13-2403-756B-A888-16DA815A9E38}"/>
              </a:ext>
            </a:extLst>
          </p:cNvPr>
          <p:cNvSpPr>
            <a:spLocks noChangeAspect="1"/>
          </p:cNvSpPr>
          <p:nvPr/>
        </p:nvSpPr>
        <p:spPr>
          <a:xfrm>
            <a:off x="1427999" y="241590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FBE5CDFE-1FF5-979C-375F-689EFFAF96F0}"/>
              </a:ext>
            </a:extLst>
          </p:cNvPr>
          <p:cNvSpPr>
            <a:spLocks noChangeAspect="1"/>
          </p:cNvSpPr>
          <p:nvPr/>
        </p:nvSpPr>
        <p:spPr>
          <a:xfrm>
            <a:off x="1361702" y="372187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4CE321E7-1DD3-9AAE-11BA-A0EAB838A06A}"/>
              </a:ext>
            </a:extLst>
          </p:cNvPr>
          <p:cNvSpPr>
            <a:spLocks noChangeAspect="1"/>
          </p:cNvSpPr>
          <p:nvPr/>
        </p:nvSpPr>
        <p:spPr>
          <a:xfrm>
            <a:off x="1427999" y="415737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70A01F0-1083-F5CD-8698-750061210C5C}"/>
              </a:ext>
            </a:extLst>
          </p:cNvPr>
          <p:cNvSpPr>
            <a:spLocks noChangeAspect="1"/>
          </p:cNvSpPr>
          <p:nvPr/>
        </p:nvSpPr>
        <p:spPr>
          <a:xfrm>
            <a:off x="1361702" y="546122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1126B784-9DDA-5B34-6342-D4823EA177AC}"/>
              </a:ext>
            </a:extLst>
          </p:cNvPr>
          <p:cNvSpPr>
            <a:spLocks noChangeAspect="1"/>
          </p:cNvSpPr>
          <p:nvPr/>
        </p:nvSpPr>
        <p:spPr>
          <a:xfrm>
            <a:off x="2940569" y="572362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056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D6485-AC03-FC5F-B224-82810D584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E7FD63-B4D9-F430-6903-8A3F883928B5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 이용약관동의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98A886-A35D-ADF7-6E81-65D3C96EBB0B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이용약관동의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063A9103-31D9-0413-C2C4-9641778A8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412968"/>
              </p:ext>
            </p:extLst>
          </p:nvPr>
        </p:nvGraphicFramePr>
        <p:xfrm>
          <a:off x="6969418" y="2548005"/>
          <a:ext cx="2772114" cy="63080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모두 동의합니다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서비스 이용약관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개인정보 수집 및 이용에 대한 동의 모두 체크된 상태에서 버튼을 클릭 하면 본인확인 화면으로 이동 한다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동의하지 않습니다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로그인전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메인 화면으로 이동 하단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517A97DD-392A-692E-5065-98C60E45E8D2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sm_terms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1F10C5FC-EBAA-1446-CE84-7FAB080945AA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F8DA3A7D-5749-6492-8090-C6CA48185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4971948-F693-3CB6-130D-92268B531B9E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51067C-F9B3-6EF1-AC0A-5F4CD98197C0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F16D20-1062-CF82-2F4B-C1073D980F4E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C15AF7-9963-11ED-3F11-1168CCBAE489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56E354-5571-3AFA-8370-FACB723AFC32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97ED51-7894-1EFD-9D86-223691D80D86}"/>
              </a:ext>
            </a:extLst>
          </p:cNvPr>
          <p:cNvSpPr/>
          <p:nvPr/>
        </p:nvSpPr>
        <p:spPr>
          <a:xfrm>
            <a:off x="165100" y="1790190"/>
            <a:ext cx="6732116" cy="41903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6746B6-1BBE-8D0A-B5E1-CA0E529CB600}"/>
              </a:ext>
            </a:extLst>
          </p:cNvPr>
          <p:cNvSpPr/>
          <p:nvPr/>
        </p:nvSpPr>
        <p:spPr>
          <a:xfrm>
            <a:off x="5714622" y="1879740"/>
            <a:ext cx="1064394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이용약관동의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4F50D6-9EC8-757D-E891-2BFB59DAB1EA}"/>
              </a:ext>
            </a:extLst>
          </p:cNvPr>
          <p:cNvSpPr/>
          <p:nvPr/>
        </p:nvSpPr>
        <p:spPr>
          <a:xfrm>
            <a:off x="236476" y="1844824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6042105-D8EC-93CD-A901-A82F10D24DAD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0CA42581-3534-5B90-D034-13BD5EE7A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EF74977-3E49-0724-0CB2-E22A3EFFC003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sp>
        <p:nvSpPr>
          <p:cNvPr id="6" name="모서리가 둥근 직사각형 42">
            <a:extLst>
              <a:ext uri="{FF2B5EF4-FFF2-40B4-BE49-F238E27FC236}">
                <a16:creationId xmlns:a16="http://schemas.microsoft.com/office/drawing/2014/main" id="{28CFBB9B-2EA1-93F6-FF37-F9FC0F4FF1D0}"/>
              </a:ext>
            </a:extLst>
          </p:cNvPr>
          <p:cNvSpPr/>
          <p:nvPr/>
        </p:nvSpPr>
        <p:spPr>
          <a:xfrm>
            <a:off x="296667" y="2240868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이용약관 동의</a:t>
            </a:r>
          </a:p>
        </p:txBody>
      </p:sp>
      <p:sp>
        <p:nvSpPr>
          <p:cNvPr id="8" name="모서리가 둥근 직사각형 49">
            <a:extLst>
              <a:ext uri="{FF2B5EF4-FFF2-40B4-BE49-F238E27FC236}">
                <a16:creationId xmlns:a16="http://schemas.microsoft.com/office/drawing/2014/main" id="{85D0CC83-2DA6-644A-044B-419DA0CD5F50}"/>
              </a:ext>
            </a:extLst>
          </p:cNvPr>
          <p:cNvSpPr/>
          <p:nvPr/>
        </p:nvSpPr>
        <p:spPr>
          <a:xfrm>
            <a:off x="296667" y="2459330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본인확인</a:t>
            </a:r>
          </a:p>
        </p:txBody>
      </p:sp>
      <p:sp>
        <p:nvSpPr>
          <p:cNvPr id="13" name="모서리가 둥근 직사각형 50">
            <a:extLst>
              <a:ext uri="{FF2B5EF4-FFF2-40B4-BE49-F238E27FC236}">
                <a16:creationId xmlns:a16="http://schemas.microsoft.com/office/drawing/2014/main" id="{4D489276-7538-CBEA-E154-59AB38C60243}"/>
              </a:ext>
            </a:extLst>
          </p:cNvPr>
          <p:cNvSpPr/>
          <p:nvPr/>
        </p:nvSpPr>
        <p:spPr>
          <a:xfrm>
            <a:off x="296667" y="2669869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회원정보 작성</a:t>
            </a:r>
          </a:p>
        </p:txBody>
      </p:sp>
      <p:sp>
        <p:nvSpPr>
          <p:cNvPr id="14" name="모서리가 둥근 직사각형 51">
            <a:extLst>
              <a:ext uri="{FF2B5EF4-FFF2-40B4-BE49-F238E27FC236}">
                <a16:creationId xmlns:a16="http://schemas.microsoft.com/office/drawing/2014/main" id="{7FC1617B-D075-ED79-6C95-2548811A078C}"/>
              </a:ext>
            </a:extLst>
          </p:cNvPr>
          <p:cNvSpPr/>
          <p:nvPr/>
        </p:nvSpPr>
        <p:spPr>
          <a:xfrm>
            <a:off x="296667" y="2875794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가입신청 완료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0D370CC-8FA4-57AF-1B19-F487A71856C7}"/>
              </a:ext>
            </a:extLst>
          </p:cNvPr>
          <p:cNvSpPr/>
          <p:nvPr/>
        </p:nvSpPr>
        <p:spPr>
          <a:xfrm>
            <a:off x="1529894" y="2290690"/>
            <a:ext cx="755015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서비스 이용약관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803B5B1-267F-ECFA-5B5C-01889345EAD6}"/>
              </a:ext>
            </a:extLst>
          </p:cNvPr>
          <p:cNvSpPr/>
          <p:nvPr/>
        </p:nvSpPr>
        <p:spPr>
          <a:xfrm>
            <a:off x="6597375" y="2470710"/>
            <a:ext cx="72000" cy="118813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BBAC706-BCB4-F8DB-70D3-F50BBE791256}"/>
              </a:ext>
            </a:extLst>
          </p:cNvPr>
          <p:cNvSpPr/>
          <p:nvPr/>
        </p:nvSpPr>
        <p:spPr>
          <a:xfrm>
            <a:off x="6592295" y="2697886"/>
            <a:ext cx="72000" cy="3583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2985CFC-67CF-C331-2223-E086544DBA3B}"/>
              </a:ext>
            </a:extLst>
          </p:cNvPr>
          <p:cNvSpPr/>
          <p:nvPr/>
        </p:nvSpPr>
        <p:spPr>
          <a:xfrm>
            <a:off x="1491989" y="2470710"/>
            <a:ext cx="5069382" cy="11881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t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총 </a:t>
            </a: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칙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목적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이용약관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약관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이라 합니다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오산교육재단과 이용 회원간에 진로적성 이력 정보를 제공하는 오산교육재단 홈페이지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(http://www.osanplatform.co..</a:t>
            </a:r>
            <a:r>
              <a:rPr lang="en-US" altLang="ko-KR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kr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 합니다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이용조건 및 절차에 관한 사항을 규정함을 목적으로 합니다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용어의 정의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약관에서 사용하는 용어의 정의는 다음과 같습니다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이라 함은 이 약관에 동의하고 학회와 서비스 이용계약을 체결하고 이용자 아이디를 부여 받은 자를 말합니다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0" name="Rectangle 191">
            <a:extLst>
              <a:ext uri="{FF2B5EF4-FFF2-40B4-BE49-F238E27FC236}">
                <a16:creationId xmlns:a16="http://schemas.microsoft.com/office/drawing/2014/main" id="{3B0BD07B-A860-AA42-B6B3-6236FE73A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8179" y="3752351"/>
            <a:ext cx="1255152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이용약관에 동의합니다</a:t>
            </a: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2" name="개체 21">
            <a:extLst>
              <a:ext uri="{FF2B5EF4-FFF2-40B4-BE49-F238E27FC236}">
                <a16:creationId xmlns:a16="http://schemas.microsoft.com/office/drawing/2014/main" id="{B42F5F9A-D727-43C2-4095-E7921D0B42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345" y="3730850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45435" imgH="145435" progId="Visio.Drawing.11">
                  <p:embed/>
                </p:oleObj>
              </mc:Choice>
              <mc:Fallback>
                <p:oleObj name="Visio" r:id="rId3" imgW="145435" imgH="145435" progId="Visio.Drawing.11">
                  <p:embed/>
                  <p:pic>
                    <p:nvPicPr>
                      <p:cNvPr id="22" name="개체 21">
                        <a:extLst>
                          <a:ext uri="{FF2B5EF4-FFF2-40B4-BE49-F238E27FC236}">
                            <a16:creationId xmlns:a16="http://schemas.microsoft.com/office/drawing/2014/main" id="{0CA22774-4867-F747-E5F5-74F9D13127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345" y="3730850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0D28DA44-CD05-ECC5-F53D-1A64C15C0CC3}"/>
              </a:ext>
            </a:extLst>
          </p:cNvPr>
          <p:cNvSpPr/>
          <p:nvPr/>
        </p:nvSpPr>
        <p:spPr>
          <a:xfrm>
            <a:off x="1529894" y="4055333"/>
            <a:ext cx="1620636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>
                <a:solidFill>
                  <a:prstClr val="black"/>
                </a:solidFill>
              </a:rPr>
              <a:t>개인정보 수집 및 이용에 대한 안내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50B05ED-D170-A4A6-38A9-5BCE9F877B17}"/>
              </a:ext>
            </a:extLst>
          </p:cNvPr>
          <p:cNvSpPr/>
          <p:nvPr/>
        </p:nvSpPr>
        <p:spPr>
          <a:xfrm>
            <a:off x="6597375" y="4235353"/>
            <a:ext cx="72000" cy="118813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EA54FB5-D867-A9A2-04E4-19F4CCDE3DBA}"/>
              </a:ext>
            </a:extLst>
          </p:cNvPr>
          <p:cNvSpPr/>
          <p:nvPr/>
        </p:nvSpPr>
        <p:spPr>
          <a:xfrm>
            <a:off x="6592295" y="4462529"/>
            <a:ext cx="72000" cy="3583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53C61D8-5139-4F02-8982-383918FA40F8}"/>
              </a:ext>
            </a:extLst>
          </p:cNvPr>
          <p:cNvSpPr/>
          <p:nvPr/>
        </p:nvSpPr>
        <p:spPr>
          <a:xfrm>
            <a:off x="1491989" y="4235353"/>
            <a:ext cx="5069382" cy="11881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t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총 </a:t>
            </a: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칙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목적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이용약관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약관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이라 합니다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오산교육재단과 이용 </a:t>
            </a: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회원간에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재단이 제공하는 홈페이지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(http://www. www.osanplatform.co..</a:t>
            </a:r>
            <a:r>
              <a:rPr lang="en-US" altLang="ko-KR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kr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 합니다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이용조건 및 절차에 관한 사항을 규정함을 목적으로 합니다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용어의 정의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약관에서 사용하는 용어의 정의는 다음과 같습니다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이라 함은 이 약관에 동의하고 학회와 서비스 이용계약을 체결하고 이용자 아이디를 부여 받은 자를 말합니다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7" name="Rectangle 191">
            <a:extLst>
              <a:ext uri="{FF2B5EF4-FFF2-40B4-BE49-F238E27FC236}">
                <a16:creationId xmlns:a16="http://schemas.microsoft.com/office/drawing/2014/main" id="{2C366D40-1780-671D-8447-831D5EB1C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8179" y="5493141"/>
            <a:ext cx="149880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수집 및 이용에 동의합니다</a:t>
            </a: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8" name="개체 27">
            <a:extLst>
              <a:ext uri="{FF2B5EF4-FFF2-40B4-BE49-F238E27FC236}">
                <a16:creationId xmlns:a16="http://schemas.microsoft.com/office/drawing/2014/main" id="{00D422AD-59D3-6F60-17F0-250FEB123B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345" y="5471640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45435" imgH="145435" progId="Visio.Drawing.11">
                  <p:embed/>
                </p:oleObj>
              </mc:Choice>
              <mc:Fallback>
                <p:oleObj name="Visio" r:id="rId3" imgW="145435" imgH="145435" progId="Visio.Drawing.11">
                  <p:embed/>
                  <p:pic>
                    <p:nvPicPr>
                      <p:cNvPr id="28" name="개체 27">
                        <a:extLst>
                          <a:ext uri="{FF2B5EF4-FFF2-40B4-BE49-F238E27FC236}">
                            <a16:creationId xmlns:a16="http://schemas.microsoft.com/office/drawing/2014/main" id="{A7D2D43D-33EF-3DDD-D18B-28D3975EC1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345" y="5471640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429EFCBC-542E-DD90-4281-8559B0D1A3EE}"/>
              </a:ext>
            </a:extLst>
          </p:cNvPr>
          <p:cNvSpPr/>
          <p:nvPr/>
        </p:nvSpPr>
        <p:spPr>
          <a:xfrm>
            <a:off x="3104987" y="5698373"/>
            <a:ext cx="1120496" cy="19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모두 동의합니다</a:t>
            </a:r>
            <a:r>
              <a:rPr lang="en-US" altLang="ko-KR" sz="70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38A3F0B-A65A-F813-A881-E6B666415E3A}"/>
              </a:ext>
            </a:extLst>
          </p:cNvPr>
          <p:cNvSpPr/>
          <p:nvPr/>
        </p:nvSpPr>
        <p:spPr>
          <a:xfrm>
            <a:off x="4294514" y="5698373"/>
            <a:ext cx="1120496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동의하지 않습니다</a:t>
            </a:r>
            <a:r>
              <a:rPr lang="en-US" altLang="ko-KR" sz="7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Rectangle 191">
            <a:extLst>
              <a:ext uri="{FF2B5EF4-FFF2-40B4-BE49-F238E27FC236}">
                <a16:creationId xmlns:a16="http://schemas.microsoft.com/office/drawing/2014/main" id="{29D43F12-054C-1651-B089-77B6B7F8B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888" y="2290690"/>
            <a:ext cx="68448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모두 동의합니다</a:t>
            </a: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2" name="개체 31">
            <a:extLst>
              <a:ext uri="{FF2B5EF4-FFF2-40B4-BE49-F238E27FC236}">
                <a16:creationId xmlns:a16="http://schemas.microsoft.com/office/drawing/2014/main" id="{E1CA31BC-8C27-FE3D-5EA3-6AB2E1E8F6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9058" y="2269189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45435" imgH="145435" progId="Visio.Drawing.11">
                  <p:embed/>
                </p:oleObj>
              </mc:Choice>
              <mc:Fallback>
                <p:oleObj name="Visio" r:id="rId3" imgW="145435" imgH="145435" progId="Visio.Drawing.11">
                  <p:embed/>
                  <p:pic>
                    <p:nvPicPr>
                      <p:cNvPr id="32" name="개체 31">
                        <a:extLst>
                          <a:ext uri="{FF2B5EF4-FFF2-40B4-BE49-F238E27FC236}">
                            <a16:creationId xmlns:a16="http://schemas.microsoft.com/office/drawing/2014/main" id="{389C6411-4BAF-20E7-6A1B-E3242F162E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058" y="2269189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타원 32">
            <a:extLst>
              <a:ext uri="{FF2B5EF4-FFF2-40B4-BE49-F238E27FC236}">
                <a16:creationId xmlns:a16="http://schemas.microsoft.com/office/drawing/2014/main" id="{F5B0CC60-4C1F-880C-E7BB-CFD3AA407274}"/>
              </a:ext>
            </a:extLst>
          </p:cNvPr>
          <p:cNvSpPr>
            <a:spLocks noChangeAspect="1"/>
          </p:cNvSpPr>
          <p:nvPr/>
        </p:nvSpPr>
        <p:spPr>
          <a:xfrm>
            <a:off x="92460" y="224086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AE36A98A-B88C-D84A-98A2-6E50D6DF0794}"/>
              </a:ext>
            </a:extLst>
          </p:cNvPr>
          <p:cNvSpPr>
            <a:spLocks noChangeAspect="1"/>
          </p:cNvSpPr>
          <p:nvPr/>
        </p:nvSpPr>
        <p:spPr>
          <a:xfrm>
            <a:off x="5619860" y="226448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B97868A5-54EE-39B5-620D-C17BF35062EE}"/>
              </a:ext>
            </a:extLst>
          </p:cNvPr>
          <p:cNvSpPr>
            <a:spLocks noChangeAspect="1"/>
          </p:cNvSpPr>
          <p:nvPr/>
        </p:nvSpPr>
        <p:spPr>
          <a:xfrm>
            <a:off x="1427999" y="241590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6007D2D-99FB-0FFD-FE56-D8008CD4BD0E}"/>
              </a:ext>
            </a:extLst>
          </p:cNvPr>
          <p:cNvSpPr>
            <a:spLocks noChangeAspect="1"/>
          </p:cNvSpPr>
          <p:nvPr/>
        </p:nvSpPr>
        <p:spPr>
          <a:xfrm>
            <a:off x="1361702" y="372187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2A465ED2-E9DB-16AD-634E-1C0419A4AF10}"/>
              </a:ext>
            </a:extLst>
          </p:cNvPr>
          <p:cNvSpPr>
            <a:spLocks noChangeAspect="1"/>
          </p:cNvSpPr>
          <p:nvPr/>
        </p:nvSpPr>
        <p:spPr>
          <a:xfrm>
            <a:off x="1427999" y="415737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10E18300-E94E-C543-4B53-EE2C00997ED8}"/>
              </a:ext>
            </a:extLst>
          </p:cNvPr>
          <p:cNvSpPr>
            <a:spLocks noChangeAspect="1"/>
          </p:cNvSpPr>
          <p:nvPr/>
        </p:nvSpPr>
        <p:spPr>
          <a:xfrm>
            <a:off x="1361702" y="546122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0BBA6FA6-E862-78B4-781A-AD2F73E3571E}"/>
              </a:ext>
            </a:extLst>
          </p:cNvPr>
          <p:cNvSpPr>
            <a:spLocks noChangeAspect="1"/>
          </p:cNvSpPr>
          <p:nvPr/>
        </p:nvSpPr>
        <p:spPr>
          <a:xfrm>
            <a:off x="2940569" y="572362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875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36A29-599F-81C8-AFA3-3439D2A46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F1BB29-A514-738E-AB74-0A6F4C9DBB8B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 이용약관동의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19BB18-E4AE-9D7A-58E2-EF1C19677CCE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이용약관동의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431D9F4C-939C-56C1-02FB-DC0A9D75C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3353"/>
              </p:ext>
            </p:extLst>
          </p:nvPr>
        </p:nvGraphicFramePr>
        <p:xfrm>
          <a:off x="6969418" y="2548005"/>
          <a:ext cx="2772114" cy="39204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이용약관동의 화면에서 서비스 이용약관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개인정보 수집 및 이용에 대한 동의를 체크하지 않은 상태에서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모두 동의합니다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를 클릭 하면 보이는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알림창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CAEB3FEF-C014-484A-9E2E-CC80C17708AA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sm_terms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C671D0CD-7706-46E6-33E2-7D04346D6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4" y="1340768"/>
            <a:ext cx="6858594" cy="5243014"/>
          </a:xfrm>
          <a:prstGeom prst="rect">
            <a:avLst/>
          </a:prstGeom>
        </p:spPr>
      </p:pic>
      <p:sp>
        <p:nvSpPr>
          <p:cNvPr id="78" name="타원 77">
            <a:extLst>
              <a:ext uri="{FF2B5EF4-FFF2-40B4-BE49-F238E27FC236}">
                <a16:creationId xmlns:a16="http://schemas.microsoft.com/office/drawing/2014/main" id="{8FB674E6-A576-459C-B3C5-8E3A47DEEBAE}"/>
              </a:ext>
            </a:extLst>
          </p:cNvPr>
          <p:cNvSpPr/>
          <p:nvPr/>
        </p:nvSpPr>
        <p:spPr>
          <a:xfrm>
            <a:off x="3606851" y="5669675"/>
            <a:ext cx="72006" cy="72006"/>
          </a:xfrm>
          <a:prstGeom prst="ellipse">
            <a:avLst/>
          </a:prstGeom>
          <a:solidFill>
            <a:srgbClr val="FF0000"/>
          </a:solidFill>
          <a:ln w="6350"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79" name="꺾인 연결선 106">
            <a:extLst>
              <a:ext uri="{FF2B5EF4-FFF2-40B4-BE49-F238E27FC236}">
                <a16:creationId xmlns:a16="http://schemas.microsoft.com/office/drawing/2014/main" id="{45162E2A-6DE3-B2BC-51DA-C06AF9C28DFA}"/>
              </a:ext>
            </a:extLst>
          </p:cNvPr>
          <p:cNvCxnSpPr>
            <a:cxnSpLocks/>
            <a:stCxn id="78" idx="0"/>
            <a:endCxn id="81" idx="0"/>
          </p:cNvCxnSpPr>
          <p:nvPr/>
        </p:nvCxnSpPr>
        <p:spPr>
          <a:xfrm rot="16200000" flipV="1">
            <a:off x="1858141" y="3884962"/>
            <a:ext cx="1945044" cy="1624382"/>
          </a:xfrm>
          <a:prstGeom prst="bentConnector3">
            <a:avLst>
              <a:gd name="adj1" fmla="val 111753"/>
            </a:avLst>
          </a:prstGeom>
          <a:ln w="63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E48CB14-3053-D4CE-BA1C-960C04AA1C22}"/>
              </a:ext>
            </a:extLst>
          </p:cNvPr>
          <p:cNvSpPr/>
          <p:nvPr/>
        </p:nvSpPr>
        <p:spPr>
          <a:xfrm>
            <a:off x="668524" y="3717032"/>
            <a:ext cx="2700300" cy="151216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1C1ABA6-6DD0-3D92-CF74-7BBC677E2CFC}"/>
              </a:ext>
            </a:extLst>
          </p:cNvPr>
          <p:cNvSpPr/>
          <p:nvPr/>
        </p:nvSpPr>
        <p:spPr>
          <a:xfrm>
            <a:off x="672324" y="3724631"/>
            <a:ext cx="2692295" cy="201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알림창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09DA4C75-7861-0ACF-4A26-BC0EE5BE6EBA}"/>
              </a:ext>
            </a:extLst>
          </p:cNvPr>
          <p:cNvSpPr/>
          <p:nvPr/>
        </p:nvSpPr>
        <p:spPr>
          <a:xfrm>
            <a:off x="2883120" y="4957205"/>
            <a:ext cx="428521" cy="19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확인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59C3514B-433C-0A9F-1F6B-941ACE26D78D}"/>
              </a:ext>
            </a:extLst>
          </p:cNvPr>
          <p:cNvSpPr/>
          <p:nvPr/>
        </p:nvSpPr>
        <p:spPr>
          <a:xfrm>
            <a:off x="3187327" y="3749155"/>
            <a:ext cx="146987" cy="135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X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5" name="Rectangle 191">
            <a:extLst>
              <a:ext uri="{FF2B5EF4-FFF2-40B4-BE49-F238E27FC236}">
                <a16:creationId xmlns:a16="http://schemas.microsoft.com/office/drawing/2014/main" id="{5ED4F636-35B1-57D3-3FB0-34C75ABFB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083" y="4012322"/>
            <a:ext cx="2591231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이용약관 및 개인정보 수집 및 이용에 대한 동의를 모두 체크해 주시기 바랍니다</a:t>
            </a:r>
            <a:r>
              <a:rPr lang="en-US" altLang="ko-KR" sz="800" b="1" dirty="0">
                <a:solidFill>
                  <a:prstClr val="black"/>
                </a:solidFill>
              </a:rPr>
              <a:t>.</a:t>
            </a:r>
            <a:r>
              <a:rPr lang="ko-KR" altLang="en-US" sz="800" b="1" dirty="0">
                <a:solidFill>
                  <a:prstClr val="black"/>
                </a:solidFill>
              </a:rPr>
              <a:t> </a:t>
            </a:r>
            <a:endParaRPr lang="en-US" altLang="ko-KR" sz="800" b="1" dirty="0">
              <a:solidFill>
                <a:prstClr val="black"/>
              </a:solidFill>
            </a:endParaRPr>
          </a:p>
          <a:p>
            <a:endParaRPr lang="en-US" altLang="ko-KR" sz="700" dirty="0">
              <a:solidFill>
                <a:prstClr val="black"/>
              </a:solidFill>
            </a:endParaRPr>
          </a:p>
          <a:p>
            <a:r>
              <a:rPr lang="ko-KR" altLang="en-US" sz="700" dirty="0">
                <a:solidFill>
                  <a:prstClr val="black"/>
                </a:solidFill>
              </a:rPr>
              <a:t>서비스 이용약관 및 개인정보 수집 및 이용에 대해 모두 동의해야만 회원가입이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700" dirty="0">
                <a:solidFill>
                  <a:prstClr val="black"/>
                </a:solidFill>
              </a:rPr>
              <a:t>모두 동의합니다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r>
              <a:rPr lang="ko-KR" altLang="en-US" sz="700" dirty="0">
                <a:solidFill>
                  <a:prstClr val="black"/>
                </a:solidFill>
              </a:rPr>
              <a:t>에 체크해 주시고</a:t>
            </a:r>
            <a:r>
              <a:rPr lang="en-US" altLang="ko-KR" sz="700" dirty="0">
                <a:solidFill>
                  <a:prstClr val="black"/>
                </a:solidFill>
              </a:rPr>
              <a:t>, [</a:t>
            </a:r>
            <a:r>
              <a:rPr lang="ko-KR" altLang="en-US" sz="700" dirty="0">
                <a:solidFill>
                  <a:prstClr val="black"/>
                </a:solidFill>
              </a:rPr>
              <a:t>모두 동의합니다</a:t>
            </a:r>
            <a:r>
              <a:rPr lang="en-US" altLang="ko-KR" sz="700" dirty="0">
                <a:solidFill>
                  <a:prstClr val="black"/>
                </a:solidFill>
              </a:rPr>
              <a:t>] </a:t>
            </a:r>
            <a:r>
              <a:rPr lang="ko-KR" altLang="en-US" sz="700" dirty="0">
                <a:solidFill>
                  <a:prstClr val="black"/>
                </a:solidFill>
              </a:rPr>
              <a:t>버튼을 클릭해 주시기 바랍니다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0339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C8FA8-F315-63F3-70A3-DA9E04D10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89E84D-14E4-1CF0-A28A-0D00F6A7BD6B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 본인확인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F17562-122D-5BE1-8C18-13C07AFBA889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본인확인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A775EE09-6998-C9B3-051A-1C3419F84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01474"/>
              </p:ext>
            </p:extLst>
          </p:nvPr>
        </p:nvGraphicFramePr>
        <p:xfrm>
          <a:off x="6969418" y="2548005"/>
          <a:ext cx="2772114" cy="146568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이용약관동의 화면에서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모두 동의합니다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회원구분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본인인증 절차를 진행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 구분 중 가입 대상 사용자가 만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세 이상일 경우에 선택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만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세 이상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휴대폰으로 인증하기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버튼이 보인다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회원 구분 중 가입 대상 사용자가 만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14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 미만일 경우에 선택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만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14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 미만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법정대리인 휴대폰인증하기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버튼이 보인다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EE11F868-15D8-4094-D895-716981EAEAEA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sm_certify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0FC718C-1947-96A1-362B-D98A29566726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EBF3007A-4656-7997-D782-E1B2B14F7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DD5B73A-CB23-77F6-E30E-C1573856AF99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3066CD5-9A7C-702F-F3C2-07DA20A3B698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B8F008-B1F7-3E97-5C0B-E8C38EC9F564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686BEE2-CE5A-311D-6CCF-6FCD149725EF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9DEF5C4-6685-DADD-942A-3045B5F9F550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A016C8-B255-1AE9-05D9-E4D93A065CDE}"/>
              </a:ext>
            </a:extLst>
          </p:cNvPr>
          <p:cNvSpPr/>
          <p:nvPr/>
        </p:nvSpPr>
        <p:spPr>
          <a:xfrm>
            <a:off x="165100" y="1790190"/>
            <a:ext cx="6732116" cy="41903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3578492-1BE0-E824-7BFB-B55686D0CEC9}"/>
              </a:ext>
            </a:extLst>
          </p:cNvPr>
          <p:cNvSpPr/>
          <p:nvPr/>
        </p:nvSpPr>
        <p:spPr>
          <a:xfrm>
            <a:off x="5868509" y="1879740"/>
            <a:ext cx="91050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본인확인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BDDAFEA-3263-35FE-D778-EE3BA0EA05DB}"/>
              </a:ext>
            </a:extLst>
          </p:cNvPr>
          <p:cNvSpPr/>
          <p:nvPr/>
        </p:nvSpPr>
        <p:spPr>
          <a:xfrm>
            <a:off x="236476" y="1844824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62EB93B-F7DB-1955-5728-8517FB3F904E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2E3E46BB-6BF8-957D-73D4-C750F410C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4DF5A722-8AB2-B3CA-0EFA-3E3F235CC30A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sp>
        <p:nvSpPr>
          <p:cNvPr id="33" name="모서리가 둥근 직사각형 35">
            <a:extLst>
              <a:ext uri="{FF2B5EF4-FFF2-40B4-BE49-F238E27FC236}">
                <a16:creationId xmlns:a16="http://schemas.microsoft.com/office/drawing/2014/main" id="{0B0BE574-9B45-47B7-9783-AFE8053D10E2}"/>
              </a:ext>
            </a:extLst>
          </p:cNvPr>
          <p:cNvSpPr/>
          <p:nvPr/>
        </p:nvSpPr>
        <p:spPr>
          <a:xfrm>
            <a:off x="2542297" y="2240868"/>
            <a:ext cx="1139677" cy="972108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700" b="1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6D7AAF0-5872-0A51-1FD5-99ADD9DA4D7D}"/>
              </a:ext>
            </a:extLst>
          </p:cNvPr>
          <p:cNvSpPr/>
          <p:nvPr/>
        </p:nvSpPr>
        <p:spPr>
          <a:xfrm>
            <a:off x="2849242" y="2868304"/>
            <a:ext cx="52578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이상</a:t>
            </a: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736E5BE0-1F6B-BC68-B7F0-9DE9E1AF116B}"/>
              </a:ext>
            </a:extLst>
          </p:cNvPr>
          <p:cNvSpPr/>
          <p:nvPr/>
        </p:nvSpPr>
        <p:spPr>
          <a:xfrm>
            <a:off x="3912615" y="2240868"/>
            <a:ext cx="1139677" cy="972108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700" b="1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9A28F28-A36C-5B51-6F06-A7566F041E97}"/>
              </a:ext>
            </a:extLst>
          </p:cNvPr>
          <p:cNvSpPr/>
          <p:nvPr/>
        </p:nvSpPr>
        <p:spPr>
          <a:xfrm>
            <a:off x="4219560" y="2868304"/>
            <a:ext cx="52578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미만</a:t>
            </a:r>
          </a:p>
        </p:txBody>
      </p:sp>
      <p:pic>
        <p:nvPicPr>
          <p:cNvPr id="37" name="Picture 5" descr="D:\05 문서\02 문서 디자인\아이콘\icon\User 3.png">
            <a:extLst>
              <a:ext uri="{FF2B5EF4-FFF2-40B4-BE49-F238E27FC236}">
                <a16:creationId xmlns:a16="http://schemas.microsoft.com/office/drawing/2014/main" id="{9B14D63C-5889-D9B0-ED53-AD9A46C1E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891" y="2305923"/>
            <a:ext cx="517966" cy="517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D:\05 문서\02 문서 디자인\아이콘\icon\User (1).png">
            <a:extLst>
              <a:ext uri="{FF2B5EF4-FFF2-40B4-BE49-F238E27FC236}">
                <a16:creationId xmlns:a16="http://schemas.microsoft.com/office/drawing/2014/main" id="{87E14961-081C-833E-581C-58C5183D5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273" y="2301009"/>
            <a:ext cx="517686" cy="517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1" name="개체 40">
            <a:extLst>
              <a:ext uri="{FF2B5EF4-FFF2-40B4-BE49-F238E27FC236}">
                <a16:creationId xmlns:a16="http://schemas.microsoft.com/office/drawing/2014/main" id="{A4678F5A-36E2-1AEF-4F9B-518F941E2B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937529"/>
              </p:ext>
            </p:extLst>
          </p:nvPr>
        </p:nvGraphicFramePr>
        <p:xfrm>
          <a:off x="4410220" y="3028756"/>
          <a:ext cx="144463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55" name="개체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0220" y="3028756"/>
                        <a:ext cx="144463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개체 41">
            <a:extLst>
              <a:ext uri="{FF2B5EF4-FFF2-40B4-BE49-F238E27FC236}">
                <a16:creationId xmlns:a16="http://schemas.microsoft.com/office/drawing/2014/main" id="{0FD27DEE-95DA-D332-8C63-CB04622646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3596647"/>
              </p:ext>
            </p:extLst>
          </p:nvPr>
        </p:nvGraphicFramePr>
        <p:xfrm>
          <a:off x="3013334" y="3028891"/>
          <a:ext cx="144463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6" name="개체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334" y="3028891"/>
                        <a:ext cx="144463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모서리가 둥근 직사각형 27">
            <a:extLst>
              <a:ext uri="{FF2B5EF4-FFF2-40B4-BE49-F238E27FC236}">
                <a16:creationId xmlns:a16="http://schemas.microsoft.com/office/drawing/2014/main" id="{A0055812-58E3-F6C3-ABE1-562E31D4C677}"/>
              </a:ext>
            </a:extLst>
          </p:cNvPr>
          <p:cNvSpPr/>
          <p:nvPr/>
        </p:nvSpPr>
        <p:spPr>
          <a:xfrm>
            <a:off x="308484" y="2265425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이용약관 동의</a:t>
            </a:r>
          </a:p>
        </p:txBody>
      </p:sp>
      <p:sp>
        <p:nvSpPr>
          <p:cNvPr id="44" name="모서리가 둥근 직사각형 28">
            <a:extLst>
              <a:ext uri="{FF2B5EF4-FFF2-40B4-BE49-F238E27FC236}">
                <a16:creationId xmlns:a16="http://schemas.microsoft.com/office/drawing/2014/main" id="{F9C45658-C6DF-53A7-45EE-4773027FCC8E}"/>
              </a:ext>
            </a:extLst>
          </p:cNvPr>
          <p:cNvSpPr/>
          <p:nvPr/>
        </p:nvSpPr>
        <p:spPr>
          <a:xfrm>
            <a:off x="308484" y="2481449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본인확인</a:t>
            </a:r>
          </a:p>
        </p:txBody>
      </p:sp>
      <p:sp>
        <p:nvSpPr>
          <p:cNvPr id="46" name="모서리가 둥근 직사각형 30">
            <a:extLst>
              <a:ext uri="{FF2B5EF4-FFF2-40B4-BE49-F238E27FC236}">
                <a16:creationId xmlns:a16="http://schemas.microsoft.com/office/drawing/2014/main" id="{FA96DDB2-936D-DEC0-009D-50F9DA223EC8}"/>
              </a:ext>
            </a:extLst>
          </p:cNvPr>
          <p:cNvSpPr/>
          <p:nvPr/>
        </p:nvSpPr>
        <p:spPr>
          <a:xfrm>
            <a:off x="308484" y="2699911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회원정보 작성</a:t>
            </a:r>
          </a:p>
        </p:txBody>
      </p:sp>
      <p:sp>
        <p:nvSpPr>
          <p:cNvPr id="47" name="모서리가 둥근 직사각형 31">
            <a:extLst>
              <a:ext uri="{FF2B5EF4-FFF2-40B4-BE49-F238E27FC236}">
                <a16:creationId xmlns:a16="http://schemas.microsoft.com/office/drawing/2014/main" id="{FE7C7E39-7C09-892D-FA4D-D8D82A8D7490}"/>
              </a:ext>
            </a:extLst>
          </p:cNvPr>
          <p:cNvSpPr/>
          <p:nvPr/>
        </p:nvSpPr>
        <p:spPr>
          <a:xfrm>
            <a:off x="308484" y="2905836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가입신청 완료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B33ED8C-844E-59B8-E70A-81E9C699F942}"/>
              </a:ext>
            </a:extLst>
          </p:cNvPr>
          <p:cNvSpPr/>
          <p:nvPr/>
        </p:nvSpPr>
        <p:spPr>
          <a:xfrm>
            <a:off x="1707935" y="3884498"/>
            <a:ext cx="4935647" cy="94865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b="1" dirty="0">
                <a:solidFill>
                  <a:prstClr val="black"/>
                </a:solidFill>
              </a:rPr>
              <a:t>※ </a:t>
            </a:r>
            <a:r>
              <a:rPr lang="ko-KR" altLang="en-US" sz="700" b="1" dirty="0">
                <a:solidFill>
                  <a:prstClr val="black"/>
                </a:solidFill>
              </a:rPr>
              <a:t>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이상 </a:t>
            </a:r>
            <a:r>
              <a:rPr lang="en-US" altLang="ko-KR" sz="700" b="1" dirty="0">
                <a:solidFill>
                  <a:prstClr val="black"/>
                </a:solidFill>
              </a:rPr>
              <a:t>: </a:t>
            </a:r>
            <a:r>
              <a:rPr lang="ko-KR" altLang="en-US" sz="700" b="1" dirty="0">
                <a:solidFill>
                  <a:prstClr val="black"/>
                </a:solidFill>
              </a:rPr>
              <a:t>오산시 거주자로 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이상일 경우 선택 하세요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700" b="1" dirty="0">
                <a:solidFill>
                  <a:prstClr val="black"/>
                </a:solidFill>
              </a:rPr>
              <a:t>※ </a:t>
            </a:r>
            <a:r>
              <a:rPr lang="ko-KR" altLang="en-US" sz="700" b="1" dirty="0">
                <a:solidFill>
                  <a:prstClr val="black"/>
                </a:solidFill>
              </a:rPr>
              <a:t>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미만</a:t>
            </a:r>
            <a:r>
              <a:rPr lang="en-US" altLang="ko-KR" sz="700" b="1" dirty="0">
                <a:solidFill>
                  <a:prstClr val="black"/>
                </a:solidFill>
              </a:rPr>
              <a:t> : </a:t>
            </a:r>
            <a:r>
              <a:rPr lang="ko-KR" altLang="en-US" sz="700" b="1" dirty="0">
                <a:solidFill>
                  <a:prstClr val="black"/>
                </a:solidFill>
              </a:rPr>
              <a:t>오산시 거주자로 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미만일 경우 선택 하세요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prstClr val="black"/>
                </a:solidFill>
              </a:rPr>
              <a:t>회원가입을 위해서는 본인확인을 거쳐야 합니다</a:t>
            </a:r>
            <a:r>
              <a:rPr lang="en-US" altLang="ko-KR" sz="700" b="1" dirty="0">
                <a:solidFill>
                  <a:prstClr val="black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prstClr val="black"/>
                </a:solidFill>
              </a:rPr>
              <a:t>본인확인 방식은 휴대폰 인증 절차를 통해 진행 됩니다</a:t>
            </a:r>
            <a:r>
              <a:rPr lang="en-US" altLang="ko-KR" sz="700" b="1" dirty="0">
                <a:solidFill>
                  <a:prstClr val="black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prstClr val="black"/>
                </a:solidFill>
              </a:rPr>
              <a:t>입력하신 정보는 회원님의 동의 없이 공개</a:t>
            </a:r>
            <a:r>
              <a:rPr lang="en-US" altLang="ko-KR" sz="700" b="1" dirty="0">
                <a:solidFill>
                  <a:prstClr val="black"/>
                </a:solidFill>
              </a:rPr>
              <a:t>/</a:t>
            </a:r>
            <a:r>
              <a:rPr lang="ko-KR" altLang="en-US" sz="700" b="1" dirty="0">
                <a:solidFill>
                  <a:prstClr val="black"/>
                </a:solidFill>
              </a:rPr>
              <a:t>제공 되지 않으며</a:t>
            </a:r>
            <a:r>
              <a:rPr lang="en-US" altLang="ko-KR" sz="700" b="1" dirty="0">
                <a:solidFill>
                  <a:prstClr val="black"/>
                </a:solidFill>
              </a:rPr>
              <a:t>, </a:t>
            </a:r>
            <a:r>
              <a:rPr lang="ko-KR" altLang="en-US" sz="700" b="1" dirty="0">
                <a:solidFill>
                  <a:prstClr val="black"/>
                </a:solidFill>
              </a:rPr>
              <a:t>이용약관 및 개인정보처리방침에 의해 안전하게 보호 됩니다</a:t>
            </a:r>
            <a:r>
              <a:rPr lang="en-US" altLang="ko-KR" sz="700" b="1" dirty="0">
                <a:solidFill>
                  <a:prstClr val="black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prstClr val="black"/>
                </a:solidFill>
              </a:rPr>
              <a:t>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미만일 경우 보호자</a:t>
            </a:r>
            <a:r>
              <a:rPr lang="en-US" altLang="ko-KR" sz="700" b="1" dirty="0">
                <a:solidFill>
                  <a:prstClr val="black"/>
                </a:solidFill>
              </a:rPr>
              <a:t>(</a:t>
            </a:r>
            <a:r>
              <a:rPr lang="ko-KR" altLang="en-US" sz="700" b="1" dirty="0">
                <a:solidFill>
                  <a:prstClr val="black"/>
                </a:solidFill>
              </a:rPr>
              <a:t>법정 대리인</a:t>
            </a:r>
            <a:r>
              <a:rPr lang="en-US" altLang="ko-KR" sz="700" b="1" dirty="0">
                <a:solidFill>
                  <a:prstClr val="black"/>
                </a:solidFill>
              </a:rPr>
              <a:t>)</a:t>
            </a:r>
            <a:r>
              <a:rPr lang="ko-KR" altLang="en-US" sz="700" b="1" dirty="0">
                <a:solidFill>
                  <a:prstClr val="black"/>
                </a:solidFill>
              </a:rPr>
              <a:t>의 동의가 필요하며</a:t>
            </a:r>
            <a:r>
              <a:rPr lang="en-US" altLang="ko-KR" sz="700" b="1" dirty="0">
                <a:solidFill>
                  <a:prstClr val="black"/>
                </a:solidFill>
              </a:rPr>
              <a:t>, </a:t>
            </a:r>
            <a:r>
              <a:rPr lang="ko-KR" altLang="en-US" sz="700" b="1" dirty="0">
                <a:solidFill>
                  <a:prstClr val="black"/>
                </a:solidFill>
              </a:rPr>
              <a:t>이를 위해 법정 대리인의 본인확인 절차가 있습니다</a:t>
            </a:r>
            <a:r>
              <a:rPr lang="en-US" altLang="ko-KR" sz="700" b="1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4C60D72-1FED-0301-36E4-CE4D1BD43D25}"/>
              </a:ext>
            </a:extLst>
          </p:cNvPr>
          <p:cNvSpPr>
            <a:spLocks noChangeAspect="1"/>
          </p:cNvSpPr>
          <p:nvPr/>
        </p:nvSpPr>
        <p:spPr>
          <a:xfrm>
            <a:off x="2486300" y="218675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3A2EA3E-13AC-CF6E-A2C0-593226869125}"/>
              </a:ext>
            </a:extLst>
          </p:cNvPr>
          <p:cNvSpPr>
            <a:spLocks noChangeAspect="1"/>
          </p:cNvSpPr>
          <p:nvPr/>
        </p:nvSpPr>
        <p:spPr>
          <a:xfrm>
            <a:off x="3849028" y="218675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1557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40B17-5161-90B6-0B0E-324202941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C8E220-502E-7285-B049-FD666FE9A833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 본인확인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168897-790E-8E03-752B-870DB9804E40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본인확인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599BB68B-BECE-760A-7806-A1719BC35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466524"/>
              </p:ext>
            </p:extLst>
          </p:nvPr>
        </p:nvGraphicFramePr>
        <p:xfrm>
          <a:off x="6969418" y="2548005"/>
          <a:ext cx="2772114" cy="76288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본인확인 화면에서 만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세 이상을 선택 했을 경우에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만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세 이상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휴대폰으로 인증하기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본인인증 팝업창에서 인증 절차 진행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외국인일 경우 생년월일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[  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성별 기재 시 외국인 등록번호 기준으로 설정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866D8A78-D9B4-A364-1CAD-48E68403516A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sm_certify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DEBED5E-AF6A-3FB4-EFB0-D82D46AE6ED9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4F678188-8BAA-BA6F-D732-FED2E50FD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BC7404E-161D-776D-9AF8-DA7E3FFC1B40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88493F-11B4-3F3C-36B2-5FF3A902BFB6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2ED8AB-EE98-E39C-5B16-D3753F1DD118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DD90CB6-5AE3-561B-AFB9-47462A071F03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070B73-6B6C-6514-1EA7-7015A4FD8085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3927F3-E297-38EA-013F-48C6DA3E4404}"/>
              </a:ext>
            </a:extLst>
          </p:cNvPr>
          <p:cNvSpPr/>
          <p:nvPr/>
        </p:nvSpPr>
        <p:spPr>
          <a:xfrm>
            <a:off x="165100" y="1790190"/>
            <a:ext cx="6732116" cy="41903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03E550E-B82F-A80A-1C53-3AA258EE9919}"/>
              </a:ext>
            </a:extLst>
          </p:cNvPr>
          <p:cNvSpPr/>
          <p:nvPr/>
        </p:nvSpPr>
        <p:spPr>
          <a:xfrm>
            <a:off x="5868509" y="1879740"/>
            <a:ext cx="91050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본인확인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EA9DC88-A569-9BD4-66EA-C69B34691798}"/>
              </a:ext>
            </a:extLst>
          </p:cNvPr>
          <p:cNvSpPr/>
          <p:nvPr/>
        </p:nvSpPr>
        <p:spPr>
          <a:xfrm>
            <a:off x="236476" y="1844824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2BF8EFF-393A-4D80-A225-418D321EAF8C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E7873DE7-DD83-BEE6-62D5-D96BFA197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AF0F2BD1-EE36-C0BE-C345-08B3245A9216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sp>
        <p:nvSpPr>
          <p:cNvPr id="33" name="모서리가 둥근 직사각형 35">
            <a:extLst>
              <a:ext uri="{FF2B5EF4-FFF2-40B4-BE49-F238E27FC236}">
                <a16:creationId xmlns:a16="http://schemas.microsoft.com/office/drawing/2014/main" id="{DC7774A2-F888-CA7F-A938-02338DFEA298}"/>
              </a:ext>
            </a:extLst>
          </p:cNvPr>
          <p:cNvSpPr/>
          <p:nvPr/>
        </p:nvSpPr>
        <p:spPr>
          <a:xfrm>
            <a:off x="2542297" y="2240868"/>
            <a:ext cx="1139677" cy="972108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700" b="1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EFD2AFC-3E3C-D061-3968-F5B0A90C21A7}"/>
              </a:ext>
            </a:extLst>
          </p:cNvPr>
          <p:cNvSpPr/>
          <p:nvPr/>
        </p:nvSpPr>
        <p:spPr>
          <a:xfrm>
            <a:off x="2849242" y="2868304"/>
            <a:ext cx="52578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이상</a:t>
            </a: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C00A264A-7675-F6BE-8CCE-0991A3C3DAB4}"/>
              </a:ext>
            </a:extLst>
          </p:cNvPr>
          <p:cNvSpPr/>
          <p:nvPr/>
        </p:nvSpPr>
        <p:spPr>
          <a:xfrm>
            <a:off x="3912615" y="2240868"/>
            <a:ext cx="1139677" cy="972108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700" b="1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CE7BEC5-9211-78BF-834E-DAC44B1AA31D}"/>
              </a:ext>
            </a:extLst>
          </p:cNvPr>
          <p:cNvSpPr/>
          <p:nvPr/>
        </p:nvSpPr>
        <p:spPr>
          <a:xfrm>
            <a:off x="4219560" y="2868304"/>
            <a:ext cx="52578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미만</a:t>
            </a:r>
          </a:p>
        </p:txBody>
      </p:sp>
      <p:pic>
        <p:nvPicPr>
          <p:cNvPr id="37" name="Picture 5" descr="D:\05 문서\02 문서 디자인\아이콘\icon\User 3.png">
            <a:extLst>
              <a:ext uri="{FF2B5EF4-FFF2-40B4-BE49-F238E27FC236}">
                <a16:creationId xmlns:a16="http://schemas.microsoft.com/office/drawing/2014/main" id="{0073206F-C67A-0F35-1DDC-3B2D3FAD5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891" y="2305923"/>
            <a:ext cx="517966" cy="517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D:\05 문서\02 문서 디자인\아이콘\icon\User (1).png">
            <a:extLst>
              <a:ext uri="{FF2B5EF4-FFF2-40B4-BE49-F238E27FC236}">
                <a16:creationId xmlns:a16="http://schemas.microsoft.com/office/drawing/2014/main" id="{58D9E3FB-7F42-87BB-0632-D9C381B8D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273" y="2301009"/>
            <a:ext cx="517686" cy="517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1" name="개체 40">
            <a:extLst>
              <a:ext uri="{FF2B5EF4-FFF2-40B4-BE49-F238E27FC236}">
                <a16:creationId xmlns:a16="http://schemas.microsoft.com/office/drawing/2014/main" id="{CFEFB1F6-1BDD-F51C-42FC-63DC0B584A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0220" y="3028756"/>
          <a:ext cx="144463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41" name="개체 40">
                        <a:extLst>
                          <a:ext uri="{FF2B5EF4-FFF2-40B4-BE49-F238E27FC236}">
                            <a16:creationId xmlns:a16="http://schemas.microsoft.com/office/drawing/2014/main" id="{A4678F5A-36E2-1AEF-4F9B-518F941E2B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0220" y="3028756"/>
                        <a:ext cx="144463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모서리가 둥근 직사각형 27">
            <a:extLst>
              <a:ext uri="{FF2B5EF4-FFF2-40B4-BE49-F238E27FC236}">
                <a16:creationId xmlns:a16="http://schemas.microsoft.com/office/drawing/2014/main" id="{86A93237-EC39-4AE8-5BC8-051E7A9D9F4B}"/>
              </a:ext>
            </a:extLst>
          </p:cNvPr>
          <p:cNvSpPr/>
          <p:nvPr/>
        </p:nvSpPr>
        <p:spPr>
          <a:xfrm>
            <a:off x="308484" y="2265425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이용약관 동의</a:t>
            </a:r>
          </a:p>
        </p:txBody>
      </p:sp>
      <p:sp>
        <p:nvSpPr>
          <p:cNvPr id="44" name="모서리가 둥근 직사각형 28">
            <a:extLst>
              <a:ext uri="{FF2B5EF4-FFF2-40B4-BE49-F238E27FC236}">
                <a16:creationId xmlns:a16="http://schemas.microsoft.com/office/drawing/2014/main" id="{FEADAA08-75F4-31BC-BC67-AA1E8B80EA84}"/>
              </a:ext>
            </a:extLst>
          </p:cNvPr>
          <p:cNvSpPr/>
          <p:nvPr/>
        </p:nvSpPr>
        <p:spPr>
          <a:xfrm>
            <a:off x="308484" y="2481449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본인확인</a:t>
            </a:r>
          </a:p>
        </p:txBody>
      </p:sp>
      <p:sp>
        <p:nvSpPr>
          <p:cNvPr id="46" name="모서리가 둥근 직사각형 30">
            <a:extLst>
              <a:ext uri="{FF2B5EF4-FFF2-40B4-BE49-F238E27FC236}">
                <a16:creationId xmlns:a16="http://schemas.microsoft.com/office/drawing/2014/main" id="{567B096C-F34E-19A8-1888-1D4E7C0B9D04}"/>
              </a:ext>
            </a:extLst>
          </p:cNvPr>
          <p:cNvSpPr/>
          <p:nvPr/>
        </p:nvSpPr>
        <p:spPr>
          <a:xfrm>
            <a:off x="308484" y="2699911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회원정보 작성</a:t>
            </a:r>
          </a:p>
        </p:txBody>
      </p:sp>
      <p:sp>
        <p:nvSpPr>
          <p:cNvPr id="47" name="모서리가 둥근 직사각형 31">
            <a:extLst>
              <a:ext uri="{FF2B5EF4-FFF2-40B4-BE49-F238E27FC236}">
                <a16:creationId xmlns:a16="http://schemas.microsoft.com/office/drawing/2014/main" id="{F0D30387-ABC9-779A-5564-8DFD980E8E84}"/>
              </a:ext>
            </a:extLst>
          </p:cNvPr>
          <p:cNvSpPr/>
          <p:nvPr/>
        </p:nvSpPr>
        <p:spPr>
          <a:xfrm>
            <a:off x="308484" y="2905836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가입신청 완료</a:t>
            </a:r>
          </a:p>
        </p:txBody>
      </p:sp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A908A90F-1199-D016-A0EA-E03B17E180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3393568"/>
              </p:ext>
            </p:extLst>
          </p:nvPr>
        </p:nvGraphicFramePr>
        <p:xfrm>
          <a:off x="3016735" y="3029596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45435" imgH="145435" progId="Visio.Drawing.11">
                  <p:embed/>
                </p:oleObj>
              </mc:Choice>
              <mc:Fallback>
                <p:oleObj name="Visio" r:id="rId7" imgW="145435" imgH="145435" progId="Visio.Drawing.11">
                  <p:embed/>
                  <p:pic>
                    <p:nvPicPr>
                      <p:cNvPr id="6" name="개체 5">
                        <a:extLst>
                          <a:ext uri="{FF2B5EF4-FFF2-40B4-BE49-F238E27FC236}">
                            <a16:creationId xmlns:a16="http://schemas.microsoft.com/office/drawing/2014/main" id="{A908A90F-1199-D016-A0EA-E03B17E180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735" y="3029596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타원 12">
            <a:extLst>
              <a:ext uri="{FF2B5EF4-FFF2-40B4-BE49-F238E27FC236}">
                <a16:creationId xmlns:a16="http://schemas.microsoft.com/office/drawing/2014/main" id="{049B5D03-B2E8-6A3D-15D3-ADEC2266AFD5}"/>
              </a:ext>
            </a:extLst>
          </p:cNvPr>
          <p:cNvSpPr/>
          <p:nvPr/>
        </p:nvSpPr>
        <p:spPr>
          <a:xfrm>
            <a:off x="3097641" y="2202188"/>
            <a:ext cx="72006" cy="72006"/>
          </a:xfrm>
          <a:prstGeom prst="ellipse">
            <a:avLst/>
          </a:prstGeom>
          <a:solidFill>
            <a:srgbClr val="FF0000"/>
          </a:solidFill>
          <a:ln w="6350"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14" name="꺾인 연결선 106">
            <a:extLst>
              <a:ext uri="{FF2B5EF4-FFF2-40B4-BE49-F238E27FC236}">
                <a16:creationId xmlns:a16="http://schemas.microsoft.com/office/drawing/2014/main" id="{0A273F2D-088E-5A5D-ACC9-6DF924F66C37}"/>
              </a:ext>
            </a:extLst>
          </p:cNvPr>
          <p:cNvCxnSpPr>
            <a:cxnSpLocks/>
            <a:stCxn id="13" idx="0"/>
            <a:endCxn id="16" idx="1"/>
          </p:cNvCxnSpPr>
          <p:nvPr/>
        </p:nvCxnSpPr>
        <p:spPr>
          <a:xfrm rot="16200000" flipH="1" flipV="1">
            <a:off x="2301257" y="2728611"/>
            <a:ext cx="1358810" cy="305964"/>
          </a:xfrm>
          <a:prstGeom prst="bentConnector4">
            <a:avLst>
              <a:gd name="adj1" fmla="val -16824"/>
              <a:gd name="adj2" fmla="val 278666"/>
            </a:avLst>
          </a:prstGeom>
          <a:ln w="63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1F58147-B2A1-E363-7709-5671A9CCD9F9}"/>
              </a:ext>
            </a:extLst>
          </p:cNvPr>
          <p:cNvSpPr/>
          <p:nvPr/>
        </p:nvSpPr>
        <p:spPr>
          <a:xfrm>
            <a:off x="2827680" y="3401557"/>
            <a:ext cx="1985028" cy="3188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prstClr val="white"/>
                </a:solidFill>
              </a:rPr>
              <a:t>휴대폰으로 인증하기</a:t>
            </a:r>
          </a:p>
        </p:txBody>
      </p:sp>
      <p:cxnSp>
        <p:nvCxnSpPr>
          <p:cNvPr id="20" name="꺾인 연결선 111">
            <a:extLst>
              <a:ext uri="{FF2B5EF4-FFF2-40B4-BE49-F238E27FC236}">
                <a16:creationId xmlns:a16="http://schemas.microsoft.com/office/drawing/2014/main" id="{58D4421E-4759-0A17-5A31-BC4C180FAC1A}"/>
              </a:ext>
            </a:extLst>
          </p:cNvPr>
          <p:cNvCxnSpPr>
            <a:cxnSpLocks/>
            <a:stCxn id="22" idx="0"/>
          </p:cNvCxnSpPr>
          <p:nvPr/>
        </p:nvCxnSpPr>
        <p:spPr>
          <a:xfrm rot="16200000" flipH="1">
            <a:off x="4770687" y="2453066"/>
            <a:ext cx="27765" cy="1869217"/>
          </a:xfrm>
          <a:prstGeom prst="bentConnector3">
            <a:avLst>
              <a:gd name="adj1" fmla="val -823339"/>
            </a:avLst>
          </a:prstGeom>
          <a:ln w="63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A5EA3648-14D7-BE79-2E2B-02E28C246B7A}"/>
              </a:ext>
            </a:extLst>
          </p:cNvPr>
          <p:cNvSpPr/>
          <p:nvPr/>
        </p:nvSpPr>
        <p:spPr>
          <a:xfrm>
            <a:off x="3813959" y="3373792"/>
            <a:ext cx="72006" cy="72006"/>
          </a:xfrm>
          <a:prstGeom prst="ellipse">
            <a:avLst/>
          </a:prstGeom>
          <a:solidFill>
            <a:srgbClr val="FF0000"/>
          </a:solidFill>
          <a:ln w="6350"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D4730AF-7660-E75A-2624-D8BA720D657D}"/>
              </a:ext>
            </a:extLst>
          </p:cNvPr>
          <p:cNvSpPr/>
          <p:nvPr/>
        </p:nvSpPr>
        <p:spPr>
          <a:xfrm>
            <a:off x="1707935" y="3884498"/>
            <a:ext cx="4935647" cy="94865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b="1" dirty="0">
                <a:solidFill>
                  <a:prstClr val="black"/>
                </a:solidFill>
              </a:rPr>
              <a:t>※ </a:t>
            </a:r>
            <a:r>
              <a:rPr lang="ko-KR" altLang="en-US" sz="700" b="1" dirty="0">
                <a:solidFill>
                  <a:prstClr val="black"/>
                </a:solidFill>
              </a:rPr>
              <a:t>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이상 </a:t>
            </a:r>
            <a:r>
              <a:rPr lang="en-US" altLang="ko-KR" sz="700" b="1" dirty="0">
                <a:solidFill>
                  <a:prstClr val="black"/>
                </a:solidFill>
              </a:rPr>
              <a:t>: </a:t>
            </a:r>
            <a:r>
              <a:rPr lang="ko-KR" altLang="en-US" sz="700" b="1" dirty="0">
                <a:solidFill>
                  <a:prstClr val="black"/>
                </a:solidFill>
              </a:rPr>
              <a:t>오산시 거주자로 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이상일 경우 선택 하세요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700" b="1" dirty="0">
                <a:solidFill>
                  <a:prstClr val="black"/>
                </a:solidFill>
              </a:rPr>
              <a:t>※ </a:t>
            </a:r>
            <a:r>
              <a:rPr lang="ko-KR" altLang="en-US" sz="700" b="1" dirty="0">
                <a:solidFill>
                  <a:prstClr val="black"/>
                </a:solidFill>
              </a:rPr>
              <a:t>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미만</a:t>
            </a:r>
            <a:r>
              <a:rPr lang="en-US" altLang="ko-KR" sz="700" b="1" dirty="0">
                <a:solidFill>
                  <a:prstClr val="black"/>
                </a:solidFill>
              </a:rPr>
              <a:t> : </a:t>
            </a:r>
            <a:r>
              <a:rPr lang="ko-KR" altLang="en-US" sz="700" b="1" dirty="0">
                <a:solidFill>
                  <a:prstClr val="black"/>
                </a:solidFill>
              </a:rPr>
              <a:t>오산시 거주자로 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미만일 경우 선택 하세요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prstClr val="black"/>
                </a:solidFill>
              </a:rPr>
              <a:t>회원가입을 위해서는 본인확인을 거쳐야 합니다</a:t>
            </a:r>
            <a:r>
              <a:rPr lang="en-US" altLang="ko-KR" sz="700" b="1" dirty="0">
                <a:solidFill>
                  <a:prstClr val="black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prstClr val="black"/>
                </a:solidFill>
              </a:rPr>
              <a:t>본인확인 방식은 휴대폰 인증 절차를 통해 진행 됩니다</a:t>
            </a:r>
            <a:r>
              <a:rPr lang="en-US" altLang="ko-KR" sz="700" b="1" dirty="0">
                <a:solidFill>
                  <a:prstClr val="black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prstClr val="black"/>
                </a:solidFill>
              </a:rPr>
              <a:t>입력하신 정보는 회원님의 동의 없이 공개</a:t>
            </a:r>
            <a:r>
              <a:rPr lang="en-US" altLang="ko-KR" sz="700" b="1" dirty="0">
                <a:solidFill>
                  <a:prstClr val="black"/>
                </a:solidFill>
              </a:rPr>
              <a:t>/</a:t>
            </a:r>
            <a:r>
              <a:rPr lang="ko-KR" altLang="en-US" sz="700" b="1" dirty="0">
                <a:solidFill>
                  <a:prstClr val="black"/>
                </a:solidFill>
              </a:rPr>
              <a:t>제공 되지 않으며</a:t>
            </a:r>
            <a:r>
              <a:rPr lang="en-US" altLang="ko-KR" sz="700" b="1" dirty="0">
                <a:solidFill>
                  <a:prstClr val="black"/>
                </a:solidFill>
              </a:rPr>
              <a:t>, </a:t>
            </a:r>
            <a:r>
              <a:rPr lang="ko-KR" altLang="en-US" sz="700" b="1" dirty="0">
                <a:solidFill>
                  <a:prstClr val="black"/>
                </a:solidFill>
              </a:rPr>
              <a:t>이용약관 및 개인정보처리방침에 의해 안전하게 보호 됩니다</a:t>
            </a:r>
            <a:r>
              <a:rPr lang="en-US" altLang="ko-KR" sz="700" b="1" dirty="0">
                <a:solidFill>
                  <a:prstClr val="black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prstClr val="black"/>
                </a:solidFill>
              </a:rPr>
              <a:t>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미만일 경우 보호자</a:t>
            </a:r>
            <a:r>
              <a:rPr lang="en-US" altLang="ko-KR" sz="700" b="1" dirty="0">
                <a:solidFill>
                  <a:prstClr val="black"/>
                </a:solidFill>
              </a:rPr>
              <a:t>(</a:t>
            </a:r>
            <a:r>
              <a:rPr lang="ko-KR" altLang="en-US" sz="700" b="1" dirty="0">
                <a:solidFill>
                  <a:prstClr val="black"/>
                </a:solidFill>
              </a:rPr>
              <a:t>법정 대리인</a:t>
            </a:r>
            <a:r>
              <a:rPr lang="en-US" altLang="ko-KR" sz="700" b="1" dirty="0">
                <a:solidFill>
                  <a:prstClr val="black"/>
                </a:solidFill>
              </a:rPr>
              <a:t>)</a:t>
            </a:r>
            <a:r>
              <a:rPr lang="ko-KR" altLang="en-US" sz="700" b="1" dirty="0">
                <a:solidFill>
                  <a:prstClr val="black"/>
                </a:solidFill>
              </a:rPr>
              <a:t>의 동의가 필요하며</a:t>
            </a:r>
            <a:r>
              <a:rPr lang="en-US" altLang="ko-KR" sz="700" b="1" dirty="0">
                <a:solidFill>
                  <a:prstClr val="black"/>
                </a:solidFill>
              </a:rPr>
              <a:t>, </a:t>
            </a:r>
            <a:r>
              <a:rPr lang="ko-KR" altLang="en-US" sz="700" b="1" dirty="0">
                <a:solidFill>
                  <a:prstClr val="black"/>
                </a:solidFill>
              </a:rPr>
              <a:t>이를 위해 법정 대리인의 본인확인 절차가 있습니다</a:t>
            </a:r>
            <a:r>
              <a:rPr lang="en-US" altLang="ko-KR" sz="700" b="1" dirty="0">
                <a:solidFill>
                  <a:prstClr val="black"/>
                </a:solidFill>
              </a:rPr>
              <a:t>.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AEDBBD19-EF82-730A-F55A-39879A57CE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9788" y="3401557"/>
            <a:ext cx="1438781" cy="2402032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31890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796C0-8165-F942-3622-347C97BB4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D7A311-9668-92B7-0EC8-C6F3011FA6CD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 본인확인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6E9EB5-D914-02C1-FD25-2BABFE1DB5A5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본인확인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358E5BA9-3ED9-AF7E-1000-DBE143E3B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97033"/>
              </p:ext>
            </p:extLst>
          </p:nvPr>
        </p:nvGraphicFramePr>
        <p:xfrm>
          <a:off x="6969418" y="2548005"/>
          <a:ext cx="2772114" cy="86956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본인확인 화면에서 만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세 미만을 선택 했을 경우에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만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세 미만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법정대리인 휴대폰인증하기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법정대리인 본인인증 팝업창에서 인증 절차 진행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외국인일 경우 생년월일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[  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성별 기재 시 외국인 등록번호 기준으로 설정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A5357296-FF24-AA00-1AE9-A26D8A8C8A52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sm_certify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15B141D-3A36-978C-3349-7BE4977505C6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19FB5A2C-0F33-6606-3E84-307F5E6DA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C6133F5-0B95-FE03-5708-3A4CAA9D07CA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A4E5D89-1E55-0D15-8404-A21956FB7A94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6384CF-1923-5132-30BF-54586D35EC75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2DC82A8-380D-A509-789A-51865A99FDC7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DD26BE-F243-925A-C94A-C11E16BE657D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0265E0-BB7F-7258-5B9A-8624C93D7D40}"/>
              </a:ext>
            </a:extLst>
          </p:cNvPr>
          <p:cNvSpPr/>
          <p:nvPr/>
        </p:nvSpPr>
        <p:spPr>
          <a:xfrm>
            <a:off x="165100" y="1790190"/>
            <a:ext cx="6732116" cy="41903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915EDB-87EF-2EAA-67CE-5389734A5C8B}"/>
              </a:ext>
            </a:extLst>
          </p:cNvPr>
          <p:cNvSpPr/>
          <p:nvPr/>
        </p:nvSpPr>
        <p:spPr>
          <a:xfrm>
            <a:off x="5868509" y="1879740"/>
            <a:ext cx="91050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본인확인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2A7139-AA70-C6AC-5928-59125D750160}"/>
              </a:ext>
            </a:extLst>
          </p:cNvPr>
          <p:cNvSpPr/>
          <p:nvPr/>
        </p:nvSpPr>
        <p:spPr>
          <a:xfrm>
            <a:off x="236476" y="1844824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9CB3199-0243-67CB-4111-F1871550C934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5635F1DA-3F5D-E232-DF35-920345FCB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EF32E76-E576-0368-188E-0418BF9A8738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sp>
        <p:nvSpPr>
          <p:cNvPr id="33" name="모서리가 둥근 직사각형 35">
            <a:extLst>
              <a:ext uri="{FF2B5EF4-FFF2-40B4-BE49-F238E27FC236}">
                <a16:creationId xmlns:a16="http://schemas.microsoft.com/office/drawing/2014/main" id="{05A3BCDB-3E9B-08C7-10FC-256004D6CB9B}"/>
              </a:ext>
            </a:extLst>
          </p:cNvPr>
          <p:cNvSpPr/>
          <p:nvPr/>
        </p:nvSpPr>
        <p:spPr>
          <a:xfrm>
            <a:off x="2542297" y="2240868"/>
            <a:ext cx="1139677" cy="972108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700" b="1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6F4F499-6943-C30B-E980-228DB3D53BAE}"/>
              </a:ext>
            </a:extLst>
          </p:cNvPr>
          <p:cNvSpPr/>
          <p:nvPr/>
        </p:nvSpPr>
        <p:spPr>
          <a:xfrm>
            <a:off x="2849242" y="2868304"/>
            <a:ext cx="52578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이상</a:t>
            </a: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9B061F77-B3AF-B0DA-3D25-537607369613}"/>
              </a:ext>
            </a:extLst>
          </p:cNvPr>
          <p:cNvSpPr/>
          <p:nvPr/>
        </p:nvSpPr>
        <p:spPr>
          <a:xfrm>
            <a:off x="3912615" y="2240868"/>
            <a:ext cx="1139677" cy="972108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700" b="1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7EEB76E-6354-8FCE-0F79-6DFC662A1BD9}"/>
              </a:ext>
            </a:extLst>
          </p:cNvPr>
          <p:cNvSpPr/>
          <p:nvPr/>
        </p:nvSpPr>
        <p:spPr>
          <a:xfrm>
            <a:off x="4219560" y="2868304"/>
            <a:ext cx="52578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미만</a:t>
            </a:r>
          </a:p>
        </p:txBody>
      </p:sp>
      <p:pic>
        <p:nvPicPr>
          <p:cNvPr id="37" name="Picture 5" descr="D:\05 문서\02 문서 디자인\아이콘\icon\User 3.png">
            <a:extLst>
              <a:ext uri="{FF2B5EF4-FFF2-40B4-BE49-F238E27FC236}">
                <a16:creationId xmlns:a16="http://schemas.microsoft.com/office/drawing/2014/main" id="{C2E59982-D484-4E96-B605-4C9B1B7C1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891" y="2305923"/>
            <a:ext cx="517966" cy="517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D:\05 문서\02 문서 디자인\아이콘\icon\User (1).png">
            <a:extLst>
              <a:ext uri="{FF2B5EF4-FFF2-40B4-BE49-F238E27FC236}">
                <a16:creationId xmlns:a16="http://schemas.microsoft.com/office/drawing/2014/main" id="{75B5B14D-C523-F929-4287-7134D63F0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273" y="2301009"/>
            <a:ext cx="517686" cy="517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2" name="개체 41">
            <a:extLst>
              <a:ext uri="{FF2B5EF4-FFF2-40B4-BE49-F238E27FC236}">
                <a16:creationId xmlns:a16="http://schemas.microsoft.com/office/drawing/2014/main" id="{01F2C0C7-E138-1755-3B7E-62BAB77531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3334" y="3028891"/>
          <a:ext cx="144463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42" name="개체 41">
                        <a:extLst>
                          <a:ext uri="{FF2B5EF4-FFF2-40B4-BE49-F238E27FC236}">
                            <a16:creationId xmlns:a16="http://schemas.microsoft.com/office/drawing/2014/main" id="{0FD27DEE-95DA-D332-8C63-CB04622646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334" y="3028891"/>
                        <a:ext cx="144463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모서리가 둥근 직사각형 27">
            <a:extLst>
              <a:ext uri="{FF2B5EF4-FFF2-40B4-BE49-F238E27FC236}">
                <a16:creationId xmlns:a16="http://schemas.microsoft.com/office/drawing/2014/main" id="{57CFABAD-3D1F-E2B3-7E9F-4E885299B143}"/>
              </a:ext>
            </a:extLst>
          </p:cNvPr>
          <p:cNvSpPr/>
          <p:nvPr/>
        </p:nvSpPr>
        <p:spPr>
          <a:xfrm>
            <a:off x="308484" y="2265425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이용약관 동의</a:t>
            </a:r>
          </a:p>
        </p:txBody>
      </p:sp>
      <p:sp>
        <p:nvSpPr>
          <p:cNvPr id="44" name="모서리가 둥근 직사각형 28">
            <a:extLst>
              <a:ext uri="{FF2B5EF4-FFF2-40B4-BE49-F238E27FC236}">
                <a16:creationId xmlns:a16="http://schemas.microsoft.com/office/drawing/2014/main" id="{27776310-F44E-2676-8560-064B32B9248C}"/>
              </a:ext>
            </a:extLst>
          </p:cNvPr>
          <p:cNvSpPr/>
          <p:nvPr/>
        </p:nvSpPr>
        <p:spPr>
          <a:xfrm>
            <a:off x="308484" y="2481449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본인확인</a:t>
            </a:r>
          </a:p>
        </p:txBody>
      </p:sp>
      <p:sp>
        <p:nvSpPr>
          <p:cNvPr id="46" name="모서리가 둥근 직사각형 30">
            <a:extLst>
              <a:ext uri="{FF2B5EF4-FFF2-40B4-BE49-F238E27FC236}">
                <a16:creationId xmlns:a16="http://schemas.microsoft.com/office/drawing/2014/main" id="{093FEAE6-E9D2-99FF-C5F8-30773CBDB89B}"/>
              </a:ext>
            </a:extLst>
          </p:cNvPr>
          <p:cNvSpPr/>
          <p:nvPr/>
        </p:nvSpPr>
        <p:spPr>
          <a:xfrm>
            <a:off x="308484" y="2699911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회원정보 작성</a:t>
            </a:r>
          </a:p>
        </p:txBody>
      </p:sp>
      <p:sp>
        <p:nvSpPr>
          <p:cNvPr id="47" name="모서리가 둥근 직사각형 31">
            <a:extLst>
              <a:ext uri="{FF2B5EF4-FFF2-40B4-BE49-F238E27FC236}">
                <a16:creationId xmlns:a16="http://schemas.microsoft.com/office/drawing/2014/main" id="{616AA94E-D3C7-BB6B-F0B7-403301319DEA}"/>
              </a:ext>
            </a:extLst>
          </p:cNvPr>
          <p:cNvSpPr/>
          <p:nvPr/>
        </p:nvSpPr>
        <p:spPr>
          <a:xfrm>
            <a:off x="308484" y="2905836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가입신청 완료</a:t>
            </a:r>
          </a:p>
        </p:txBody>
      </p:sp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9B0040B5-A18E-C08C-A3B7-6BBA5A7C4A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2059718"/>
              </p:ext>
            </p:extLst>
          </p:nvPr>
        </p:nvGraphicFramePr>
        <p:xfrm>
          <a:off x="4410221" y="3030280"/>
          <a:ext cx="144462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45435" imgH="145435" progId="Visio.Drawing.11">
                  <p:embed/>
                </p:oleObj>
              </mc:Choice>
              <mc:Fallback>
                <p:oleObj name="Visio" r:id="rId7" imgW="145435" imgH="145435" progId="Visio.Drawing.11">
                  <p:embed/>
                  <p:pic>
                    <p:nvPicPr>
                      <p:cNvPr id="6" name="개체 5">
                        <a:extLst>
                          <a:ext uri="{FF2B5EF4-FFF2-40B4-BE49-F238E27FC236}">
                            <a16:creationId xmlns:a16="http://schemas.microsoft.com/office/drawing/2014/main" id="{9B0040B5-A18E-C08C-A3B7-6BBA5A7C4A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0221" y="3030280"/>
                        <a:ext cx="144462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90BD8F-A916-8C5D-CA85-C762C7B2399B}"/>
              </a:ext>
            </a:extLst>
          </p:cNvPr>
          <p:cNvSpPr/>
          <p:nvPr/>
        </p:nvSpPr>
        <p:spPr>
          <a:xfrm>
            <a:off x="2827680" y="3401557"/>
            <a:ext cx="1985028" cy="3188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prstClr val="white"/>
                </a:solidFill>
              </a:rPr>
              <a:t>법정대리인 휴대폰인증하기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205018E-3953-9A98-FA8D-225386DD2290}"/>
              </a:ext>
            </a:extLst>
          </p:cNvPr>
          <p:cNvSpPr/>
          <p:nvPr/>
        </p:nvSpPr>
        <p:spPr>
          <a:xfrm>
            <a:off x="4442563" y="2202188"/>
            <a:ext cx="72006" cy="72006"/>
          </a:xfrm>
          <a:prstGeom prst="ellipse">
            <a:avLst/>
          </a:prstGeom>
          <a:solidFill>
            <a:srgbClr val="FF0000"/>
          </a:solidFill>
          <a:ln w="6350"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17" name="꺾인 연결선 106">
            <a:extLst>
              <a:ext uri="{FF2B5EF4-FFF2-40B4-BE49-F238E27FC236}">
                <a16:creationId xmlns:a16="http://schemas.microsoft.com/office/drawing/2014/main" id="{40B49965-FA27-1AC3-ECE0-BA4E6EBFF4B1}"/>
              </a:ext>
            </a:extLst>
          </p:cNvPr>
          <p:cNvCxnSpPr>
            <a:cxnSpLocks/>
            <a:stCxn id="16" idx="0"/>
            <a:endCxn id="14" idx="3"/>
          </p:cNvCxnSpPr>
          <p:nvPr/>
        </p:nvCxnSpPr>
        <p:spPr>
          <a:xfrm rot="16200000" flipH="1">
            <a:off x="3966232" y="2714522"/>
            <a:ext cx="1358810" cy="334142"/>
          </a:xfrm>
          <a:prstGeom prst="bentConnector4">
            <a:avLst>
              <a:gd name="adj1" fmla="val -16824"/>
              <a:gd name="adj2" fmla="val 287395"/>
            </a:avLst>
          </a:prstGeom>
          <a:ln w="63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111">
            <a:extLst>
              <a:ext uri="{FF2B5EF4-FFF2-40B4-BE49-F238E27FC236}">
                <a16:creationId xmlns:a16="http://schemas.microsoft.com/office/drawing/2014/main" id="{6D2DD28D-9534-5A80-66EC-4FB672B06A4C}"/>
              </a:ext>
            </a:extLst>
          </p:cNvPr>
          <p:cNvCxnSpPr>
            <a:cxnSpLocks/>
            <a:stCxn id="23" idx="0"/>
          </p:cNvCxnSpPr>
          <p:nvPr/>
        </p:nvCxnSpPr>
        <p:spPr>
          <a:xfrm rot="16200000" flipH="1" flipV="1">
            <a:off x="2742282" y="2293877"/>
            <a:ext cx="27765" cy="2187594"/>
          </a:xfrm>
          <a:prstGeom prst="bentConnector3">
            <a:avLst>
              <a:gd name="adj1" fmla="val -823339"/>
            </a:avLst>
          </a:prstGeom>
          <a:ln w="63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C089E822-20E0-D038-3F2D-C6577B3E4564}"/>
              </a:ext>
            </a:extLst>
          </p:cNvPr>
          <p:cNvSpPr/>
          <p:nvPr/>
        </p:nvSpPr>
        <p:spPr>
          <a:xfrm>
            <a:off x="3813959" y="3373792"/>
            <a:ext cx="72006" cy="72006"/>
          </a:xfrm>
          <a:prstGeom prst="ellipse">
            <a:avLst/>
          </a:prstGeom>
          <a:solidFill>
            <a:srgbClr val="FF0000"/>
          </a:solidFill>
          <a:ln w="6350"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AB5EAC-24A2-7B2F-F75B-7BB9F390A8B0}"/>
              </a:ext>
            </a:extLst>
          </p:cNvPr>
          <p:cNvSpPr/>
          <p:nvPr/>
        </p:nvSpPr>
        <p:spPr>
          <a:xfrm>
            <a:off x="1707935" y="3884498"/>
            <a:ext cx="4935647" cy="94865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b="1" dirty="0">
                <a:solidFill>
                  <a:prstClr val="black"/>
                </a:solidFill>
              </a:rPr>
              <a:t>※ </a:t>
            </a:r>
            <a:r>
              <a:rPr lang="ko-KR" altLang="en-US" sz="700" b="1" dirty="0">
                <a:solidFill>
                  <a:prstClr val="black"/>
                </a:solidFill>
              </a:rPr>
              <a:t>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이상 </a:t>
            </a:r>
            <a:r>
              <a:rPr lang="en-US" altLang="ko-KR" sz="700" b="1" dirty="0">
                <a:solidFill>
                  <a:prstClr val="black"/>
                </a:solidFill>
              </a:rPr>
              <a:t>: </a:t>
            </a:r>
            <a:r>
              <a:rPr lang="ko-KR" altLang="en-US" sz="700" b="1" dirty="0">
                <a:solidFill>
                  <a:prstClr val="black"/>
                </a:solidFill>
              </a:rPr>
              <a:t>오산시 거주자로 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이상일 경우 선택 하세요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700" b="1" dirty="0">
                <a:solidFill>
                  <a:prstClr val="black"/>
                </a:solidFill>
              </a:rPr>
              <a:t>※ </a:t>
            </a:r>
            <a:r>
              <a:rPr lang="ko-KR" altLang="en-US" sz="700" b="1" dirty="0">
                <a:solidFill>
                  <a:prstClr val="black"/>
                </a:solidFill>
              </a:rPr>
              <a:t>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미만</a:t>
            </a:r>
            <a:r>
              <a:rPr lang="en-US" altLang="ko-KR" sz="700" b="1" dirty="0">
                <a:solidFill>
                  <a:prstClr val="black"/>
                </a:solidFill>
              </a:rPr>
              <a:t> : </a:t>
            </a:r>
            <a:r>
              <a:rPr lang="ko-KR" altLang="en-US" sz="700" b="1" dirty="0">
                <a:solidFill>
                  <a:prstClr val="black"/>
                </a:solidFill>
              </a:rPr>
              <a:t>오산시 거주자로 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미만일 경우 선택 하세요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prstClr val="black"/>
                </a:solidFill>
              </a:rPr>
              <a:t>회원가입을 위해서는 본인확인을 거쳐야 합니다</a:t>
            </a:r>
            <a:r>
              <a:rPr lang="en-US" altLang="ko-KR" sz="700" b="1" dirty="0">
                <a:solidFill>
                  <a:prstClr val="black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prstClr val="black"/>
                </a:solidFill>
              </a:rPr>
              <a:t>본인확인 방식은 휴대폰 인증 절차를 통해 진행 됩니다</a:t>
            </a:r>
            <a:r>
              <a:rPr lang="en-US" altLang="ko-KR" sz="700" b="1" dirty="0">
                <a:solidFill>
                  <a:prstClr val="black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prstClr val="black"/>
                </a:solidFill>
              </a:rPr>
              <a:t>입력하신 정보는 회원님의 동의 없이 공개</a:t>
            </a:r>
            <a:r>
              <a:rPr lang="en-US" altLang="ko-KR" sz="700" b="1" dirty="0">
                <a:solidFill>
                  <a:prstClr val="black"/>
                </a:solidFill>
              </a:rPr>
              <a:t>/</a:t>
            </a:r>
            <a:r>
              <a:rPr lang="ko-KR" altLang="en-US" sz="700" b="1" dirty="0">
                <a:solidFill>
                  <a:prstClr val="black"/>
                </a:solidFill>
              </a:rPr>
              <a:t>제공 되지 않으며</a:t>
            </a:r>
            <a:r>
              <a:rPr lang="en-US" altLang="ko-KR" sz="700" b="1" dirty="0">
                <a:solidFill>
                  <a:prstClr val="black"/>
                </a:solidFill>
              </a:rPr>
              <a:t>, </a:t>
            </a:r>
            <a:r>
              <a:rPr lang="ko-KR" altLang="en-US" sz="700" b="1" dirty="0">
                <a:solidFill>
                  <a:prstClr val="black"/>
                </a:solidFill>
              </a:rPr>
              <a:t>이용약관 및 개인정보처리방침에 의해 안전하게 보호 됩니다</a:t>
            </a:r>
            <a:r>
              <a:rPr lang="en-US" altLang="ko-KR" sz="700" b="1" dirty="0">
                <a:solidFill>
                  <a:prstClr val="black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prstClr val="black"/>
                </a:solidFill>
              </a:rPr>
              <a:t>만 </a:t>
            </a:r>
            <a:r>
              <a:rPr lang="en-US" altLang="ko-KR" sz="700" b="1" dirty="0">
                <a:solidFill>
                  <a:prstClr val="black"/>
                </a:solidFill>
              </a:rPr>
              <a:t>14</a:t>
            </a:r>
            <a:r>
              <a:rPr lang="ko-KR" altLang="en-US" sz="700" b="1" dirty="0">
                <a:solidFill>
                  <a:prstClr val="black"/>
                </a:solidFill>
              </a:rPr>
              <a:t>세 미만일 경우 보호자</a:t>
            </a:r>
            <a:r>
              <a:rPr lang="en-US" altLang="ko-KR" sz="700" b="1" dirty="0">
                <a:solidFill>
                  <a:prstClr val="black"/>
                </a:solidFill>
              </a:rPr>
              <a:t>(</a:t>
            </a:r>
            <a:r>
              <a:rPr lang="ko-KR" altLang="en-US" sz="700" b="1" dirty="0">
                <a:solidFill>
                  <a:prstClr val="black"/>
                </a:solidFill>
              </a:rPr>
              <a:t>법정 대리인</a:t>
            </a:r>
            <a:r>
              <a:rPr lang="en-US" altLang="ko-KR" sz="700" b="1" dirty="0">
                <a:solidFill>
                  <a:prstClr val="black"/>
                </a:solidFill>
              </a:rPr>
              <a:t>)</a:t>
            </a:r>
            <a:r>
              <a:rPr lang="ko-KR" altLang="en-US" sz="700" b="1" dirty="0">
                <a:solidFill>
                  <a:prstClr val="black"/>
                </a:solidFill>
              </a:rPr>
              <a:t>의 동의가 필요하며</a:t>
            </a:r>
            <a:r>
              <a:rPr lang="en-US" altLang="ko-KR" sz="700" b="1" dirty="0">
                <a:solidFill>
                  <a:prstClr val="black"/>
                </a:solidFill>
              </a:rPr>
              <a:t>, </a:t>
            </a:r>
            <a:r>
              <a:rPr lang="ko-KR" altLang="en-US" sz="700" b="1" dirty="0">
                <a:solidFill>
                  <a:prstClr val="black"/>
                </a:solidFill>
              </a:rPr>
              <a:t>이를 위해 법정 대리인의 본인확인 절차가 있습니다</a:t>
            </a:r>
            <a:r>
              <a:rPr lang="en-US" altLang="ko-KR" sz="700" b="1" dirty="0">
                <a:solidFill>
                  <a:prstClr val="black"/>
                </a:solidFill>
              </a:rPr>
              <a:t>.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793D876-135B-4A93-EBB6-09F9A45C90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977" y="3401557"/>
            <a:ext cx="1438781" cy="2402032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9334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9BD95-30ED-DB40-4006-9090DF1FB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169930-D146-7BC5-58D7-ED9FAF3F79E4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 회원정보작성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C2F38C-40D6-2606-4CD4-ED843D866CE6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회원정보작성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1E80698D-7EE6-4CF6-E961-943860850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706498"/>
              </p:ext>
            </p:extLst>
          </p:nvPr>
        </p:nvGraphicFramePr>
        <p:xfrm>
          <a:off x="6969418" y="2548005"/>
          <a:ext cx="2772114" cy="321320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본인확인 화면에서 본인인증 또는 법정대리인 본인인증 절차를 진행을 완료 하면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 정보를 작성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 가입일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조회일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회원으로 가입할 사용자의 이름을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회원으로 가입할 사용자의 아이디 입력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&gt;&gt;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중복확인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사용이 가능합니다 또는 사용할 수 없는 아이디 입니다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사용할 수 없는 아이디는 다시 아이디를 입력한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중복확인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클릭하여 사용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가능합니다가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 되면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특수문자 조합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9~16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자리로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확인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비밀번호에서 입력한 비밀번호를 동일하게 재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휴대폰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14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세 이상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본인 휴대폰번호 설정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14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세 미만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본인 또는 보호자 휴대폰번호 설정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이메일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회원으로 가입할 사용자의 이메일 주소를 설정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생년월일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회원으로 가입할 사용자의 생년월일을 설정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성별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회원으로 가입할 사용자의 성별을 선택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다음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설정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다음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가입신청 완료 화면으로 이동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 취소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회원가입이 취소 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메인 화면으로 이동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7F2CA55E-55BB-B6C9-EA2E-295BD0BBD430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sm_information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374E3B5-E54C-5956-4A5F-00BF3F2A6946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04D7541F-1E8B-9183-83F8-A3CA97418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D86C1FE-C8EE-4CC5-5868-502F49078E60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800CB21-D045-074F-271F-18D2603C9843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E9268A-2F13-D5AB-DC71-698B680D385E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347054-3AAB-11CE-3416-E33F46C5553B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5E226B8-8C08-018A-5DC0-F59D8D134075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6D5132E-84FE-3070-9AC7-29BC388BEBD4}"/>
              </a:ext>
            </a:extLst>
          </p:cNvPr>
          <p:cNvSpPr/>
          <p:nvPr/>
        </p:nvSpPr>
        <p:spPr>
          <a:xfrm>
            <a:off x="165100" y="1790190"/>
            <a:ext cx="6732116" cy="41903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D9BAEEA-7037-2A17-75A0-7CB1194E3D08}"/>
              </a:ext>
            </a:extLst>
          </p:cNvPr>
          <p:cNvSpPr/>
          <p:nvPr/>
        </p:nvSpPr>
        <p:spPr>
          <a:xfrm>
            <a:off x="5714622" y="1879740"/>
            <a:ext cx="1064394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회원정보작성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3ADCB8C-5AEB-ACFB-6AC7-1401FCEB1F24}"/>
              </a:ext>
            </a:extLst>
          </p:cNvPr>
          <p:cNvSpPr/>
          <p:nvPr/>
        </p:nvSpPr>
        <p:spPr>
          <a:xfrm>
            <a:off x="236476" y="1844824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B95FED1-0F1F-1CB6-922B-53D06FEEE1ED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47E4582E-B71F-ECAA-48DD-7502AD447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AB4D5CF-09F4-36C5-B469-8E9B27722D55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598E49A-E796-F4F8-F375-AE3F12603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969581"/>
              </p:ext>
            </p:extLst>
          </p:nvPr>
        </p:nvGraphicFramePr>
        <p:xfrm>
          <a:off x="1424609" y="2240868"/>
          <a:ext cx="5365129" cy="2160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4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회원가입일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2025.10.13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확인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6E47FEE3-1310-001B-0820-D82796EE8B0A}"/>
              </a:ext>
            </a:extLst>
          </p:cNvPr>
          <p:cNvSpPr/>
          <p:nvPr/>
        </p:nvSpPr>
        <p:spPr>
          <a:xfrm>
            <a:off x="2216696" y="3004919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B3FF545-C22C-A891-2209-28B0991300E9}"/>
              </a:ext>
            </a:extLst>
          </p:cNvPr>
          <p:cNvSpPr/>
          <p:nvPr/>
        </p:nvSpPr>
        <p:spPr>
          <a:xfrm>
            <a:off x="3422794" y="3033920"/>
            <a:ext cx="225702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600" dirty="0">
                <a:solidFill>
                  <a:prstClr val="black"/>
                </a:solidFill>
              </a:rPr>
              <a:t>※ </a:t>
            </a:r>
            <a:r>
              <a:rPr lang="ko-KR" altLang="en-US" sz="600" dirty="0">
                <a:solidFill>
                  <a:prstClr val="black"/>
                </a:solidFill>
              </a:rPr>
              <a:t>비밀번호 생성은 문자</a:t>
            </a:r>
            <a:r>
              <a:rPr lang="en-US" altLang="ko-KR" sz="600" dirty="0">
                <a:solidFill>
                  <a:prstClr val="black"/>
                </a:solidFill>
              </a:rPr>
              <a:t>+</a:t>
            </a:r>
            <a:r>
              <a:rPr lang="ko-KR" altLang="en-US" sz="600" dirty="0">
                <a:solidFill>
                  <a:prstClr val="black"/>
                </a:solidFill>
              </a:rPr>
              <a:t>숫자</a:t>
            </a:r>
            <a:r>
              <a:rPr lang="en-US" altLang="ko-KR" sz="600" dirty="0">
                <a:solidFill>
                  <a:prstClr val="black"/>
                </a:solidFill>
              </a:rPr>
              <a:t>+</a:t>
            </a:r>
            <a:r>
              <a:rPr lang="ko-KR" altLang="en-US" sz="600" dirty="0">
                <a:solidFill>
                  <a:prstClr val="black"/>
                </a:solidFill>
              </a:rPr>
              <a:t>특수문자 조합 </a:t>
            </a:r>
            <a:r>
              <a:rPr lang="en-US" altLang="ko-KR" sz="600" dirty="0">
                <a:solidFill>
                  <a:prstClr val="black"/>
                </a:solidFill>
              </a:rPr>
              <a:t>9~16</a:t>
            </a:r>
            <a:r>
              <a:rPr lang="ko-KR" altLang="en-US" sz="600" dirty="0">
                <a:solidFill>
                  <a:prstClr val="black"/>
                </a:solidFill>
              </a:rPr>
              <a:t>자리로 입력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ECF6799-5D69-14D6-5BEA-EF962EBF23C6}"/>
              </a:ext>
            </a:extLst>
          </p:cNvPr>
          <p:cNvSpPr/>
          <p:nvPr/>
        </p:nvSpPr>
        <p:spPr>
          <a:xfrm>
            <a:off x="2216696" y="3246847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5" name="Picture 13">
            <a:extLst>
              <a:ext uri="{FF2B5EF4-FFF2-40B4-BE49-F238E27FC236}">
                <a16:creationId xmlns:a16="http://schemas.microsoft.com/office/drawing/2014/main" id="{C45FDA68-AB16-D1F6-6AEF-A1788E90D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104" y="3485659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20AE3C-BABD-DC2A-824C-1E1F76574CB9}"/>
              </a:ext>
            </a:extLst>
          </p:cNvPr>
          <p:cNvSpPr/>
          <p:nvPr/>
        </p:nvSpPr>
        <p:spPr>
          <a:xfrm>
            <a:off x="2216696" y="3485923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D8D8055-0213-7E8F-9E10-D1700270269F}"/>
              </a:ext>
            </a:extLst>
          </p:cNvPr>
          <p:cNvSpPr/>
          <p:nvPr/>
        </p:nvSpPr>
        <p:spPr>
          <a:xfrm>
            <a:off x="2887820" y="3485923"/>
            <a:ext cx="5236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1234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7B93513-9569-3948-B30F-28B0C6B9E30D}"/>
              </a:ext>
            </a:extLst>
          </p:cNvPr>
          <p:cNvSpPr/>
          <p:nvPr/>
        </p:nvSpPr>
        <p:spPr>
          <a:xfrm>
            <a:off x="2803800" y="3504062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CC3EB78-906A-959E-2178-1C7E637A78FC}"/>
              </a:ext>
            </a:extLst>
          </p:cNvPr>
          <p:cNvSpPr/>
          <p:nvPr/>
        </p:nvSpPr>
        <p:spPr>
          <a:xfrm>
            <a:off x="3540220" y="3485923"/>
            <a:ext cx="5236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4567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BCD1B34-E9DF-818C-1810-8D85A08D5BEC}"/>
              </a:ext>
            </a:extLst>
          </p:cNvPr>
          <p:cNvSpPr/>
          <p:nvPr/>
        </p:nvSpPr>
        <p:spPr>
          <a:xfrm>
            <a:off x="3456200" y="3504062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4DDE731-6061-6EEF-5FF6-1AA9F357C2CE}"/>
              </a:ext>
            </a:extLst>
          </p:cNvPr>
          <p:cNvSpPr/>
          <p:nvPr/>
        </p:nvSpPr>
        <p:spPr>
          <a:xfrm>
            <a:off x="2216696" y="3725629"/>
            <a:ext cx="5950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honggil12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Rectangle 191">
            <a:extLst>
              <a:ext uri="{FF2B5EF4-FFF2-40B4-BE49-F238E27FC236}">
                <a16:creationId xmlns:a16="http://schemas.microsoft.com/office/drawing/2014/main" id="{49D46870-A8C5-D1BD-3A55-BF87E14D4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4288" y="3743768"/>
            <a:ext cx="7854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latinLnBrk="0">
              <a:defRPr/>
            </a:pPr>
            <a:r>
              <a:rPr kumimoji="0" lang="en-US" altLang="ko-KR" sz="7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@</a:t>
            </a:r>
            <a:endParaRPr kumimoji="0" lang="ko-KR" altLang="en-US" sz="7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17E403C-B2A4-F8E1-DD4B-CA3D30E5FBA0}"/>
              </a:ext>
            </a:extLst>
          </p:cNvPr>
          <p:cNvSpPr/>
          <p:nvPr/>
        </p:nvSpPr>
        <p:spPr>
          <a:xfrm>
            <a:off x="4250021" y="3725726"/>
            <a:ext cx="649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직접입력</a:t>
            </a:r>
          </a:p>
        </p:txBody>
      </p:sp>
      <p:pic>
        <p:nvPicPr>
          <p:cNvPr id="40" name="Picture 13">
            <a:extLst>
              <a:ext uri="{FF2B5EF4-FFF2-40B4-BE49-F238E27FC236}">
                <a16:creationId xmlns:a16="http://schemas.microsoft.com/office/drawing/2014/main" id="{C62A466B-3BFB-3F8A-EF2C-4A8FDFC2C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193" y="3726982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292417EE-DE0B-CC13-4439-AB643826A2AC}"/>
              </a:ext>
            </a:extLst>
          </p:cNvPr>
          <p:cNvSpPr/>
          <p:nvPr/>
        </p:nvSpPr>
        <p:spPr>
          <a:xfrm>
            <a:off x="2945473" y="3725629"/>
            <a:ext cx="127860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naver.com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8" name="Picture 13">
            <a:extLst>
              <a:ext uri="{FF2B5EF4-FFF2-40B4-BE49-F238E27FC236}">
                <a16:creationId xmlns:a16="http://schemas.microsoft.com/office/drawing/2014/main" id="{ADEF9D38-7DCD-9D01-EBC2-C6D704D64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100" y="3964076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3569D0FD-7F04-A68D-6AFB-405B51C6D238}"/>
              </a:ext>
            </a:extLst>
          </p:cNvPr>
          <p:cNvSpPr/>
          <p:nvPr/>
        </p:nvSpPr>
        <p:spPr>
          <a:xfrm>
            <a:off x="2216696" y="3964340"/>
            <a:ext cx="43275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2008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년</a:t>
            </a:r>
          </a:p>
        </p:txBody>
      </p:sp>
      <p:pic>
        <p:nvPicPr>
          <p:cNvPr id="50" name="Picture 13">
            <a:extLst>
              <a:ext uri="{FF2B5EF4-FFF2-40B4-BE49-F238E27FC236}">
                <a16:creationId xmlns:a16="http://schemas.microsoft.com/office/drawing/2014/main" id="{2D7CA935-FE57-E864-5E25-6542AD3FF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255" y="3964076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AFB0D095-E202-7E1C-DCAD-8A0BF2556DA7}"/>
              </a:ext>
            </a:extLst>
          </p:cNvPr>
          <p:cNvSpPr/>
          <p:nvPr/>
        </p:nvSpPr>
        <p:spPr>
          <a:xfrm>
            <a:off x="2867851" y="3964340"/>
            <a:ext cx="43275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05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월</a:t>
            </a:r>
          </a:p>
        </p:txBody>
      </p:sp>
      <p:pic>
        <p:nvPicPr>
          <p:cNvPr id="52" name="Picture 13">
            <a:extLst>
              <a:ext uri="{FF2B5EF4-FFF2-40B4-BE49-F238E27FC236}">
                <a16:creationId xmlns:a16="http://schemas.microsoft.com/office/drawing/2014/main" id="{AD66347C-C680-250F-AD1D-F8B067EB6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1200" y="3964076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직사각형 55">
            <a:extLst>
              <a:ext uri="{FF2B5EF4-FFF2-40B4-BE49-F238E27FC236}">
                <a16:creationId xmlns:a16="http://schemas.microsoft.com/office/drawing/2014/main" id="{970E9260-6FC4-7F86-0FF8-8414D1FAC9B8}"/>
              </a:ext>
            </a:extLst>
          </p:cNvPr>
          <p:cNvSpPr/>
          <p:nvPr/>
        </p:nvSpPr>
        <p:spPr>
          <a:xfrm>
            <a:off x="3506796" y="3964340"/>
            <a:ext cx="43275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03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일</a:t>
            </a:r>
          </a:p>
        </p:txBody>
      </p:sp>
      <p:sp>
        <p:nvSpPr>
          <p:cNvPr id="57" name="Rectangle 191">
            <a:extLst>
              <a:ext uri="{FF2B5EF4-FFF2-40B4-BE49-F238E27FC236}">
                <a16:creationId xmlns:a16="http://schemas.microsoft.com/office/drawing/2014/main" id="{AF99A203-C363-9386-06AD-44B36031F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5693" y="4230554"/>
            <a:ext cx="8976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Rectangle 191">
            <a:extLst>
              <a:ext uri="{FF2B5EF4-FFF2-40B4-BE49-F238E27FC236}">
                <a16:creationId xmlns:a16="http://schemas.microsoft.com/office/drawing/2014/main" id="{CF8D9472-73FE-6424-5B39-594DA0A46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733" y="4230554"/>
            <a:ext cx="8976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9" name="개체 58">
            <a:extLst>
              <a:ext uri="{FF2B5EF4-FFF2-40B4-BE49-F238E27FC236}">
                <a16:creationId xmlns:a16="http://schemas.microsoft.com/office/drawing/2014/main" id="{EDD7ABD2-31A1-88AF-55B3-7E207934A8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173857"/>
              </p:ext>
            </p:extLst>
          </p:nvPr>
        </p:nvGraphicFramePr>
        <p:xfrm>
          <a:off x="2589056" y="4212184"/>
          <a:ext cx="144462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61" name="개체 60">
                        <a:extLst>
                          <a:ext uri="{FF2B5EF4-FFF2-40B4-BE49-F238E27FC236}">
                            <a16:creationId xmlns:a16="http://schemas.microsoft.com/office/drawing/2014/main" id="{6F953FBA-9018-9FBE-3676-C8D81E0FEF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056" y="4212184"/>
                        <a:ext cx="144462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개체 59">
            <a:extLst>
              <a:ext uri="{FF2B5EF4-FFF2-40B4-BE49-F238E27FC236}">
                <a16:creationId xmlns:a16="http://schemas.microsoft.com/office/drawing/2014/main" id="{CFC2C97D-A018-82C0-1F87-061D555F1E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76083"/>
              </p:ext>
            </p:extLst>
          </p:nvPr>
        </p:nvGraphicFramePr>
        <p:xfrm>
          <a:off x="2231091" y="4212184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45435" imgH="145435" progId="Visio.Drawing.11">
                  <p:embed/>
                </p:oleObj>
              </mc:Choice>
              <mc:Fallback>
                <p:oleObj name="Visio" r:id="rId6" imgW="145435" imgH="145435" progId="Visio.Drawing.11">
                  <p:embed/>
                  <p:pic>
                    <p:nvPicPr>
                      <p:cNvPr id="62" name="개체 61">
                        <a:extLst>
                          <a:ext uri="{FF2B5EF4-FFF2-40B4-BE49-F238E27FC236}">
                            <a16:creationId xmlns:a16="http://schemas.microsoft.com/office/drawing/2014/main" id="{9048E04F-B761-5D74-9A0F-8D9DC8FA21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1091" y="4212184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직사각형 60">
            <a:extLst>
              <a:ext uri="{FF2B5EF4-FFF2-40B4-BE49-F238E27FC236}">
                <a16:creationId xmlns:a16="http://schemas.microsoft.com/office/drawing/2014/main" id="{6142F393-45FA-9A46-55BC-67C45E285D12}"/>
              </a:ext>
            </a:extLst>
          </p:cNvPr>
          <p:cNvSpPr/>
          <p:nvPr/>
        </p:nvSpPr>
        <p:spPr>
          <a:xfrm>
            <a:off x="2216696" y="2768978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en-US" altLang="ko-KR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wizwig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2581526-87F3-9E4F-B3D0-05E4B832BF62}"/>
              </a:ext>
            </a:extLst>
          </p:cNvPr>
          <p:cNvSpPr/>
          <p:nvPr/>
        </p:nvSpPr>
        <p:spPr>
          <a:xfrm>
            <a:off x="3404828" y="2768962"/>
            <a:ext cx="514801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중복확인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4F6555F-E717-E939-46ED-259147E14C7E}"/>
              </a:ext>
            </a:extLst>
          </p:cNvPr>
          <p:cNvSpPr/>
          <p:nvPr/>
        </p:nvSpPr>
        <p:spPr>
          <a:xfrm>
            <a:off x="6266532" y="4527144"/>
            <a:ext cx="522720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다음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4D919A5-1F64-75E2-26E6-82689B80BC12}"/>
              </a:ext>
            </a:extLst>
          </p:cNvPr>
          <p:cNvSpPr/>
          <p:nvPr/>
        </p:nvSpPr>
        <p:spPr>
          <a:xfrm>
            <a:off x="5457056" y="4522240"/>
            <a:ext cx="738744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 취소</a:t>
            </a:r>
          </a:p>
        </p:txBody>
      </p:sp>
      <p:sp>
        <p:nvSpPr>
          <p:cNvPr id="65" name="모서리가 둥근 직사각형 51">
            <a:extLst>
              <a:ext uri="{FF2B5EF4-FFF2-40B4-BE49-F238E27FC236}">
                <a16:creationId xmlns:a16="http://schemas.microsoft.com/office/drawing/2014/main" id="{0D16E7C1-E706-A089-F755-0203BD3DB18F}"/>
              </a:ext>
            </a:extLst>
          </p:cNvPr>
          <p:cNvSpPr/>
          <p:nvPr/>
        </p:nvSpPr>
        <p:spPr>
          <a:xfrm>
            <a:off x="308484" y="2251756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이용약관 동의</a:t>
            </a:r>
          </a:p>
        </p:txBody>
      </p:sp>
      <p:sp>
        <p:nvSpPr>
          <p:cNvPr id="66" name="모서리가 둥근 직사각형 52">
            <a:extLst>
              <a:ext uri="{FF2B5EF4-FFF2-40B4-BE49-F238E27FC236}">
                <a16:creationId xmlns:a16="http://schemas.microsoft.com/office/drawing/2014/main" id="{ABF2EE5F-0934-847A-224E-8B9E82D2F416}"/>
              </a:ext>
            </a:extLst>
          </p:cNvPr>
          <p:cNvSpPr/>
          <p:nvPr/>
        </p:nvSpPr>
        <p:spPr>
          <a:xfrm>
            <a:off x="308484" y="2470218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본인확인</a:t>
            </a:r>
          </a:p>
        </p:txBody>
      </p:sp>
      <p:sp>
        <p:nvSpPr>
          <p:cNvPr id="67" name="모서리가 둥근 직사각형 53">
            <a:extLst>
              <a:ext uri="{FF2B5EF4-FFF2-40B4-BE49-F238E27FC236}">
                <a16:creationId xmlns:a16="http://schemas.microsoft.com/office/drawing/2014/main" id="{16B4561D-C5E1-BABE-B799-DC26E594641E}"/>
              </a:ext>
            </a:extLst>
          </p:cNvPr>
          <p:cNvSpPr/>
          <p:nvPr/>
        </p:nvSpPr>
        <p:spPr>
          <a:xfrm>
            <a:off x="308484" y="2680757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회원정보 작성</a:t>
            </a:r>
          </a:p>
        </p:txBody>
      </p:sp>
      <p:sp>
        <p:nvSpPr>
          <p:cNvPr id="68" name="모서리가 둥근 직사각형 54">
            <a:extLst>
              <a:ext uri="{FF2B5EF4-FFF2-40B4-BE49-F238E27FC236}">
                <a16:creationId xmlns:a16="http://schemas.microsoft.com/office/drawing/2014/main" id="{B75C6534-B8CE-DD49-C2FA-AEC74CC3DC44}"/>
              </a:ext>
            </a:extLst>
          </p:cNvPr>
          <p:cNvSpPr/>
          <p:nvPr/>
        </p:nvSpPr>
        <p:spPr>
          <a:xfrm>
            <a:off x="308484" y="2886682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가입신청 완료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CD8CF23-79FA-C9C8-530C-1C2622D07B20}"/>
              </a:ext>
            </a:extLst>
          </p:cNvPr>
          <p:cNvSpPr>
            <a:spLocks noChangeAspect="1"/>
          </p:cNvSpPr>
          <p:nvPr/>
        </p:nvSpPr>
        <p:spPr>
          <a:xfrm>
            <a:off x="1352407" y="216091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3214A1D-D9AF-FF06-3CFD-AD09959625C9}"/>
              </a:ext>
            </a:extLst>
          </p:cNvPr>
          <p:cNvSpPr>
            <a:spLocks noChangeAspect="1"/>
          </p:cNvSpPr>
          <p:nvPr/>
        </p:nvSpPr>
        <p:spPr>
          <a:xfrm>
            <a:off x="5288560" y="454924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A4F9DC-E402-DAF9-9E25-622174E3B566}"/>
              </a:ext>
            </a:extLst>
          </p:cNvPr>
          <p:cNvSpPr/>
          <p:nvPr/>
        </p:nvSpPr>
        <p:spPr>
          <a:xfrm>
            <a:off x="2216696" y="2528537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DDF98C4-2483-82AC-D1D0-83A8A9D2FB33}"/>
              </a:ext>
            </a:extLst>
          </p:cNvPr>
          <p:cNvSpPr/>
          <p:nvPr/>
        </p:nvSpPr>
        <p:spPr>
          <a:xfrm>
            <a:off x="3976064" y="2798777"/>
            <a:ext cx="107721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rgbClr val="FF0000"/>
                </a:solidFill>
              </a:rPr>
              <a:t>사용할 수 없는 아이디 입니다</a:t>
            </a:r>
            <a:r>
              <a:rPr lang="en-US" altLang="ko-KR" sz="600" dirty="0">
                <a:solidFill>
                  <a:srgbClr val="FF0000"/>
                </a:solidFill>
              </a:rPr>
              <a:t>.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035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153F0-28EA-4739-E293-783DBE4F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FA71C5-4F9A-03FC-BDEE-A6A9E5CC7C48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 회원정보작성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F19A23-1DB3-0DAE-2280-52CCD4022AAB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회원정보작성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126CD49D-CD73-2942-1FF8-271BB16E6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399536"/>
              </p:ext>
            </p:extLst>
          </p:nvPr>
        </p:nvGraphicFramePr>
        <p:xfrm>
          <a:off x="6969418" y="2548005"/>
          <a:ext cx="2772114" cy="52412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본인확인 화면에서 본인인증 또는 법정대리인 본인인증 절차를 진행을 완료 하면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본인확인에서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세 미만을 선택 했을 경우의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41698216-921D-B7E4-0AE1-68A06FF7939A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sm_information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BD9CD29-9B84-E566-D8EF-62531AE38742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DC1C99A5-1CB0-AE0D-37FE-B75F1E068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1CFADBD-D4A3-9E7B-FD23-DAADCAE2A301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33EC2B-8C82-C28B-0D88-D3B2C41928AF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3855FB-0D82-848D-2D25-458D5828C019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463687-92CC-770B-8927-A094A5DD779F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CB2E4A-C81E-BF8D-5A89-91947355FE75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796E817-9C0F-35BC-04BE-61DC94381A29}"/>
              </a:ext>
            </a:extLst>
          </p:cNvPr>
          <p:cNvSpPr/>
          <p:nvPr/>
        </p:nvSpPr>
        <p:spPr>
          <a:xfrm>
            <a:off x="165100" y="1790190"/>
            <a:ext cx="6732116" cy="41903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06E625D-E11C-2E01-EE8A-0B71A3D1EF8C}"/>
              </a:ext>
            </a:extLst>
          </p:cNvPr>
          <p:cNvSpPr/>
          <p:nvPr/>
        </p:nvSpPr>
        <p:spPr>
          <a:xfrm>
            <a:off x="5714622" y="1879740"/>
            <a:ext cx="1064394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회원정보작성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6051E98-383F-B43D-68F2-DEC82DE1A569}"/>
              </a:ext>
            </a:extLst>
          </p:cNvPr>
          <p:cNvSpPr/>
          <p:nvPr/>
        </p:nvSpPr>
        <p:spPr>
          <a:xfrm>
            <a:off x="236476" y="1844824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2E1F83B-5B1B-78D4-9888-1A2D6BB708E7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F7087EA2-52D7-B9B9-07A9-A47FD0DBD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BC3E1758-B3F8-5867-841C-1543390E8F79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8F8C953-1252-8506-6592-E774DDE90A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564113"/>
              </p:ext>
            </p:extLst>
          </p:nvPr>
        </p:nvGraphicFramePr>
        <p:xfrm>
          <a:off x="1424609" y="2240868"/>
          <a:ext cx="5365129" cy="2160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4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회원가입일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2025.10.13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확인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F17636ED-CD9A-ADA5-2957-04F7D1012A30}"/>
              </a:ext>
            </a:extLst>
          </p:cNvPr>
          <p:cNvSpPr/>
          <p:nvPr/>
        </p:nvSpPr>
        <p:spPr>
          <a:xfrm>
            <a:off x="2216696" y="3004919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2A6B643-BD92-11C2-DC4A-BDDDB4EFD1BD}"/>
              </a:ext>
            </a:extLst>
          </p:cNvPr>
          <p:cNvSpPr/>
          <p:nvPr/>
        </p:nvSpPr>
        <p:spPr>
          <a:xfrm>
            <a:off x="3422794" y="3033920"/>
            <a:ext cx="225702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600" dirty="0">
                <a:solidFill>
                  <a:prstClr val="black"/>
                </a:solidFill>
              </a:rPr>
              <a:t>※ </a:t>
            </a:r>
            <a:r>
              <a:rPr lang="ko-KR" altLang="en-US" sz="600" dirty="0">
                <a:solidFill>
                  <a:prstClr val="black"/>
                </a:solidFill>
              </a:rPr>
              <a:t>비밀번호 생성은 문자</a:t>
            </a:r>
            <a:r>
              <a:rPr lang="en-US" altLang="ko-KR" sz="600" dirty="0">
                <a:solidFill>
                  <a:prstClr val="black"/>
                </a:solidFill>
              </a:rPr>
              <a:t>+</a:t>
            </a:r>
            <a:r>
              <a:rPr lang="ko-KR" altLang="en-US" sz="600" dirty="0">
                <a:solidFill>
                  <a:prstClr val="black"/>
                </a:solidFill>
              </a:rPr>
              <a:t>숫자</a:t>
            </a:r>
            <a:r>
              <a:rPr lang="en-US" altLang="ko-KR" sz="600" dirty="0">
                <a:solidFill>
                  <a:prstClr val="black"/>
                </a:solidFill>
              </a:rPr>
              <a:t>+</a:t>
            </a:r>
            <a:r>
              <a:rPr lang="ko-KR" altLang="en-US" sz="600" dirty="0">
                <a:solidFill>
                  <a:prstClr val="black"/>
                </a:solidFill>
              </a:rPr>
              <a:t>특수문자 조합 </a:t>
            </a:r>
            <a:r>
              <a:rPr lang="en-US" altLang="ko-KR" sz="600" dirty="0">
                <a:solidFill>
                  <a:prstClr val="black"/>
                </a:solidFill>
              </a:rPr>
              <a:t>9~16</a:t>
            </a:r>
            <a:r>
              <a:rPr lang="ko-KR" altLang="en-US" sz="600" dirty="0">
                <a:solidFill>
                  <a:prstClr val="black"/>
                </a:solidFill>
              </a:rPr>
              <a:t>자리로 입력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0269677-7E15-2E22-448D-BC6FA4F83D49}"/>
              </a:ext>
            </a:extLst>
          </p:cNvPr>
          <p:cNvSpPr/>
          <p:nvPr/>
        </p:nvSpPr>
        <p:spPr>
          <a:xfrm>
            <a:off x="2216696" y="3246847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5" name="Picture 13">
            <a:extLst>
              <a:ext uri="{FF2B5EF4-FFF2-40B4-BE49-F238E27FC236}">
                <a16:creationId xmlns:a16="http://schemas.microsoft.com/office/drawing/2014/main" id="{28420AD5-F54D-A663-1FFB-273ACAB2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104" y="3485659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09EE75F4-1EE7-C37D-4CDE-E7F93DCDDBD5}"/>
              </a:ext>
            </a:extLst>
          </p:cNvPr>
          <p:cNvSpPr/>
          <p:nvPr/>
        </p:nvSpPr>
        <p:spPr>
          <a:xfrm>
            <a:off x="2216696" y="3485923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766A35C-4145-CD53-1015-F47802546531}"/>
              </a:ext>
            </a:extLst>
          </p:cNvPr>
          <p:cNvSpPr/>
          <p:nvPr/>
        </p:nvSpPr>
        <p:spPr>
          <a:xfrm>
            <a:off x="2887820" y="3485923"/>
            <a:ext cx="5236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1234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E36D5C2-EDF6-0F70-628F-F84DC7520673}"/>
              </a:ext>
            </a:extLst>
          </p:cNvPr>
          <p:cNvSpPr/>
          <p:nvPr/>
        </p:nvSpPr>
        <p:spPr>
          <a:xfrm>
            <a:off x="2803800" y="3504062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982525C-77D4-2531-9EAE-BBC723F878D5}"/>
              </a:ext>
            </a:extLst>
          </p:cNvPr>
          <p:cNvSpPr/>
          <p:nvPr/>
        </p:nvSpPr>
        <p:spPr>
          <a:xfrm>
            <a:off x="3540220" y="3485923"/>
            <a:ext cx="5236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4567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22FD235-3DD9-03C6-C66E-D56BCF39D3CD}"/>
              </a:ext>
            </a:extLst>
          </p:cNvPr>
          <p:cNvSpPr/>
          <p:nvPr/>
        </p:nvSpPr>
        <p:spPr>
          <a:xfrm>
            <a:off x="3456200" y="3504062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8998661-BE95-8342-1A37-A6918C639770}"/>
              </a:ext>
            </a:extLst>
          </p:cNvPr>
          <p:cNvSpPr/>
          <p:nvPr/>
        </p:nvSpPr>
        <p:spPr>
          <a:xfrm>
            <a:off x="2216696" y="3725629"/>
            <a:ext cx="5950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honggil12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Rectangle 191">
            <a:extLst>
              <a:ext uri="{FF2B5EF4-FFF2-40B4-BE49-F238E27FC236}">
                <a16:creationId xmlns:a16="http://schemas.microsoft.com/office/drawing/2014/main" id="{17F0F6F7-4B93-9177-E1BF-1010C97B7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4288" y="3743768"/>
            <a:ext cx="7854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latinLnBrk="0">
              <a:defRPr/>
            </a:pPr>
            <a:r>
              <a:rPr kumimoji="0" lang="en-US" altLang="ko-KR" sz="7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@</a:t>
            </a:r>
            <a:endParaRPr kumimoji="0" lang="ko-KR" altLang="en-US" sz="7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F39E1CD-9415-56A6-7B13-FE9998BAC9C5}"/>
              </a:ext>
            </a:extLst>
          </p:cNvPr>
          <p:cNvSpPr/>
          <p:nvPr/>
        </p:nvSpPr>
        <p:spPr>
          <a:xfrm>
            <a:off x="4250021" y="3725726"/>
            <a:ext cx="649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직접입력</a:t>
            </a:r>
          </a:p>
        </p:txBody>
      </p:sp>
      <p:pic>
        <p:nvPicPr>
          <p:cNvPr id="40" name="Picture 13">
            <a:extLst>
              <a:ext uri="{FF2B5EF4-FFF2-40B4-BE49-F238E27FC236}">
                <a16:creationId xmlns:a16="http://schemas.microsoft.com/office/drawing/2014/main" id="{E939CEE3-AFA3-4449-4E06-D1B600FE8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193" y="3726982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18868A12-95CC-67E9-7205-7B5A4F6826E4}"/>
              </a:ext>
            </a:extLst>
          </p:cNvPr>
          <p:cNvSpPr/>
          <p:nvPr/>
        </p:nvSpPr>
        <p:spPr>
          <a:xfrm>
            <a:off x="2945473" y="3725629"/>
            <a:ext cx="127860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naver.com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8" name="Picture 13">
            <a:extLst>
              <a:ext uri="{FF2B5EF4-FFF2-40B4-BE49-F238E27FC236}">
                <a16:creationId xmlns:a16="http://schemas.microsoft.com/office/drawing/2014/main" id="{C6FC7DE6-5E81-2753-3EC1-55A95650D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100" y="3964076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B5E017CB-3B50-077E-CC07-72CB39E8D2BF}"/>
              </a:ext>
            </a:extLst>
          </p:cNvPr>
          <p:cNvSpPr/>
          <p:nvPr/>
        </p:nvSpPr>
        <p:spPr>
          <a:xfrm>
            <a:off x="2216696" y="3964340"/>
            <a:ext cx="43275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2008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년</a:t>
            </a:r>
          </a:p>
        </p:txBody>
      </p:sp>
      <p:pic>
        <p:nvPicPr>
          <p:cNvPr id="50" name="Picture 13">
            <a:extLst>
              <a:ext uri="{FF2B5EF4-FFF2-40B4-BE49-F238E27FC236}">
                <a16:creationId xmlns:a16="http://schemas.microsoft.com/office/drawing/2014/main" id="{463BB9C8-DE74-C7BC-B30E-9906F36D0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255" y="3964076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EAA87524-2227-B459-23BB-C2973B1850E2}"/>
              </a:ext>
            </a:extLst>
          </p:cNvPr>
          <p:cNvSpPr/>
          <p:nvPr/>
        </p:nvSpPr>
        <p:spPr>
          <a:xfrm>
            <a:off x="2867851" y="3964340"/>
            <a:ext cx="43275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05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월</a:t>
            </a:r>
          </a:p>
        </p:txBody>
      </p:sp>
      <p:pic>
        <p:nvPicPr>
          <p:cNvPr id="52" name="Picture 13">
            <a:extLst>
              <a:ext uri="{FF2B5EF4-FFF2-40B4-BE49-F238E27FC236}">
                <a16:creationId xmlns:a16="http://schemas.microsoft.com/office/drawing/2014/main" id="{950DC919-B407-3AFA-AB76-06EBB927C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1200" y="3964076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직사각형 55">
            <a:extLst>
              <a:ext uri="{FF2B5EF4-FFF2-40B4-BE49-F238E27FC236}">
                <a16:creationId xmlns:a16="http://schemas.microsoft.com/office/drawing/2014/main" id="{B44CD9C2-5756-CC2B-8749-1F7F0387C9C1}"/>
              </a:ext>
            </a:extLst>
          </p:cNvPr>
          <p:cNvSpPr/>
          <p:nvPr/>
        </p:nvSpPr>
        <p:spPr>
          <a:xfrm>
            <a:off x="3506796" y="3964340"/>
            <a:ext cx="43275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03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일</a:t>
            </a:r>
          </a:p>
        </p:txBody>
      </p:sp>
      <p:sp>
        <p:nvSpPr>
          <p:cNvPr id="57" name="Rectangle 191">
            <a:extLst>
              <a:ext uri="{FF2B5EF4-FFF2-40B4-BE49-F238E27FC236}">
                <a16:creationId xmlns:a16="http://schemas.microsoft.com/office/drawing/2014/main" id="{36000422-0F72-8B95-74DE-6184A225D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5693" y="4230554"/>
            <a:ext cx="8976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Rectangle 191">
            <a:extLst>
              <a:ext uri="{FF2B5EF4-FFF2-40B4-BE49-F238E27FC236}">
                <a16:creationId xmlns:a16="http://schemas.microsoft.com/office/drawing/2014/main" id="{5C88EBFC-7F8D-36D9-691B-69DAB2AB7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733" y="4230554"/>
            <a:ext cx="8976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9" name="개체 58">
            <a:extLst>
              <a:ext uri="{FF2B5EF4-FFF2-40B4-BE49-F238E27FC236}">
                <a16:creationId xmlns:a16="http://schemas.microsoft.com/office/drawing/2014/main" id="{E1FA59AE-0277-693D-7C25-9E3B6BC597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9056" y="4212184"/>
          <a:ext cx="144462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59" name="개체 58">
                        <a:extLst>
                          <a:ext uri="{FF2B5EF4-FFF2-40B4-BE49-F238E27FC236}">
                            <a16:creationId xmlns:a16="http://schemas.microsoft.com/office/drawing/2014/main" id="{EDD7ABD2-31A1-88AF-55B3-7E207934A8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056" y="4212184"/>
                        <a:ext cx="144462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개체 59">
            <a:extLst>
              <a:ext uri="{FF2B5EF4-FFF2-40B4-BE49-F238E27FC236}">
                <a16:creationId xmlns:a16="http://schemas.microsoft.com/office/drawing/2014/main" id="{282E1562-BFEE-4FA8-3644-4904A02550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1091" y="4212184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45435" imgH="145435" progId="Visio.Drawing.11">
                  <p:embed/>
                </p:oleObj>
              </mc:Choice>
              <mc:Fallback>
                <p:oleObj name="Visio" r:id="rId6" imgW="145435" imgH="145435" progId="Visio.Drawing.11">
                  <p:embed/>
                  <p:pic>
                    <p:nvPicPr>
                      <p:cNvPr id="60" name="개체 59">
                        <a:extLst>
                          <a:ext uri="{FF2B5EF4-FFF2-40B4-BE49-F238E27FC236}">
                            <a16:creationId xmlns:a16="http://schemas.microsoft.com/office/drawing/2014/main" id="{CFC2C97D-A018-82C0-1F87-061D555F1E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1091" y="4212184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직사각형 60">
            <a:extLst>
              <a:ext uri="{FF2B5EF4-FFF2-40B4-BE49-F238E27FC236}">
                <a16:creationId xmlns:a16="http://schemas.microsoft.com/office/drawing/2014/main" id="{62960242-DF00-ABA6-6900-5114A3ABF895}"/>
              </a:ext>
            </a:extLst>
          </p:cNvPr>
          <p:cNvSpPr/>
          <p:nvPr/>
        </p:nvSpPr>
        <p:spPr>
          <a:xfrm>
            <a:off x="2216696" y="2768978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en-US" altLang="ko-KR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wizwig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0A010A8-FF55-7038-C470-96537C458C44}"/>
              </a:ext>
            </a:extLst>
          </p:cNvPr>
          <p:cNvSpPr/>
          <p:nvPr/>
        </p:nvSpPr>
        <p:spPr>
          <a:xfrm>
            <a:off x="3404828" y="2768962"/>
            <a:ext cx="514801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중복확인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CD444A0-1EB1-CD1E-D5EE-F134D43CBC6F}"/>
              </a:ext>
            </a:extLst>
          </p:cNvPr>
          <p:cNvSpPr/>
          <p:nvPr/>
        </p:nvSpPr>
        <p:spPr>
          <a:xfrm>
            <a:off x="6266532" y="4527144"/>
            <a:ext cx="522720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다음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380E560-6A3E-32DA-0A6C-AB49BD7E0521}"/>
              </a:ext>
            </a:extLst>
          </p:cNvPr>
          <p:cNvSpPr/>
          <p:nvPr/>
        </p:nvSpPr>
        <p:spPr>
          <a:xfrm>
            <a:off x="5457056" y="4522240"/>
            <a:ext cx="738744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 취소</a:t>
            </a:r>
          </a:p>
        </p:txBody>
      </p:sp>
      <p:sp>
        <p:nvSpPr>
          <p:cNvPr id="65" name="모서리가 둥근 직사각형 51">
            <a:extLst>
              <a:ext uri="{FF2B5EF4-FFF2-40B4-BE49-F238E27FC236}">
                <a16:creationId xmlns:a16="http://schemas.microsoft.com/office/drawing/2014/main" id="{1AAD063C-42CC-7753-02BC-5CCDF8791A96}"/>
              </a:ext>
            </a:extLst>
          </p:cNvPr>
          <p:cNvSpPr/>
          <p:nvPr/>
        </p:nvSpPr>
        <p:spPr>
          <a:xfrm>
            <a:off x="308484" y="2251756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이용약관 동의</a:t>
            </a:r>
          </a:p>
        </p:txBody>
      </p:sp>
      <p:sp>
        <p:nvSpPr>
          <p:cNvPr id="66" name="모서리가 둥근 직사각형 52">
            <a:extLst>
              <a:ext uri="{FF2B5EF4-FFF2-40B4-BE49-F238E27FC236}">
                <a16:creationId xmlns:a16="http://schemas.microsoft.com/office/drawing/2014/main" id="{4C751AEA-7D96-5E64-12AC-583039AFB103}"/>
              </a:ext>
            </a:extLst>
          </p:cNvPr>
          <p:cNvSpPr/>
          <p:nvPr/>
        </p:nvSpPr>
        <p:spPr>
          <a:xfrm>
            <a:off x="308484" y="2470218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본인확인</a:t>
            </a:r>
          </a:p>
        </p:txBody>
      </p:sp>
      <p:sp>
        <p:nvSpPr>
          <p:cNvPr id="67" name="모서리가 둥근 직사각형 53">
            <a:extLst>
              <a:ext uri="{FF2B5EF4-FFF2-40B4-BE49-F238E27FC236}">
                <a16:creationId xmlns:a16="http://schemas.microsoft.com/office/drawing/2014/main" id="{198B9811-6CD9-EDB4-B38A-1A78ABD31897}"/>
              </a:ext>
            </a:extLst>
          </p:cNvPr>
          <p:cNvSpPr/>
          <p:nvPr/>
        </p:nvSpPr>
        <p:spPr>
          <a:xfrm>
            <a:off x="308484" y="2680757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회원정보 작성</a:t>
            </a:r>
          </a:p>
        </p:txBody>
      </p:sp>
      <p:sp>
        <p:nvSpPr>
          <p:cNvPr id="68" name="모서리가 둥근 직사각형 54">
            <a:extLst>
              <a:ext uri="{FF2B5EF4-FFF2-40B4-BE49-F238E27FC236}">
                <a16:creationId xmlns:a16="http://schemas.microsoft.com/office/drawing/2014/main" id="{0C08D040-4E4B-5F4B-B39E-7AB5111FAE57}"/>
              </a:ext>
            </a:extLst>
          </p:cNvPr>
          <p:cNvSpPr/>
          <p:nvPr/>
        </p:nvSpPr>
        <p:spPr>
          <a:xfrm>
            <a:off x="308484" y="2886682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가입신청 완료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A0079A-FB11-ED18-7E40-B95D93DA4712}"/>
              </a:ext>
            </a:extLst>
          </p:cNvPr>
          <p:cNvSpPr/>
          <p:nvPr/>
        </p:nvSpPr>
        <p:spPr>
          <a:xfrm>
            <a:off x="2216696" y="2528537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ABBFDB4-91C0-19F2-73FB-4D45FE85060A}"/>
              </a:ext>
            </a:extLst>
          </p:cNvPr>
          <p:cNvSpPr/>
          <p:nvPr/>
        </p:nvSpPr>
        <p:spPr>
          <a:xfrm>
            <a:off x="3976064" y="2798777"/>
            <a:ext cx="670055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600"/>
              <a:t>사용이 가능 합니다</a:t>
            </a:r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176815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EA27A-0FCA-E7FC-F4C5-F56BBEF0B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3E6F00-D3B8-2605-B38C-147016F02B68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 가입신청완료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81A3DC-B533-E257-7290-1787BC9A7F90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가입신청완료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045860B2-71BE-EEEC-2B87-496610066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220033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회원정보작성에서 회원정보 작성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다음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홈페이지 로그인으로 이동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홈페이지 메인 화면으로 이동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A677B561-4D14-65E9-CCF2-0108AC04413A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sm_join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47A1013-829E-4250-BEE8-E665628EF4C9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F16A78B7-6D69-E6F3-AF8D-87E55BBDF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096F054-F69F-C85E-AFB6-9ED27D55FA52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307497-369F-7A87-4701-B1D1A8A30CA4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7EAE57-B5E6-89B8-22F4-48F848ABE82E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055DFD-EFB6-C33A-045D-FE7F6A683523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6F06DF1-9985-C24E-EF76-C66EA31D1012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953857-2548-7A11-BA2C-7644EEFB3406}"/>
              </a:ext>
            </a:extLst>
          </p:cNvPr>
          <p:cNvSpPr/>
          <p:nvPr/>
        </p:nvSpPr>
        <p:spPr>
          <a:xfrm>
            <a:off x="165100" y="1790190"/>
            <a:ext cx="6732116" cy="41903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BD0BCE-8B43-92AD-A668-54AA867DECA3}"/>
              </a:ext>
            </a:extLst>
          </p:cNvPr>
          <p:cNvSpPr/>
          <p:nvPr/>
        </p:nvSpPr>
        <p:spPr>
          <a:xfrm>
            <a:off x="5714622" y="1879740"/>
            <a:ext cx="1064394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가입신청완료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F4924A-B242-C35C-11D5-8909424C015C}"/>
              </a:ext>
            </a:extLst>
          </p:cNvPr>
          <p:cNvSpPr/>
          <p:nvPr/>
        </p:nvSpPr>
        <p:spPr>
          <a:xfrm>
            <a:off x="236476" y="1844824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D8AE508-18BA-7BA4-11DC-F2F5517A3282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BA69FC6E-5F40-EA62-E281-F3B8D4EA7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A8B078B2-087E-9351-6AEB-D54A61F0645C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sp>
        <p:nvSpPr>
          <p:cNvPr id="8" name="모서리가 둥근 직사각형 27">
            <a:extLst>
              <a:ext uri="{FF2B5EF4-FFF2-40B4-BE49-F238E27FC236}">
                <a16:creationId xmlns:a16="http://schemas.microsoft.com/office/drawing/2014/main" id="{B800F324-E7A2-F0EF-53C7-F88D47CB5500}"/>
              </a:ext>
            </a:extLst>
          </p:cNvPr>
          <p:cNvSpPr/>
          <p:nvPr/>
        </p:nvSpPr>
        <p:spPr>
          <a:xfrm>
            <a:off x="308484" y="2250006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이용약관 동의</a:t>
            </a:r>
          </a:p>
        </p:txBody>
      </p:sp>
      <p:sp>
        <p:nvSpPr>
          <p:cNvPr id="13" name="모서리가 둥근 직사각형 29">
            <a:extLst>
              <a:ext uri="{FF2B5EF4-FFF2-40B4-BE49-F238E27FC236}">
                <a16:creationId xmlns:a16="http://schemas.microsoft.com/office/drawing/2014/main" id="{D74D8905-7431-282E-D6B5-8F91F81FA35B}"/>
              </a:ext>
            </a:extLst>
          </p:cNvPr>
          <p:cNvSpPr/>
          <p:nvPr/>
        </p:nvSpPr>
        <p:spPr>
          <a:xfrm>
            <a:off x="308484" y="2468468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본인확인</a:t>
            </a:r>
          </a:p>
        </p:txBody>
      </p:sp>
      <p:sp>
        <p:nvSpPr>
          <p:cNvPr id="14" name="모서리가 둥근 직사각형 30">
            <a:extLst>
              <a:ext uri="{FF2B5EF4-FFF2-40B4-BE49-F238E27FC236}">
                <a16:creationId xmlns:a16="http://schemas.microsoft.com/office/drawing/2014/main" id="{22D8432E-DBE0-A240-C1DB-7C4A6FDE61E5}"/>
              </a:ext>
            </a:extLst>
          </p:cNvPr>
          <p:cNvSpPr/>
          <p:nvPr/>
        </p:nvSpPr>
        <p:spPr>
          <a:xfrm>
            <a:off x="308484" y="2679007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회원정보 작성</a:t>
            </a:r>
          </a:p>
        </p:txBody>
      </p:sp>
      <p:sp>
        <p:nvSpPr>
          <p:cNvPr id="16" name="모서리가 둥근 직사각형 31">
            <a:extLst>
              <a:ext uri="{FF2B5EF4-FFF2-40B4-BE49-F238E27FC236}">
                <a16:creationId xmlns:a16="http://schemas.microsoft.com/office/drawing/2014/main" id="{33CA6A6F-15F2-A324-2F72-7A93CA5A6EA6}"/>
              </a:ext>
            </a:extLst>
          </p:cNvPr>
          <p:cNvSpPr/>
          <p:nvPr/>
        </p:nvSpPr>
        <p:spPr>
          <a:xfrm>
            <a:off x="308484" y="2884932"/>
            <a:ext cx="828000" cy="172138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solidFill>
                  <a:prstClr val="black"/>
                </a:solidFill>
              </a:rPr>
              <a:t>가입신청 완료</a:t>
            </a:r>
          </a:p>
        </p:txBody>
      </p:sp>
      <p:sp>
        <p:nvSpPr>
          <p:cNvPr id="17" name="모서리가 둥근 직사각형 26">
            <a:extLst>
              <a:ext uri="{FF2B5EF4-FFF2-40B4-BE49-F238E27FC236}">
                <a16:creationId xmlns:a16="http://schemas.microsoft.com/office/drawing/2014/main" id="{9FA88399-64D2-5843-F813-E3E3C4B282A8}"/>
              </a:ext>
            </a:extLst>
          </p:cNvPr>
          <p:cNvSpPr/>
          <p:nvPr/>
        </p:nvSpPr>
        <p:spPr>
          <a:xfrm>
            <a:off x="3252215" y="2246999"/>
            <a:ext cx="1516911" cy="1192389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700" b="1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62F06AB-3DED-ABA6-8B0C-9DF148283242}"/>
              </a:ext>
            </a:extLst>
          </p:cNvPr>
          <p:cNvSpPr/>
          <p:nvPr/>
        </p:nvSpPr>
        <p:spPr>
          <a:xfrm>
            <a:off x="3508930" y="3110481"/>
            <a:ext cx="1003480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 가입 신청완료</a:t>
            </a:r>
            <a:endParaRPr lang="ko-KR" altLang="en-US" sz="800" b="1" dirty="0">
              <a:solidFill>
                <a:prstClr val="black"/>
              </a:solidFill>
            </a:endParaRPr>
          </a:p>
        </p:txBody>
      </p:sp>
      <p:pic>
        <p:nvPicPr>
          <p:cNvPr id="22" name="Picture 6" descr="D:\05 문서\02 문서 디자인\아이콘\icon\User (1).png">
            <a:extLst>
              <a:ext uri="{FF2B5EF4-FFF2-40B4-BE49-F238E27FC236}">
                <a16:creationId xmlns:a16="http://schemas.microsoft.com/office/drawing/2014/main" id="{0AA00319-E119-0BC8-C3F4-FC6F2FFF7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451" y="2348880"/>
            <a:ext cx="626400" cy="62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ED225B32-1F6A-051E-F986-00A659DABC57}"/>
              </a:ext>
            </a:extLst>
          </p:cNvPr>
          <p:cNvSpPr/>
          <p:nvPr/>
        </p:nvSpPr>
        <p:spPr>
          <a:xfrm>
            <a:off x="1777249" y="3655412"/>
            <a:ext cx="4651915" cy="5302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800" b="1" dirty="0">
                <a:solidFill>
                  <a:prstClr val="black"/>
                </a:solidFill>
              </a:rPr>
              <a:t>회원가입 신청이 완료 되었습니다</a:t>
            </a:r>
            <a:r>
              <a:rPr lang="en-US" altLang="ko-KR" sz="800" b="1" dirty="0">
                <a:solidFill>
                  <a:prstClr val="black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800" b="1" dirty="0">
                <a:solidFill>
                  <a:prstClr val="black"/>
                </a:solidFill>
              </a:rPr>
              <a:t>필요 시 담당자 승인 후 로그인 및 서비스 이용이 가능할 수 있으니 이점 유의해 주시기 바랍니다</a:t>
            </a:r>
            <a:r>
              <a:rPr lang="en-US" altLang="ko-KR" sz="800" b="1" dirty="0">
                <a:solidFill>
                  <a:prstClr val="black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800" b="1" dirty="0">
                <a:solidFill>
                  <a:prstClr val="black"/>
                </a:solidFill>
              </a:rPr>
              <a:t>보다 자세한 내용은 담당자에게 문의 하시기 바랍니다</a:t>
            </a:r>
            <a:r>
              <a:rPr lang="en-US" altLang="ko-KR" sz="800" b="1" dirty="0">
                <a:solidFill>
                  <a:prstClr val="black"/>
                </a:solidFill>
              </a:rPr>
              <a:t>.</a:t>
            </a:r>
            <a:endParaRPr lang="ko-KR" altLang="en-US" sz="800" b="1" dirty="0">
              <a:solidFill>
                <a:prstClr val="black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84CC67E-3A50-946D-BC6B-58360B9B1FA3}"/>
              </a:ext>
            </a:extLst>
          </p:cNvPr>
          <p:cNvSpPr/>
          <p:nvPr/>
        </p:nvSpPr>
        <p:spPr>
          <a:xfrm>
            <a:off x="3020137" y="4411496"/>
            <a:ext cx="1985028" cy="3188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prstClr val="white"/>
                </a:solidFill>
              </a:rPr>
              <a:t>홈페이지 로그인으로 이동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04B1750-90FC-4325-8C97-50D9883200DC}"/>
              </a:ext>
            </a:extLst>
          </p:cNvPr>
          <p:cNvSpPr>
            <a:spLocks noChangeAspect="1"/>
          </p:cNvSpPr>
          <p:nvPr/>
        </p:nvSpPr>
        <p:spPr>
          <a:xfrm>
            <a:off x="2849013" y="449893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4794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2DFC8-F027-AEF9-A74A-71BB2AC74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1295502C-926A-5A5C-7045-BA9717BA8306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C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D7D7D7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O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NTENT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S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5FA14C16-CBDD-0A26-C95D-3E159829A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홈페이지 회원 아이디 및 비밀번호 찾기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아이디 찾기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비밀번호 찾기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4BAC061A-49F4-3C8B-A424-0252658BE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37030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아이디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비밀번호찾기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B720FB99-6733-983D-E45F-F33D9F5F9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02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8061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15AF9-4F3B-CEFE-6B5B-100587D90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DBA35665-5588-0D2C-E41F-DE560F3B50B6}"/>
              </a:ext>
            </a:extLst>
          </p:cNvPr>
          <p:cNvGraphicFramePr>
            <a:graphicFrameLocks/>
          </p:cNvGraphicFramePr>
          <p:nvPr/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홈페이지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DF9B1807-69A9-A564-6CD7-B92D9090CD59}"/>
              </a:ext>
            </a:extLst>
          </p:cNvPr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 홈페이지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501C2BBA-F79A-BB61-D25F-84DD44B4F5FD}"/>
              </a:ext>
            </a:extLst>
          </p:cNvPr>
          <p:cNvSpPr/>
          <p:nvPr/>
        </p:nvSpPr>
        <p:spPr>
          <a:xfrm>
            <a:off x="16446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메인</a:t>
            </a: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A98D53F7-4CB0-D128-5B9E-AE5C972BFFE0}"/>
              </a:ext>
            </a:extLst>
          </p:cNvPr>
          <p:cNvSpPr/>
          <p:nvPr/>
        </p:nvSpPr>
        <p:spPr>
          <a:xfrm>
            <a:off x="1068205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로그인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16A66E35-C522-BAFC-DEF2-2FE211EEFD9B}"/>
              </a:ext>
            </a:extLst>
          </p:cNvPr>
          <p:cNvSpPr/>
          <p:nvPr/>
        </p:nvSpPr>
        <p:spPr>
          <a:xfrm>
            <a:off x="197625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E3675877-62F7-75CC-22E2-75777EC101DA}"/>
              </a:ext>
            </a:extLst>
          </p:cNvPr>
          <p:cNvSpPr/>
          <p:nvPr/>
        </p:nvSpPr>
        <p:spPr>
          <a:xfrm>
            <a:off x="291928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ID/PW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찾기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9BD4249A-CB72-3BB4-EA00-82245A7B1D16}"/>
              </a:ext>
            </a:extLst>
          </p:cNvPr>
          <p:cNvSpPr/>
          <p:nvPr/>
        </p:nvSpPr>
        <p:spPr>
          <a:xfrm>
            <a:off x="3859353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DD68CAB8-1707-C3C8-8738-79AD3AFB39E9}"/>
              </a:ext>
            </a:extLst>
          </p:cNvPr>
          <p:cNvSpPr/>
          <p:nvPr/>
        </p:nvSpPr>
        <p:spPr>
          <a:xfrm>
            <a:off x="4772461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04C808A4-4CD6-FFC1-3519-A89176D3A25D}"/>
              </a:ext>
            </a:extLst>
          </p:cNvPr>
          <p:cNvSpPr/>
          <p:nvPr/>
        </p:nvSpPr>
        <p:spPr>
          <a:xfrm>
            <a:off x="887690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마이페이지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F858B4BB-22EA-E180-C991-C4567D87E94E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rot="5400000" flipH="1" flipV="1">
            <a:off x="2641771" y="-295398"/>
            <a:ext cx="343487" cy="443409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>
            <a:extLst>
              <a:ext uri="{FF2B5EF4-FFF2-40B4-BE49-F238E27FC236}">
                <a16:creationId xmlns:a16="http://schemas.microsoft.com/office/drawing/2014/main" id="{8314FFE6-F98A-54BA-0738-1EF0B1D675D0}"/>
              </a:ext>
            </a:extLst>
          </p:cNvPr>
          <p:cNvCxnSpPr>
            <a:stCxn id="81" idx="0"/>
            <a:endCxn id="75" idx="2"/>
          </p:cNvCxnSpPr>
          <p:nvPr/>
        </p:nvCxnSpPr>
        <p:spPr>
          <a:xfrm rot="5400000" flipH="1" flipV="1">
            <a:off x="3093640" y="156470"/>
            <a:ext cx="343487" cy="353035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>
            <a:extLst>
              <a:ext uri="{FF2B5EF4-FFF2-40B4-BE49-F238E27FC236}">
                <a16:creationId xmlns:a16="http://schemas.microsoft.com/office/drawing/2014/main" id="{F5DA35C4-909F-EE0D-966F-7004F4712AE9}"/>
              </a:ext>
            </a:extLst>
          </p:cNvPr>
          <p:cNvCxnSpPr>
            <a:stCxn id="82" idx="0"/>
            <a:endCxn id="75" idx="2"/>
          </p:cNvCxnSpPr>
          <p:nvPr/>
        </p:nvCxnSpPr>
        <p:spPr>
          <a:xfrm rot="5400000" flipH="1" flipV="1">
            <a:off x="3547663" y="610494"/>
            <a:ext cx="343487" cy="262230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>
            <a:extLst>
              <a:ext uri="{FF2B5EF4-FFF2-40B4-BE49-F238E27FC236}">
                <a16:creationId xmlns:a16="http://schemas.microsoft.com/office/drawing/2014/main" id="{460BAD6F-8BCF-7FD9-B65E-FDD39AE39460}"/>
              </a:ext>
            </a:extLst>
          </p:cNvPr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4019177" y="1082008"/>
            <a:ext cx="343487" cy="167928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>
            <a:extLst>
              <a:ext uri="{FF2B5EF4-FFF2-40B4-BE49-F238E27FC236}">
                <a16:creationId xmlns:a16="http://schemas.microsoft.com/office/drawing/2014/main" id="{3E62F2A3-B293-54A0-AC29-1C3995AE4077}"/>
              </a:ext>
            </a:extLst>
          </p:cNvPr>
          <p:cNvCxnSpPr>
            <a:stCxn id="84" idx="0"/>
            <a:endCxn id="75" idx="2"/>
          </p:cNvCxnSpPr>
          <p:nvPr/>
        </p:nvCxnSpPr>
        <p:spPr>
          <a:xfrm rot="5400000" flipH="1" flipV="1">
            <a:off x="4489214" y="1552044"/>
            <a:ext cx="343487" cy="7392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>
            <a:extLst>
              <a:ext uri="{FF2B5EF4-FFF2-40B4-BE49-F238E27FC236}">
                <a16:creationId xmlns:a16="http://schemas.microsoft.com/office/drawing/2014/main" id="{18972F81-4090-F739-D371-685BF3C1F63D}"/>
              </a:ext>
            </a:extLst>
          </p:cNvPr>
          <p:cNvCxnSpPr>
            <a:stCxn id="85" idx="0"/>
            <a:endCxn id="75" idx="2"/>
          </p:cNvCxnSpPr>
          <p:nvPr/>
        </p:nvCxnSpPr>
        <p:spPr>
          <a:xfrm rot="16200000" flipV="1">
            <a:off x="4945768" y="1834698"/>
            <a:ext cx="343487" cy="17390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>
            <a:extLst>
              <a:ext uri="{FF2B5EF4-FFF2-40B4-BE49-F238E27FC236}">
                <a16:creationId xmlns:a16="http://schemas.microsoft.com/office/drawing/2014/main" id="{D71B0522-6ACB-A8DE-1B84-6396902552DE}"/>
              </a:ext>
            </a:extLst>
          </p:cNvPr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5854079" y="926387"/>
            <a:ext cx="343487" cy="199052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1461FDEC-B41A-1A7B-3411-B4E37B58695A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6997988" y="-217522"/>
            <a:ext cx="343487" cy="427833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1D7454EE-5E67-1B11-31DF-7B27AF959226}"/>
              </a:ext>
            </a:extLst>
          </p:cNvPr>
          <p:cNvSpPr/>
          <p:nvPr/>
        </p:nvSpPr>
        <p:spPr>
          <a:xfrm>
            <a:off x="658908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</a:t>
            </a:r>
          </a:p>
        </p:txBody>
      </p:sp>
      <p:sp>
        <p:nvSpPr>
          <p:cNvPr id="164" name="모서리가 둥근 직사각형 84">
            <a:extLst>
              <a:ext uri="{FF2B5EF4-FFF2-40B4-BE49-F238E27FC236}">
                <a16:creationId xmlns:a16="http://schemas.microsoft.com/office/drawing/2014/main" id="{E263A8F8-9ED8-7671-68FD-9C12C89597CF}"/>
              </a:ext>
            </a:extLst>
          </p:cNvPr>
          <p:cNvSpPr/>
          <p:nvPr/>
        </p:nvSpPr>
        <p:spPr>
          <a:xfrm>
            <a:off x="5685569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</a:p>
        </p:txBody>
      </p:sp>
      <p:cxnSp>
        <p:nvCxnSpPr>
          <p:cNvPr id="165" name="꺾인 연결선 111">
            <a:extLst>
              <a:ext uri="{FF2B5EF4-FFF2-40B4-BE49-F238E27FC236}">
                <a16:creationId xmlns:a16="http://schemas.microsoft.com/office/drawing/2014/main" id="{163D0854-4DFD-6371-C5A9-78DEB07DB52D}"/>
              </a:ext>
            </a:extLst>
          </p:cNvPr>
          <p:cNvCxnSpPr>
            <a:cxnSpLocks/>
            <a:stCxn id="164" idx="0"/>
            <a:endCxn id="75" idx="2"/>
          </p:cNvCxnSpPr>
          <p:nvPr/>
        </p:nvCxnSpPr>
        <p:spPr>
          <a:xfrm rot="16200000" flipV="1">
            <a:off x="5402322" y="1378144"/>
            <a:ext cx="343487" cy="10870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84">
            <a:extLst>
              <a:ext uri="{FF2B5EF4-FFF2-40B4-BE49-F238E27FC236}">
                <a16:creationId xmlns:a16="http://schemas.microsoft.com/office/drawing/2014/main" id="{CBBCD006-E970-E3D2-D096-36D2BCA5AE25}"/>
              </a:ext>
            </a:extLst>
          </p:cNvPr>
          <p:cNvSpPr/>
          <p:nvPr/>
        </p:nvSpPr>
        <p:spPr>
          <a:xfrm>
            <a:off x="7532495" y="2093391"/>
            <a:ext cx="1264982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" name="꺾인 연결선 145">
            <a:extLst>
              <a:ext uri="{FF2B5EF4-FFF2-40B4-BE49-F238E27FC236}">
                <a16:creationId xmlns:a16="http://schemas.microsoft.com/office/drawing/2014/main" id="{8472ACB8-C02F-FCB6-E421-E283FFE3297E}"/>
              </a:ext>
            </a:extLst>
          </p:cNvPr>
          <p:cNvCxnSpPr>
            <a:cxnSpLocks/>
            <a:stCxn id="17" idx="0"/>
            <a:endCxn id="75" idx="2"/>
          </p:cNvCxnSpPr>
          <p:nvPr/>
        </p:nvCxnSpPr>
        <p:spPr>
          <a:xfrm rot="16200000" flipV="1">
            <a:off x="6426031" y="354435"/>
            <a:ext cx="343487" cy="313442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83">
            <a:extLst>
              <a:ext uri="{FF2B5EF4-FFF2-40B4-BE49-F238E27FC236}">
                <a16:creationId xmlns:a16="http://schemas.microsoft.com/office/drawing/2014/main" id="{AEE23FEB-D93E-3E1E-4C7D-868C54E54886}"/>
              </a:ext>
            </a:extLst>
          </p:cNvPr>
          <p:cNvSpPr/>
          <p:nvPr/>
        </p:nvSpPr>
        <p:spPr>
          <a:xfrm>
            <a:off x="3470780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 찾기</a:t>
            </a:r>
          </a:p>
        </p:txBody>
      </p:sp>
      <p:cxnSp>
        <p:nvCxnSpPr>
          <p:cNvPr id="5" name="꺾인 연결선 111">
            <a:extLst>
              <a:ext uri="{FF2B5EF4-FFF2-40B4-BE49-F238E27FC236}">
                <a16:creationId xmlns:a16="http://schemas.microsoft.com/office/drawing/2014/main" id="{B43F4E83-82D0-A5BB-C4E7-F6430EC3D951}"/>
              </a:ext>
            </a:extLst>
          </p:cNvPr>
          <p:cNvCxnSpPr>
            <a:cxnSpLocks/>
            <a:stCxn id="2" idx="1"/>
            <a:endCxn id="83" idx="2"/>
          </p:cNvCxnSpPr>
          <p:nvPr/>
        </p:nvCxnSpPr>
        <p:spPr>
          <a:xfrm rot="10800000">
            <a:off x="3351280" y="2282743"/>
            <a:ext cx="119500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모서리가 둥근 직사각형 83">
            <a:extLst>
              <a:ext uri="{FF2B5EF4-FFF2-40B4-BE49-F238E27FC236}">
                <a16:creationId xmlns:a16="http://schemas.microsoft.com/office/drawing/2014/main" id="{B2EC0AA5-CF9A-3D87-2E4E-539F59D0B6CD}"/>
              </a:ext>
            </a:extLst>
          </p:cNvPr>
          <p:cNvSpPr/>
          <p:nvPr/>
        </p:nvSpPr>
        <p:spPr>
          <a:xfrm>
            <a:off x="3470780" y="255765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 찾기</a:t>
            </a:r>
          </a:p>
        </p:txBody>
      </p:sp>
    </p:spTree>
    <p:extLst>
      <p:ext uri="{BB962C8B-B14F-4D97-AF65-F5344CB8AC3E}">
        <p14:creationId xmlns:p14="http://schemas.microsoft.com/office/powerpoint/2010/main" val="4196498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7867D-FD7D-9ADE-CFDF-1583483AD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77178C-594B-1105-2753-6FB08F36F588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 찾기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A4DDBE-929A-EF98-8B60-8BD4280D34AA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아이디비밀번호찾기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아이디찾기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E25E6A32-67C2-2AA5-21C9-FD81D1159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798835"/>
              </p:ext>
            </p:extLst>
          </p:nvPr>
        </p:nvGraphicFramePr>
        <p:xfrm>
          <a:off x="6969418" y="2548005"/>
          <a:ext cx="2772114" cy="7412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홈페이지에서 아이디 찾기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기반 설정한 회원 이름을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본인인증 확인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본인인증 팝업창이 보이며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본인인증 절차 완료 시 화면에 아이디가 표시 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8E863AF8-50BD-B8DC-59FE-0106A8A9A28A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ifi_certify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CA137250-43B8-6DA2-BB03-73E2E85E5A2A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63D7E097-77BB-80EA-BF08-EB60B584D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0B210F1-6091-7B0C-FC36-21073495D3D4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81FDF0-6065-D6D7-8BCF-31C5753E9163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88133B-BB00-EA84-81BD-3BB74696AACA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5BA41A8-4DAD-1B5A-82E4-7C84310A84C3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FA9EAA-A89A-A038-3A79-B868CAF6BE84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09D1ED-C829-D1D0-4DBF-11E51BCB06DD}"/>
              </a:ext>
            </a:extLst>
          </p:cNvPr>
          <p:cNvSpPr/>
          <p:nvPr/>
        </p:nvSpPr>
        <p:spPr>
          <a:xfrm>
            <a:off x="165100" y="1790190"/>
            <a:ext cx="6732116" cy="41903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C1CD14-8AB8-25ED-3E20-59D71F07F211}"/>
              </a:ext>
            </a:extLst>
          </p:cNvPr>
          <p:cNvSpPr/>
          <p:nvPr/>
        </p:nvSpPr>
        <p:spPr>
          <a:xfrm>
            <a:off x="5453332" y="1879740"/>
            <a:ext cx="1325684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비밀번호찾기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아이디찾기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D962AD-F34B-4AED-A4BA-EFAAF86802A2}"/>
              </a:ext>
            </a:extLst>
          </p:cNvPr>
          <p:cNvSpPr/>
          <p:nvPr/>
        </p:nvSpPr>
        <p:spPr>
          <a:xfrm>
            <a:off x="236476" y="1844824"/>
            <a:ext cx="127438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 및 비밀번호 찾기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702F1B1-31CC-68B6-F218-95AA2524B5BC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56C2027C-B611-405A-8403-4714EDFF4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466D7E2B-13CE-5AA7-E116-3B85FAA66528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경기 오산시 성호대로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141 (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오산동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오산시청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TEL. (031)8036-8905 FAX. (031)8036-8905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Copyright©2025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ALL RIGHTSRESERVED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E645E68-2C3E-B7C9-FB47-27DBF8EFD4D5}"/>
              </a:ext>
            </a:extLst>
          </p:cNvPr>
          <p:cNvSpPr/>
          <p:nvPr/>
        </p:nvSpPr>
        <p:spPr>
          <a:xfrm>
            <a:off x="1347759" y="2224140"/>
            <a:ext cx="665575" cy="1700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 찾기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9AF332B-5648-EB0C-732D-15BAAFB69025}"/>
              </a:ext>
            </a:extLst>
          </p:cNvPr>
          <p:cNvSpPr/>
          <p:nvPr/>
        </p:nvSpPr>
        <p:spPr>
          <a:xfrm>
            <a:off x="2059054" y="2224140"/>
            <a:ext cx="665575" cy="17008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찾기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09B0091-2E0E-2803-3C04-24CE7FF5120A}"/>
              </a:ext>
            </a:extLst>
          </p:cNvPr>
          <p:cNvCxnSpPr/>
          <p:nvPr/>
        </p:nvCxnSpPr>
        <p:spPr>
          <a:xfrm>
            <a:off x="1341842" y="2394225"/>
            <a:ext cx="478724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DC0FB200-48A6-3E69-B87D-6D8AAD587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285185"/>
              </p:ext>
            </p:extLst>
          </p:nvPr>
        </p:nvGraphicFramePr>
        <p:xfrm>
          <a:off x="1341842" y="2548005"/>
          <a:ext cx="4831238" cy="492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본인</a:t>
                      </a:r>
                      <a:r>
                        <a:rPr lang="en-US" altLang="ko-KR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인증 확인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AC5C3F11-ECCC-D284-FE28-4BC9950316D2}"/>
              </a:ext>
            </a:extLst>
          </p:cNvPr>
          <p:cNvSpPr/>
          <p:nvPr/>
        </p:nvSpPr>
        <p:spPr>
          <a:xfrm>
            <a:off x="2462901" y="2838820"/>
            <a:ext cx="685200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본인인증 확인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4FA92AF-9232-9901-F982-050E1D6E69AB}"/>
              </a:ext>
            </a:extLst>
          </p:cNvPr>
          <p:cNvSpPr/>
          <p:nvPr/>
        </p:nvSpPr>
        <p:spPr>
          <a:xfrm>
            <a:off x="2462901" y="2594476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3EA9DBBA-8EA0-A56F-CEC6-C561AF4E7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678" y="3193938"/>
            <a:ext cx="1438781" cy="2402032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</p:pic>
      <p:cxnSp>
        <p:nvCxnSpPr>
          <p:cNvPr id="46" name="꺾인 연결선 111">
            <a:extLst>
              <a:ext uri="{FF2B5EF4-FFF2-40B4-BE49-F238E27FC236}">
                <a16:creationId xmlns:a16="http://schemas.microsoft.com/office/drawing/2014/main" id="{0FD72125-B02A-C559-A70B-13DD7CFDDD48}"/>
              </a:ext>
            </a:extLst>
          </p:cNvPr>
          <p:cNvCxnSpPr>
            <a:cxnSpLocks/>
            <a:stCxn id="47" idx="0"/>
            <a:endCxn id="44" idx="0"/>
          </p:cNvCxnSpPr>
          <p:nvPr/>
        </p:nvCxnSpPr>
        <p:spPr>
          <a:xfrm rot="16200000" flipH="1">
            <a:off x="3941040" y="1672909"/>
            <a:ext cx="391443" cy="2650614"/>
          </a:xfrm>
          <a:prstGeom prst="bentConnector3">
            <a:avLst>
              <a:gd name="adj1" fmla="val -172151"/>
            </a:avLst>
          </a:prstGeom>
          <a:ln w="63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타원 46">
            <a:extLst>
              <a:ext uri="{FF2B5EF4-FFF2-40B4-BE49-F238E27FC236}">
                <a16:creationId xmlns:a16="http://schemas.microsoft.com/office/drawing/2014/main" id="{27673FC1-309B-3041-B036-0391FBF48B1E}"/>
              </a:ext>
            </a:extLst>
          </p:cNvPr>
          <p:cNvSpPr/>
          <p:nvPr/>
        </p:nvSpPr>
        <p:spPr>
          <a:xfrm>
            <a:off x="2775452" y="2802495"/>
            <a:ext cx="72006" cy="72006"/>
          </a:xfrm>
          <a:prstGeom prst="ellipse">
            <a:avLst/>
          </a:prstGeom>
          <a:solidFill>
            <a:srgbClr val="FF0000"/>
          </a:solidFill>
          <a:ln w="6350"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9E8AC69-F787-294A-0023-62F6B496397B}"/>
              </a:ext>
            </a:extLst>
          </p:cNvPr>
          <p:cNvSpPr>
            <a:spLocks noChangeAspect="1"/>
          </p:cNvSpPr>
          <p:nvPr/>
        </p:nvSpPr>
        <p:spPr>
          <a:xfrm>
            <a:off x="1272832" y="246805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5236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C7EA5-1CAC-7E6C-BB8C-30E100875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58ACA6-DF4F-71EA-6AE2-612B71091044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 찾기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562410-386C-5588-2583-C484659BA907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아이디비밀번호찾기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아이디찾기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B43E7C01-F510-8E65-A784-0B6F458B6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151713"/>
              </p:ext>
            </p:extLst>
          </p:nvPr>
        </p:nvGraphicFramePr>
        <p:xfrm>
          <a:off x="6969418" y="2548005"/>
          <a:ext cx="2772114" cy="91616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아이디찾기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화면에서 이름 입력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본인인증 확인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본인인증 팝업창에서 본인인증 절차 완료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찾기에서 본인 인증 절차 완료 시 본인 아이디가 표시 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홈페이지 로그인으로 이동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로그인 화면으로 이동 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91907874-537D-0D9F-11AF-D3FFD1BEE98C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ifi_read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F165DEA-10FB-620D-5ED7-4A6ECA58223E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58CDAA8E-BFFC-F019-3D29-32DF8C420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AC7E61B-A5B8-44FD-FFA9-FE3138F6DA5F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65B500-2B8B-2452-D427-534B2008FC72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FBDD5A-697D-5552-F423-0801EF66712A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C97C8BF-7E0C-9A3B-C509-2AA7B231E5E7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6841D4F-FEC6-8FE2-3683-23FFE7DB5C8B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5E544A-290E-6F19-395C-B1B187CDC947}"/>
              </a:ext>
            </a:extLst>
          </p:cNvPr>
          <p:cNvSpPr/>
          <p:nvPr/>
        </p:nvSpPr>
        <p:spPr>
          <a:xfrm>
            <a:off x="165100" y="1790190"/>
            <a:ext cx="6732116" cy="41903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73065B6-C51C-5F30-5F02-7BD645ADDF0E}"/>
              </a:ext>
            </a:extLst>
          </p:cNvPr>
          <p:cNvSpPr/>
          <p:nvPr/>
        </p:nvSpPr>
        <p:spPr>
          <a:xfrm>
            <a:off x="5453332" y="1879740"/>
            <a:ext cx="1325684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비밀번호찾기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아이디찾기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0E4771-C28F-D3AD-A80D-E7FC2BF85915}"/>
              </a:ext>
            </a:extLst>
          </p:cNvPr>
          <p:cNvSpPr/>
          <p:nvPr/>
        </p:nvSpPr>
        <p:spPr>
          <a:xfrm>
            <a:off x="236476" y="1844824"/>
            <a:ext cx="127438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 및 비밀번호 찾기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99891DE-0B8D-AB76-8B97-3433347892EB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18EB9340-A80F-9289-467D-32399140E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45F055FF-622D-F11F-230C-5241DC9B5196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경기 오산시 성호대로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141 (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오산동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오산시청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TEL. (031)8036-8905 FAX. (031)8036-8905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Copyright©2025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ALL RIGHTSRESERVED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766DBA6-6B4B-3224-674A-7B3EF120AAF7}"/>
              </a:ext>
            </a:extLst>
          </p:cNvPr>
          <p:cNvSpPr/>
          <p:nvPr/>
        </p:nvSpPr>
        <p:spPr>
          <a:xfrm>
            <a:off x="1347759" y="2224140"/>
            <a:ext cx="665575" cy="1700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 찾기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2862597-0F4B-0E11-B3E7-A9FA5DFC7507}"/>
              </a:ext>
            </a:extLst>
          </p:cNvPr>
          <p:cNvSpPr/>
          <p:nvPr/>
        </p:nvSpPr>
        <p:spPr>
          <a:xfrm>
            <a:off x="2059054" y="2224140"/>
            <a:ext cx="665575" cy="17008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찾기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59142E6-8A03-196C-4251-707A4FC823D4}"/>
              </a:ext>
            </a:extLst>
          </p:cNvPr>
          <p:cNvCxnSpPr/>
          <p:nvPr/>
        </p:nvCxnSpPr>
        <p:spPr>
          <a:xfrm>
            <a:off x="1341842" y="2394225"/>
            <a:ext cx="478724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38">
            <a:extLst>
              <a:ext uri="{FF2B5EF4-FFF2-40B4-BE49-F238E27FC236}">
                <a16:creationId xmlns:a16="http://schemas.microsoft.com/office/drawing/2014/main" id="{2F814FCD-DEBA-FEA4-94FE-39AB46FF12C4}"/>
              </a:ext>
            </a:extLst>
          </p:cNvPr>
          <p:cNvSpPr/>
          <p:nvPr/>
        </p:nvSpPr>
        <p:spPr>
          <a:xfrm>
            <a:off x="1316596" y="2465136"/>
            <a:ext cx="4787245" cy="1320026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700" b="1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EA70914-A608-6AF4-F961-7B01F79C8554}"/>
              </a:ext>
            </a:extLst>
          </p:cNvPr>
          <p:cNvSpPr/>
          <p:nvPr/>
        </p:nvSpPr>
        <p:spPr>
          <a:xfrm>
            <a:off x="2887074" y="2600908"/>
            <a:ext cx="1646285" cy="1809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dirty="0">
                <a:solidFill>
                  <a:prstClr val="black"/>
                </a:solidFill>
              </a:rPr>
              <a:t>홍길동 회원님의 아이디 입니다</a:t>
            </a:r>
            <a:r>
              <a:rPr lang="en-US" altLang="ko-KR" sz="900" dirty="0">
                <a:solidFill>
                  <a:prstClr val="black"/>
                </a:solidFill>
              </a:rPr>
              <a:t>.</a:t>
            </a: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D1F03AE-8250-CDE1-C99D-057C271A4F01}"/>
              </a:ext>
            </a:extLst>
          </p:cNvPr>
          <p:cNvSpPr/>
          <p:nvPr/>
        </p:nvSpPr>
        <p:spPr>
          <a:xfrm>
            <a:off x="3111494" y="2828583"/>
            <a:ext cx="1197444" cy="23083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prstClr val="black"/>
                </a:solidFill>
              </a:rPr>
              <a:t>아이디 </a:t>
            </a:r>
            <a:r>
              <a:rPr lang="en-US" altLang="ko-KR" sz="1000" b="1" dirty="0">
                <a:solidFill>
                  <a:prstClr val="black"/>
                </a:solidFill>
              </a:rPr>
              <a:t>: honggil123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9D6EA4D-560F-1A3C-44FE-D5A6E64D6665}"/>
              </a:ext>
            </a:extLst>
          </p:cNvPr>
          <p:cNvSpPr/>
          <p:nvPr/>
        </p:nvSpPr>
        <p:spPr>
          <a:xfrm>
            <a:off x="2828981" y="3284984"/>
            <a:ext cx="1985028" cy="3188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prstClr val="white"/>
                </a:solidFill>
              </a:rPr>
              <a:t>홈페이지 로그인으로 이동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AE80DC2-D02E-4075-8DAB-F07AC736B94C}"/>
              </a:ext>
            </a:extLst>
          </p:cNvPr>
          <p:cNvSpPr>
            <a:spLocks noChangeAspect="1"/>
          </p:cNvSpPr>
          <p:nvPr/>
        </p:nvSpPr>
        <p:spPr>
          <a:xfrm>
            <a:off x="1256930" y="2396494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1165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CC8A5-F501-3DCB-D095-B5FFE37EE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79A81E-99A4-6DF3-2079-9B2568EBA913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 찾기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E1F4AA-3754-022C-D0A8-7F1901EA354E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아이디비밀번호찾기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비밀번호찾기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58EA1181-34A5-93FE-5767-A3BBF277E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73355"/>
              </p:ext>
            </p:extLst>
          </p:nvPr>
        </p:nvGraphicFramePr>
        <p:xfrm>
          <a:off x="6969418" y="2548005"/>
          <a:ext cx="2772114" cy="97997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홈페이지에서 비밀번호 찾기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기반 설정한 회원 이름을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기반 설정한 아이디를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본인인증 확인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본인인증 확인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본인인증 팝업창에서 본인인증 절차 완료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신규 비밀번호 설정 화면이 보임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E40B3378-098B-6E59-5357-AB3182E07BDB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ifp_certify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2FE5A6C1-12C3-21FF-33DD-3A252EEA4F17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C49212E7-C7E9-BDFF-EEE8-D254E5279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7A41719-F2EE-FFAB-E96C-E3C81C8548B1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90481F-B807-522F-0255-B89962F19743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58C6C0A-B2A4-D659-DAED-115416E86752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83AD2A-968B-EB9A-E399-FCD1B26A2001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AFFBB31-BBBE-0B69-D2D6-8F5F1159210F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DAD690-8881-190E-C643-8109EA0243C3}"/>
              </a:ext>
            </a:extLst>
          </p:cNvPr>
          <p:cNvSpPr/>
          <p:nvPr/>
        </p:nvSpPr>
        <p:spPr>
          <a:xfrm>
            <a:off x="165100" y="1790190"/>
            <a:ext cx="6732116" cy="41903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FB6EC4-22D0-CB56-B966-58AB1348217A}"/>
              </a:ext>
            </a:extLst>
          </p:cNvPr>
          <p:cNvSpPr/>
          <p:nvPr/>
        </p:nvSpPr>
        <p:spPr>
          <a:xfrm>
            <a:off x="5376388" y="1879740"/>
            <a:ext cx="140262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비밀번호찾기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비밀번호찾기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0339DF-4691-EDF0-E4E2-0C208FADCAC3}"/>
              </a:ext>
            </a:extLst>
          </p:cNvPr>
          <p:cNvSpPr/>
          <p:nvPr/>
        </p:nvSpPr>
        <p:spPr>
          <a:xfrm>
            <a:off x="236476" y="1844824"/>
            <a:ext cx="127438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 및 비밀번호 찾기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485F6D2-9AAD-F004-681A-D183D0E17248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55D0D108-E20C-F530-19EE-A1A98F5DC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1C9D17DB-75EC-F1B1-90B8-AFAC5C35E07F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경기 오산시 성호대로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141 (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오산동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오산시청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TEL. (031)8036-8905 FAX. (031)8036-8905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Copyright©2025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ALL RIGHTSRESERVED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D3479F9-9A53-8D22-A8EC-55BFAA6BA7A1}"/>
              </a:ext>
            </a:extLst>
          </p:cNvPr>
          <p:cNvSpPr/>
          <p:nvPr/>
        </p:nvSpPr>
        <p:spPr>
          <a:xfrm>
            <a:off x="1347759" y="2224140"/>
            <a:ext cx="665575" cy="17008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 찾기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048B63C-3DDA-FD28-6760-E654C89D69EC}"/>
              </a:ext>
            </a:extLst>
          </p:cNvPr>
          <p:cNvSpPr/>
          <p:nvPr/>
        </p:nvSpPr>
        <p:spPr>
          <a:xfrm>
            <a:off x="2059054" y="2224140"/>
            <a:ext cx="665575" cy="1700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찾기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78DFE74-15CF-CD7F-5AA5-C48E032EAC4A}"/>
              </a:ext>
            </a:extLst>
          </p:cNvPr>
          <p:cNvCxnSpPr/>
          <p:nvPr/>
        </p:nvCxnSpPr>
        <p:spPr>
          <a:xfrm>
            <a:off x="1341842" y="2394225"/>
            <a:ext cx="478724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CE4B6336-9098-7487-68F1-147525F8F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242054"/>
              </p:ext>
            </p:extLst>
          </p:nvPr>
        </p:nvGraphicFramePr>
        <p:xfrm>
          <a:off x="1341842" y="2548005"/>
          <a:ext cx="4831238" cy="738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954096"/>
                  </a:ext>
                </a:extLst>
              </a:tr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본인</a:t>
                      </a:r>
                      <a:r>
                        <a:rPr lang="en-US" altLang="ko-KR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인증 확인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0C94A55F-C1C3-8B21-1518-AFC5FF4F4274}"/>
              </a:ext>
            </a:extLst>
          </p:cNvPr>
          <p:cNvSpPr/>
          <p:nvPr/>
        </p:nvSpPr>
        <p:spPr>
          <a:xfrm>
            <a:off x="2462901" y="3089062"/>
            <a:ext cx="685200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본인인증 확인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203F16D-E678-AAAD-C0F4-B8FEBAA3B51E}"/>
              </a:ext>
            </a:extLst>
          </p:cNvPr>
          <p:cNvSpPr/>
          <p:nvPr/>
        </p:nvSpPr>
        <p:spPr>
          <a:xfrm>
            <a:off x="2462901" y="2594476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4F7F120-F7DF-48D3-6905-E4F593CB5813}"/>
              </a:ext>
            </a:extLst>
          </p:cNvPr>
          <p:cNvSpPr/>
          <p:nvPr/>
        </p:nvSpPr>
        <p:spPr>
          <a:xfrm>
            <a:off x="2462901" y="2846106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B119E51-EF29-176B-342A-23741E9DD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667" y="3396016"/>
            <a:ext cx="1438781" cy="2402032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</p:pic>
      <p:cxnSp>
        <p:nvCxnSpPr>
          <p:cNvPr id="25" name="꺾인 연결선 111">
            <a:extLst>
              <a:ext uri="{FF2B5EF4-FFF2-40B4-BE49-F238E27FC236}">
                <a16:creationId xmlns:a16="http://schemas.microsoft.com/office/drawing/2014/main" id="{FB710D93-CF64-EC42-80BB-221425A07D4C}"/>
              </a:ext>
            </a:extLst>
          </p:cNvPr>
          <p:cNvCxnSpPr>
            <a:cxnSpLocks/>
            <a:stCxn id="26" idx="0"/>
            <a:endCxn id="24" idx="0"/>
          </p:cNvCxnSpPr>
          <p:nvPr/>
        </p:nvCxnSpPr>
        <p:spPr>
          <a:xfrm rot="16200000" flipH="1">
            <a:off x="3955109" y="1907068"/>
            <a:ext cx="339339" cy="2638557"/>
          </a:xfrm>
          <a:prstGeom prst="bentConnector3">
            <a:avLst>
              <a:gd name="adj1" fmla="val -289968"/>
            </a:avLst>
          </a:prstGeom>
          <a:ln w="63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2F11410B-6737-7BBB-1EBE-2DEBC1B9CB8D}"/>
              </a:ext>
            </a:extLst>
          </p:cNvPr>
          <p:cNvSpPr/>
          <p:nvPr/>
        </p:nvSpPr>
        <p:spPr>
          <a:xfrm>
            <a:off x="2769498" y="3056677"/>
            <a:ext cx="72006" cy="72006"/>
          </a:xfrm>
          <a:prstGeom prst="ellipse">
            <a:avLst/>
          </a:prstGeom>
          <a:solidFill>
            <a:srgbClr val="FF0000"/>
          </a:solidFill>
          <a:ln w="6350"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FC57ED9-D3AC-07DC-9CDD-A321D568E31D}"/>
              </a:ext>
            </a:extLst>
          </p:cNvPr>
          <p:cNvSpPr>
            <a:spLocks noChangeAspect="1"/>
          </p:cNvSpPr>
          <p:nvPr/>
        </p:nvSpPr>
        <p:spPr>
          <a:xfrm>
            <a:off x="1256930" y="247701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6387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9843C-6401-5CD6-0E57-FF760A0BE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4EBA92-1E73-B392-CCFC-2C9FF1B459DA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 찾기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27E06B-0BA1-EB32-65FF-57D58D207BFC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아이디비밀번호찾기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비밀번호찾기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EBE338C1-CCB5-49B4-6621-6E5783151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216961"/>
              </p:ext>
            </p:extLst>
          </p:nvPr>
        </p:nvGraphicFramePr>
        <p:xfrm>
          <a:off x="6969418" y="2548005"/>
          <a:ext cx="2772114" cy="150409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비밀번호 찾기 화면에서 이름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입력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본인인증 확인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본인인증 팝업창에서 본인인증 절차 완료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 이름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 아이디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새 비밀번호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신규 비밀번호를 문자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+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숫자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+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특수문자 조합으로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9~16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자리 이내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새 비밀번호 확인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새 비밀번호에서 입력한 신규 비밀번호를 재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저장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새 비밀번호 설정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저장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을 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비밀번호 수정완료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홈페이지 로그인 화면으로 이동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F7E993D4-06AE-2FC1-9163-4D60EE8046B2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ifp_newpw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254BB797-0887-D210-4784-14C9A5945576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51F1654E-CE8E-2969-F338-0B1792FAA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9DF15BE-64D5-3CDC-EFFC-65470B548A44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526421-5C9A-B1B0-8722-565E53421FA8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FAFBC6-F207-6DA1-CA28-F4070E5B6DEA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F36BB3A-A7B3-B767-6D2D-891522ECEA4F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383826-D62E-A15B-3748-56F0B569F552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58D9C3-9B5C-57E4-C0CE-3D450655455A}"/>
              </a:ext>
            </a:extLst>
          </p:cNvPr>
          <p:cNvSpPr/>
          <p:nvPr/>
        </p:nvSpPr>
        <p:spPr>
          <a:xfrm>
            <a:off x="165100" y="1790190"/>
            <a:ext cx="6732116" cy="41903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2F9A07-B3E4-D777-55B4-122D8622688A}"/>
              </a:ext>
            </a:extLst>
          </p:cNvPr>
          <p:cNvSpPr/>
          <p:nvPr/>
        </p:nvSpPr>
        <p:spPr>
          <a:xfrm>
            <a:off x="5376388" y="1879740"/>
            <a:ext cx="140262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비밀번호찾기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비밀번호찾기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613CB20-93B2-8E92-C27C-31548F0D4022}"/>
              </a:ext>
            </a:extLst>
          </p:cNvPr>
          <p:cNvSpPr/>
          <p:nvPr/>
        </p:nvSpPr>
        <p:spPr>
          <a:xfrm>
            <a:off x="236476" y="1844824"/>
            <a:ext cx="127438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 및 비밀번호 찾기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493E536-4CA7-487F-612A-883EB161506D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7003B441-D181-7F1B-1B76-927135CF4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D873759-573C-FCBA-22D5-B22254D7568A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경기 오산시 성호대로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141 (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오산동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오산시청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TEL. (031)8036-8905 FAX. (031)8036-8905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Copyright©2025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ALL RIGHTSRESERVED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261F9F2-8D98-A6DC-35EC-DC21B385E266}"/>
              </a:ext>
            </a:extLst>
          </p:cNvPr>
          <p:cNvSpPr/>
          <p:nvPr/>
        </p:nvSpPr>
        <p:spPr>
          <a:xfrm>
            <a:off x="1347759" y="2224140"/>
            <a:ext cx="665575" cy="17008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 찾기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703CBDC-A8B7-E54F-1AFF-F1E7955382F8}"/>
              </a:ext>
            </a:extLst>
          </p:cNvPr>
          <p:cNvSpPr/>
          <p:nvPr/>
        </p:nvSpPr>
        <p:spPr>
          <a:xfrm>
            <a:off x="2059054" y="2224140"/>
            <a:ext cx="665575" cy="1700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찾기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31DB14C-8F96-F32D-A7B3-130A8C80AB7E}"/>
              </a:ext>
            </a:extLst>
          </p:cNvPr>
          <p:cNvCxnSpPr/>
          <p:nvPr/>
        </p:nvCxnSpPr>
        <p:spPr>
          <a:xfrm>
            <a:off x="1341842" y="2394225"/>
            <a:ext cx="4787245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908EDB0-B24B-287F-5A3A-0B0EDB957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085742"/>
              </p:ext>
            </p:extLst>
          </p:nvPr>
        </p:nvGraphicFramePr>
        <p:xfrm>
          <a:off x="1341842" y="2548005"/>
          <a:ext cx="4831238" cy="984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honggil123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954096"/>
                  </a:ext>
                </a:extLst>
              </a:tr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비밀번호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630034"/>
                  </a:ext>
                </a:extLst>
              </a:tr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비밀번호 확인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E0F5CA5D-A9D1-912D-86D8-7B35FA35ECE5}"/>
              </a:ext>
            </a:extLst>
          </p:cNvPr>
          <p:cNvSpPr/>
          <p:nvPr/>
        </p:nvSpPr>
        <p:spPr>
          <a:xfrm>
            <a:off x="2464311" y="3088352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2B2F35B-7F7F-B293-4280-C354D790BFF0}"/>
              </a:ext>
            </a:extLst>
          </p:cNvPr>
          <p:cNvSpPr/>
          <p:nvPr/>
        </p:nvSpPr>
        <p:spPr>
          <a:xfrm>
            <a:off x="2464311" y="3332413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737FA78-84DD-E440-58FE-239DC53C0A7F}"/>
              </a:ext>
            </a:extLst>
          </p:cNvPr>
          <p:cNvSpPr/>
          <p:nvPr/>
        </p:nvSpPr>
        <p:spPr>
          <a:xfrm>
            <a:off x="3689168" y="3114185"/>
            <a:ext cx="225702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600" dirty="0">
                <a:solidFill>
                  <a:prstClr val="black"/>
                </a:solidFill>
              </a:rPr>
              <a:t>※ </a:t>
            </a:r>
            <a:r>
              <a:rPr lang="ko-KR" altLang="en-US" sz="600" dirty="0">
                <a:solidFill>
                  <a:prstClr val="black"/>
                </a:solidFill>
              </a:rPr>
              <a:t>비밀번호 생성은 문자</a:t>
            </a:r>
            <a:r>
              <a:rPr lang="en-US" altLang="ko-KR" sz="600" dirty="0">
                <a:solidFill>
                  <a:prstClr val="black"/>
                </a:solidFill>
              </a:rPr>
              <a:t>+</a:t>
            </a:r>
            <a:r>
              <a:rPr lang="ko-KR" altLang="en-US" sz="600" dirty="0">
                <a:solidFill>
                  <a:prstClr val="black"/>
                </a:solidFill>
              </a:rPr>
              <a:t>숫자</a:t>
            </a:r>
            <a:r>
              <a:rPr lang="en-US" altLang="ko-KR" sz="600" dirty="0">
                <a:solidFill>
                  <a:prstClr val="black"/>
                </a:solidFill>
              </a:rPr>
              <a:t>+</a:t>
            </a:r>
            <a:r>
              <a:rPr lang="ko-KR" altLang="en-US" sz="600" dirty="0">
                <a:solidFill>
                  <a:prstClr val="black"/>
                </a:solidFill>
              </a:rPr>
              <a:t>특수문자 조합 </a:t>
            </a:r>
            <a:r>
              <a:rPr lang="en-US" altLang="ko-KR" sz="600" dirty="0">
                <a:solidFill>
                  <a:prstClr val="black"/>
                </a:solidFill>
              </a:rPr>
              <a:t>9~16</a:t>
            </a:r>
            <a:r>
              <a:rPr lang="ko-KR" altLang="en-US" sz="600" dirty="0">
                <a:solidFill>
                  <a:prstClr val="black"/>
                </a:solidFill>
              </a:rPr>
              <a:t>자리로 입력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01FFCA-35EC-CFBC-CCC5-BD0D90B5382D}"/>
              </a:ext>
            </a:extLst>
          </p:cNvPr>
          <p:cNvSpPr/>
          <p:nvPr/>
        </p:nvSpPr>
        <p:spPr>
          <a:xfrm>
            <a:off x="5632996" y="3647485"/>
            <a:ext cx="540084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저장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AA8933C-90C3-8338-ABC7-EF182047D264}"/>
              </a:ext>
            </a:extLst>
          </p:cNvPr>
          <p:cNvSpPr>
            <a:spLocks noChangeAspect="1"/>
          </p:cNvSpPr>
          <p:nvPr/>
        </p:nvSpPr>
        <p:spPr>
          <a:xfrm>
            <a:off x="1256930" y="247701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A88EF07E-580C-621E-7969-3C3850254817}"/>
              </a:ext>
            </a:extLst>
          </p:cNvPr>
          <p:cNvSpPr>
            <a:spLocks noChangeAspect="1"/>
          </p:cNvSpPr>
          <p:nvPr/>
        </p:nvSpPr>
        <p:spPr>
          <a:xfrm>
            <a:off x="5472974" y="367776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6572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6513D-A320-7B29-F07E-D0CDF9E6E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577266ED-62D3-0128-CC0B-52C3475FB5F8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C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D7D7D7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O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NTENT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S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D9405ED0-0AED-F701-801D-F2DB6F9C5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홈페이지 회원 로그인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로그인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4ED0EBB4-BC05-7ADD-416F-AEFAEA664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37030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로그인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BD37B619-5094-B090-2C94-BA384789B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</a:t>
            </a:r>
            <a:r>
              <a:rPr lang="en-US" altLang="ko-KR" sz="20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3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5401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154FE-9D53-4291-B2B1-F7C25DF9B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F324413F-6B96-2005-81B6-387EE5DFAC1C}"/>
              </a:ext>
            </a:extLst>
          </p:cNvPr>
          <p:cNvGraphicFramePr>
            <a:graphicFrameLocks/>
          </p:cNvGraphicFramePr>
          <p:nvPr/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홈페이지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45E483B8-EF64-8851-473B-C66CA889BC69}"/>
              </a:ext>
            </a:extLst>
          </p:cNvPr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 홈페이지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1405A50E-838B-335D-7CA0-F672216CDD0E}"/>
              </a:ext>
            </a:extLst>
          </p:cNvPr>
          <p:cNvSpPr/>
          <p:nvPr/>
        </p:nvSpPr>
        <p:spPr>
          <a:xfrm>
            <a:off x="16446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메인</a:t>
            </a: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529AD661-72D3-1AE4-03DC-8FB274AB331D}"/>
              </a:ext>
            </a:extLst>
          </p:cNvPr>
          <p:cNvSpPr/>
          <p:nvPr/>
        </p:nvSpPr>
        <p:spPr>
          <a:xfrm>
            <a:off x="1068205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로그인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0F897B4D-DAF9-04E7-5B55-A9E245ECF576}"/>
              </a:ext>
            </a:extLst>
          </p:cNvPr>
          <p:cNvSpPr/>
          <p:nvPr/>
        </p:nvSpPr>
        <p:spPr>
          <a:xfrm>
            <a:off x="197625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3D3C26F5-F54E-2760-30B9-1CE6FFC1F9E8}"/>
              </a:ext>
            </a:extLst>
          </p:cNvPr>
          <p:cNvSpPr/>
          <p:nvPr/>
        </p:nvSpPr>
        <p:spPr>
          <a:xfrm>
            <a:off x="291928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ID/PW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찾기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E88B8568-1C53-AD58-BD69-BE05B44CC906}"/>
              </a:ext>
            </a:extLst>
          </p:cNvPr>
          <p:cNvSpPr/>
          <p:nvPr/>
        </p:nvSpPr>
        <p:spPr>
          <a:xfrm>
            <a:off x="3859353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505A4846-478B-902A-9894-DA13DD9F7E25}"/>
              </a:ext>
            </a:extLst>
          </p:cNvPr>
          <p:cNvSpPr/>
          <p:nvPr/>
        </p:nvSpPr>
        <p:spPr>
          <a:xfrm>
            <a:off x="4772461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ED67EA54-55B0-B415-D3F4-7E047F6B8629}"/>
              </a:ext>
            </a:extLst>
          </p:cNvPr>
          <p:cNvSpPr/>
          <p:nvPr/>
        </p:nvSpPr>
        <p:spPr>
          <a:xfrm>
            <a:off x="887690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마이페이지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33700382-D174-4F22-61F2-5A412CEE46A3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rot="5400000" flipH="1" flipV="1">
            <a:off x="2641771" y="-295398"/>
            <a:ext cx="343487" cy="443409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>
            <a:extLst>
              <a:ext uri="{FF2B5EF4-FFF2-40B4-BE49-F238E27FC236}">
                <a16:creationId xmlns:a16="http://schemas.microsoft.com/office/drawing/2014/main" id="{8AD30D6E-040C-9D7F-5E47-C652617E2988}"/>
              </a:ext>
            </a:extLst>
          </p:cNvPr>
          <p:cNvCxnSpPr>
            <a:stCxn id="81" idx="0"/>
            <a:endCxn id="75" idx="2"/>
          </p:cNvCxnSpPr>
          <p:nvPr/>
        </p:nvCxnSpPr>
        <p:spPr>
          <a:xfrm rot="5400000" flipH="1" flipV="1">
            <a:off x="3093640" y="156470"/>
            <a:ext cx="343487" cy="353035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>
            <a:extLst>
              <a:ext uri="{FF2B5EF4-FFF2-40B4-BE49-F238E27FC236}">
                <a16:creationId xmlns:a16="http://schemas.microsoft.com/office/drawing/2014/main" id="{FCAC6D37-0890-4970-3CD7-4D494F7730F3}"/>
              </a:ext>
            </a:extLst>
          </p:cNvPr>
          <p:cNvCxnSpPr>
            <a:stCxn id="82" idx="0"/>
            <a:endCxn id="75" idx="2"/>
          </p:cNvCxnSpPr>
          <p:nvPr/>
        </p:nvCxnSpPr>
        <p:spPr>
          <a:xfrm rot="5400000" flipH="1" flipV="1">
            <a:off x="3547663" y="610494"/>
            <a:ext cx="343487" cy="262230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>
            <a:extLst>
              <a:ext uri="{FF2B5EF4-FFF2-40B4-BE49-F238E27FC236}">
                <a16:creationId xmlns:a16="http://schemas.microsoft.com/office/drawing/2014/main" id="{F5411DA9-2CB8-862E-504D-EEE8C95BC584}"/>
              </a:ext>
            </a:extLst>
          </p:cNvPr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4019177" y="1082008"/>
            <a:ext cx="343487" cy="167928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>
            <a:extLst>
              <a:ext uri="{FF2B5EF4-FFF2-40B4-BE49-F238E27FC236}">
                <a16:creationId xmlns:a16="http://schemas.microsoft.com/office/drawing/2014/main" id="{2153D9EE-7B8A-760E-D45F-082B219D4B6B}"/>
              </a:ext>
            </a:extLst>
          </p:cNvPr>
          <p:cNvCxnSpPr>
            <a:stCxn id="84" idx="0"/>
            <a:endCxn id="75" idx="2"/>
          </p:cNvCxnSpPr>
          <p:nvPr/>
        </p:nvCxnSpPr>
        <p:spPr>
          <a:xfrm rot="5400000" flipH="1" flipV="1">
            <a:off x="4489214" y="1552044"/>
            <a:ext cx="343487" cy="7392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>
            <a:extLst>
              <a:ext uri="{FF2B5EF4-FFF2-40B4-BE49-F238E27FC236}">
                <a16:creationId xmlns:a16="http://schemas.microsoft.com/office/drawing/2014/main" id="{DD27444C-4AB1-4A31-4BFA-6AD3C3E808F6}"/>
              </a:ext>
            </a:extLst>
          </p:cNvPr>
          <p:cNvCxnSpPr>
            <a:stCxn id="85" idx="0"/>
            <a:endCxn id="75" idx="2"/>
          </p:cNvCxnSpPr>
          <p:nvPr/>
        </p:nvCxnSpPr>
        <p:spPr>
          <a:xfrm rot="16200000" flipV="1">
            <a:off x="4945768" y="1834698"/>
            <a:ext cx="343487" cy="17390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>
            <a:extLst>
              <a:ext uri="{FF2B5EF4-FFF2-40B4-BE49-F238E27FC236}">
                <a16:creationId xmlns:a16="http://schemas.microsoft.com/office/drawing/2014/main" id="{37E5A220-0F03-B047-36E4-51CA6A2DDE11}"/>
              </a:ext>
            </a:extLst>
          </p:cNvPr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5854079" y="926387"/>
            <a:ext cx="343487" cy="199052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B2BD778F-3222-C9F8-F605-F82CCE2BF9A1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6997988" y="-217522"/>
            <a:ext cx="343487" cy="427833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A564B754-3880-77D3-AB02-AD2E0FBDF511}"/>
              </a:ext>
            </a:extLst>
          </p:cNvPr>
          <p:cNvSpPr/>
          <p:nvPr/>
        </p:nvSpPr>
        <p:spPr>
          <a:xfrm>
            <a:off x="658908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</a:t>
            </a:r>
          </a:p>
        </p:txBody>
      </p:sp>
      <p:sp>
        <p:nvSpPr>
          <p:cNvPr id="164" name="모서리가 둥근 직사각형 84">
            <a:extLst>
              <a:ext uri="{FF2B5EF4-FFF2-40B4-BE49-F238E27FC236}">
                <a16:creationId xmlns:a16="http://schemas.microsoft.com/office/drawing/2014/main" id="{6D0E9586-6C93-61AE-AE01-5B48D9D9EE62}"/>
              </a:ext>
            </a:extLst>
          </p:cNvPr>
          <p:cNvSpPr/>
          <p:nvPr/>
        </p:nvSpPr>
        <p:spPr>
          <a:xfrm>
            <a:off x="5685569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</a:p>
        </p:txBody>
      </p:sp>
      <p:cxnSp>
        <p:nvCxnSpPr>
          <p:cNvPr id="165" name="꺾인 연결선 111">
            <a:extLst>
              <a:ext uri="{FF2B5EF4-FFF2-40B4-BE49-F238E27FC236}">
                <a16:creationId xmlns:a16="http://schemas.microsoft.com/office/drawing/2014/main" id="{97A90905-97C1-31D7-C1AF-1034FFBA9AB0}"/>
              </a:ext>
            </a:extLst>
          </p:cNvPr>
          <p:cNvCxnSpPr>
            <a:cxnSpLocks/>
            <a:stCxn id="164" idx="0"/>
            <a:endCxn id="75" idx="2"/>
          </p:cNvCxnSpPr>
          <p:nvPr/>
        </p:nvCxnSpPr>
        <p:spPr>
          <a:xfrm rot="16200000" flipV="1">
            <a:off x="5402322" y="1378144"/>
            <a:ext cx="343487" cy="10870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84">
            <a:extLst>
              <a:ext uri="{FF2B5EF4-FFF2-40B4-BE49-F238E27FC236}">
                <a16:creationId xmlns:a16="http://schemas.microsoft.com/office/drawing/2014/main" id="{7336344D-EED2-AB70-DE12-DE6923D8BA3D}"/>
              </a:ext>
            </a:extLst>
          </p:cNvPr>
          <p:cNvSpPr/>
          <p:nvPr/>
        </p:nvSpPr>
        <p:spPr>
          <a:xfrm>
            <a:off x="7532495" y="2093391"/>
            <a:ext cx="1264982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" name="꺾인 연결선 145">
            <a:extLst>
              <a:ext uri="{FF2B5EF4-FFF2-40B4-BE49-F238E27FC236}">
                <a16:creationId xmlns:a16="http://schemas.microsoft.com/office/drawing/2014/main" id="{11E8709E-107A-6F04-9AA5-ECBD68FF8017}"/>
              </a:ext>
            </a:extLst>
          </p:cNvPr>
          <p:cNvCxnSpPr>
            <a:cxnSpLocks/>
            <a:stCxn id="17" idx="0"/>
            <a:endCxn id="75" idx="2"/>
          </p:cNvCxnSpPr>
          <p:nvPr/>
        </p:nvCxnSpPr>
        <p:spPr>
          <a:xfrm rot="16200000" flipV="1">
            <a:off x="6426031" y="354435"/>
            <a:ext cx="343487" cy="313442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087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428FE-D44C-D489-B0D5-B565FEEE0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07058E-2179-6A18-E19A-7294652A1A00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D8EEBA-A24C-E2BB-BCAC-F11F68B49332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로그인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91C30391-D271-59BD-C441-A5D0CEB3F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152281"/>
              </p:ext>
            </p:extLst>
          </p:nvPr>
        </p:nvGraphicFramePr>
        <p:xfrm>
          <a:off x="6969418" y="2548005"/>
          <a:ext cx="2772114" cy="126953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홈페이지에서 로그인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기반 아이디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비밀번호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기반 비밀번호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로그인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 아이디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비밀번호 입력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로그인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로그인 후인 메인 화면으로 이동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찾기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아이디 찾기 화면으로 이동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비밀번호 찾기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비밀번호 찾기 화면으로 이동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 화면으로 이동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2816D036-D295-CD54-D782-55371EE0D8DF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site_login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9197CE5-BC31-152F-F0C0-0A0B0B81A31A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FF080AFC-1ABC-B794-2C6E-E62728E7E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72AC309-4525-6304-2209-B6F8D33B7761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A563C89-0BC5-CD90-73EE-AB2260FE05E2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497C046-6552-481D-A5E5-BE49BA23554D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8A832C-258A-E336-DBB5-2CC31370C94E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2068E77-B494-ED89-72DE-1D0725CDCA74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5FB62D-B6BD-4524-2E00-5A6F04FD821C}"/>
              </a:ext>
            </a:extLst>
          </p:cNvPr>
          <p:cNvSpPr/>
          <p:nvPr/>
        </p:nvSpPr>
        <p:spPr>
          <a:xfrm>
            <a:off x="165100" y="1790190"/>
            <a:ext cx="6732116" cy="41903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C3F834-E71B-C780-FD83-E2FB9CDC8A79}"/>
              </a:ext>
            </a:extLst>
          </p:cNvPr>
          <p:cNvSpPr/>
          <p:nvPr/>
        </p:nvSpPr>
        <p:spPr>
          <a:xfrm>
            <a:off x="6362235" y="1879740"/>
            <a:ext cx="416781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23BEB85-D229-61D8-7AEB-DA9F8875D175}"/>
              </a:ext>
            </a:extLst>
          </p:cNvPr>
          <p:cNvSpPr/>
          <p:nvPr/>
        </p:nvSpPr>
        <p:spPr>
          <a:xfrm>
            <a:off x="236476" y="1844824"/>
            <a:ext cx="346249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로그인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304C2A1-3CB1-B90D-8DB9-FE7AA0A2E38A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8815F831-E8F1-31A2-4E1C-8D1D9C4AE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96FAB54F-BC46-0C0F-5605-D624CC77FB41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경기 오산시 성호대로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141 (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오산동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오산시청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TEL. (031)8036-8905 FAX. (031)8036-8905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Copyright©2025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ALL RIGHTSRESERVED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C7FAA4F-7807-123B-3766-40994A311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263401"/>
              </p:ext>
            </p:extLst>
          </p:nvPr>
        </p:nvGraphicFramePr>
        <p:xfrm>
          <a:off x="2269703" y="2534473"/>
          <a:ext cx="2683297" cy="492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3477B3DC-6637-D5A7-DA6A-ABE863688E76}"/>
              </a:ext>
            </a:extLst>
          </p:cNvPr>
          <p:cNvSpPr/>
          <p:nvPr/>
        </p:nvSpPr>
        <p:spPr>
          <a:xfrm>
            <a:off x="2246317" y="3164692"/>
            <a:ext cx="2706683" cy="3188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prstClr val="white"/>
                </a:solidFill>
              </a:rPr>
              <a:t>로그인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ED3517-B74B-49AA-5976-289DF1D6848F}"/>
              </a:ext>
            </a:extLst>
          </p:cNvPr>
          <p:cNvSpPr/>
          <p:nvPr/>
        </p:nvSpPr>
        <p:spPr>
          <a:xfrm>
            <a:off x="2509124" y="3587570"/>
            <a:ext cx="2186496" cy="18094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dirty="0">
                <a:solidFill>
                  <a:prstClr val="black"/>
                </a:solidFill>
              </a:rPr>
              <a:t>아이디 찾기  </a:t>
            </a:r>
            <a:r>
              <a:rPr lang="en-US" altLang="ko-KR" sz="900" dirty="0">
                <a:solidFill>
                  <a:prstClr val="black"/>
                </a:solidFill>
              </a:rPr>
              <a:t>|  </a:t>
            </a:r>
            <a:r>
              <a:rPr lang="ko-KR" altLang="en-US" sz="900" dirty="0">
                <a:solidFill>
                  <a:prstClr val="black"/>
                </a:solidFill>
              </a:rPr>
              <a:t>비밀번호 찾기  </a:t>
            </a:r>
            <a:r>
              <a:rPr lang="en-US" altLang="ko-KR" sz="900" dirty="0">
                <a:solidFill>
                  <a:prstClr val="black"/>
                </a:solidFill>
              </a:rPr>
              <a:t>|  </a:t>
            </a:r>
            <a:r>
              <a:rPr lang="ko-KR" altLang="en-US" sz="900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45A1AD2-4BEC-9004-8DE6-EFFC155E1A60}"/>
              </a:ext>
            </a:extLst>
          </p:cNvPr>
          <p:cNvSpPr/>
          <p:nvPr/>
        </p:nvSpPr>
        <p:spPr>
          <a:xfrm>
            <a:off x="3015256" y="2825304"/>
            <a:ext cx="185530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17F1224-6859-F82D-360B-503D89D99260}"/>
              </a:ext>
            </a:extLst>
          </p:cNvPr>
          <p:cNvSpPr/>
          <p:nvPr/>
        </p:nvSpPr>
        <p:spPr>
          <a:xfrm>
            <a:off x="3015256" y="2580944"/>
            <a:ext cx="185530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0D8C0B-BFE9-4B8B-600A-73EFE09B51C9}"/>
              </a:ext>
            </a:extLst>
          </p:cNvPr>
          <p:cNvSpPr>
            <a:spLocks noChangeAspect="1"/>
          </p:cNvSpPr>
          <p:nvPr/>
        </p:nvSpPr>
        <p:spPr>
          <a:xfrm>
            <a:off x="2197501" y="244657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271408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F0"/>
        </a:solidFill>
        <a:ln w="3175">
          <a:solidFill>
            <a:srgbClr val="005C2A"/>
          </a:solidFill>
        </a:ln>
        <a:effectLst>
          <a:outerShdw blurRad="25400" dist="12700" dir="5400000" algn="t" rotWithShape="0">
            <a:schemeClr val="tx1">
              <a:lumMod val="50000"/>
              <a:lumOff val="50000"/>
              <a:alpha val="40000"/>
            </a:schemeClr>
          </a:outerShdw>
        </a:effectLst>
      </a:spPr>
      <a:bodyPr lIns="252000" rtlCol="0" anchor="ctr"/>
      <a:lstStyle>
        <a:defPPr>
          <a:defRPr sz="700" b="1" smtClean="0">
            <a:solidFill>
              <a:schemeClr val="bg1"/>
            </a:solidFill>
            <a:latin typeface="나눔고딕" pitchFamily="50" charset="-127"/>
            <a:ea typeface="나눔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50000"/>
            </a:schemeClr>
          </a:solidFill>
          <a:prstDash val="sysDash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9_Office 테마">
  <a:themeElements>
    <a:clrScheme name="사용자 지정 9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7E8C6"/>
      </a:hlink>
      <a:folHlink>
        <a:srgbClr val="FFFFFF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bg1">
              <a:lumMod val="50000"/>
            </a:schemeClr>
          </a:solidFill>
        </a:ln>
        <a:effectLst>
          <a:outerShdw blurRad="50800" dist="38100" dir="2700000" algn="tl" rotWithShape="0">
            <a:schemeClr val="tx1">
              <a:lumMod val="50000"/>
              <a:lumOff val="50000"/>
              <a:alpha val="40000"/>
            </a:schemeClr>
          </a:outerShdw>
        </a:effectLst>
      </a:spPr>
      <a:bodyPr wrap="none" rtlCol="0" anchor="ctr"/>
      <a:lstStyle>
        <a:defPPr algn="ctr">
          <a:defRPr sz="700" smtClean="0">
            <a:solidFill>
              <a:schemeClr val="tx1">
                <a:lumMod val="95000"/>
                <a:lumOff val="5000"/>
              </a:schemeClr>
            </a:solidFill>
            <a:latin typeface="맑은 고딕" pitchFamily="50" charset="-127"/>
            <a:ea typeface="맑은 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FF0000"/>
          </a:solidFill>
          <a:prstDash val="sys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dirty="0"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109542</TotalTime>
  <Words>3058</Words>
  <Application>Microsoft Office PowerPoint</Application>
  <PresentationFormat>A4 용지(210x297mm)</PresentationFormat>
  <Paragraphs>782</Paragraphs>
  <Slides>27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8" baseType="lpstr">
      <vt:lpstr>굴림</vt:lpstr>
      <vt:lpstr>굴림체</vt:lpstr>
      <vt:lpstr>Arial</vt:lpstr>
      <vt:lpstr>Noto Sans</vt:lpstr>
      <vt:lpstr>Wingdings</vt:lpstr>
      <vt:lpstr>나눔고딕</vt:lpstr>
      <vt:lpstr>맑은 고딕</vt:lpstr>
      <vt:lpstr>1_Office 테마</vt:lpstr>
      <vt:lpstr>9_Office 테마</vt:lpstr>
      <vt:lpstr>2_Office 테마</vt:lpstr>
      <vt:lpstr>Visio</vt:lpstr>
      <vt:lpstr>오산교육재단 홈페이지 개편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Kimkyu</dc:creator>
  <cp:lastModifiedBy>성열 최</cp:lastModifiedBy>
  <cp:revision>3731</cp:revision>
  <cp:lastPrinted>2022-07-06T11:39:49Z</cp:lastPrinted>
  <dcterms:created xsi:type="dcterms:W3CDTF">2011-08-08T03:42:49Z</dcterms:created>
  <dcterms:modified xsi:type="dcterms:W3CDTF">2025-11-04T06:49:47Z</dcterms:modified>
</cp:coreProperties>
</file>