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19"/>
  </p:notesMasterIdLst>
  <p:handoutMasterIdLst>
    <p:handoutMasterId r:id="rId20"/>
  </p:handoutMasterIdLst>
  <p:sldIdLst>
    <p:sldId id="1572" r:id="rId4"/>
    <p:sldId id="330" r:id="rId5"/>
    <p:sldId id="1732" r:id="rId6"/>
    <p:sldId id="2290" r:id="rId7"/>
    <p:sldId id="2291" r:id="rId8"/>
    <p:sldId id="2292" r:id="rId9"/>
    <p:sldId id="2299" r:id="rId10"/>
    <p:sldId id="2300" r:id="rId11"/>
    <p:sldId id="2297" r:id="rId12"/>
    <p:sldId id="2298" r:id="rId13"/>
    <p:sldId id="2293" r:id="rId14"/>
    <p:sldId id="2301" r:id="rId15"/>
    <p:sldId id="2295" r:id="rId16"/>
    <p:sldId id="2294" r:id="rId17"/>
    <p:sldId id="2296" r:id="rId18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7" orient="horz" pos="1525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  <p15:guide id="19" pos="18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00FF00"/>
    <a:srgbClr val="0033CC"/>
    <a:srgbClr val="99CCFF"/>
    <a:srgbClr val="6699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6" autoAdjust="0"/>
    <p:restoredTop sz="83420" autoAdjust="0"/>
  </p:normalViewPr>
  <p:slideViewPr>
    <p:cSldViewPr>
      <p:cViewPr varScale="1">
        <p:scale>
          <a:sx n="120" d="100"/>
          <a:sy n="120" d="100"/>
        </p:scale>
        <p:origin x="1380" y="108"/>
      </p:cViewPr>
      <p:guideLst>
        <p:guide orient="horz" pos="867"/>
        <p:guide pos="104"/>
        <p:guide pos="4345"/>
        <p:guide orient="horz" pos="1412"/>
        <p:guide orient="horz" pos="1525"/>
        <p:guide orient="horz" pos="4088"/>
        <p:guide pos="1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27782329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OEP-03-02-03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55811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7A9692A-BB27-962B-CCA3-041E15A57658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E827334-1781-F578-DA61-186E6EF08A00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9F745C6-F192-D575-6A0A-11030139F51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95709339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OEP-03-02-03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0D2CFFB-C743-98CF-33C6-E60F1DBC4A74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10B3CCC-159F-662A-074F-75E1C137A9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10" Type="http://schemas.openxmlformats.org/officeDocument/2006/relationships/image" Target="../media/image13.e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10" Type="http://schemas.openxmlformats.org/officeDocument/2006/relationships/image" Target="../media/image13.e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10" Type="http://schemas.openxmlformats.org/officeDocument/2006/relationships/image" Target="../media/image13.e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3.e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19062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사이트관리자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>
                <a:solidFill>
                  <a:schemeClr val="bg1"/>
                </a:solidFill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967340"/>
              </p:ext>
            </p:extLst>
          </p:nvPr>
        </p:nvGraphicFramePr>
        <p:xfrm>
          <a:off x="165106" y="1183340"/>
          <a:ext cx="9575801" cy="3380414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사이트관리자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회원관리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회원정보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2025.10.27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화면설계서 코멘트 작업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931620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사이트관리자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4468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78384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사이트관리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454576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디자인관리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212531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메뉴구성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2744684" y="2093391"/>
            <a:ext cx="621457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서브페이지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3471914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프로그램신청관리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685186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자동문자발송관리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79182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온라인설문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7462556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808193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9273990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운영지원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554172" y="-382998"/>
            <a:ext cx="343487" cy="46092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2876699" y="-60471"/>
            <a:ext cx="343487" cy="396423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212066" y="274896"/>
            <a:ext cx="343487" cy="329350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534593" y="597423"/>
            <a:ext cx="343487" cy="264845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3871244" y="934074"/>
            <a:ext cx="343487" cy="197514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85" idx="0"/>
            <a:endCxn id="75" idx="2"/>
          </p:cNvCxnSpPr>
          <p:nvPr/>
        </p:nvCxnSpPr>
        <p:spPr>
          <a:xfrm rot="5400000" flipH="1" flipV="1">
            <a:off x="4329710" y="1392541"/>
            <a:ext cx="343487" cy="10582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4883029" y="1897437"/>
            <a:ext cx="343487" cy="484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90" idx="0"/>
            <a:endCxn id="75" idx="2"/>
          </p:cNvCxnSpPr>
          <p:nvPr/>
        </p:nvCxnSpPr>
        <p:spPr>
          <a:xfrm rot="16200000" flipV="1">
            <a:off x="5436347" y="1344119"/>
            <a:ext cx="343487" cy="11550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/>
          <p:cNvCxnSpPr>
            <a:stCxn id="92" idx="0"/>
            <a:endCxn id="75" idx="2"/>
          </p:cNvCxnSpPr>
          <p:nvPr/>
        </p:nvCxnSpPr>
        <p:spPr>
          <a:xfrm rot="16200000" flipV="1">
            <a:off x="5880689" y="899777"/>
            <a:ext cx="343487" cy="20437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93" idx="0"/>
            <a:endCxn id="75" idx="2"/>
          </p:cNvCxnSpPr>
          <p:nvPr/>
        </p:nvCxnSpPr>
        <p:spPr>
          <a:xfrm rot="16200000" flipV="1">
            <a:off x="6203216" y="577250"/>
            <a:ext cx="343487" cy="268879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94" idx="0"/>
            <a:endCxn id="75" idx="2"/>
          </p:cNvCxnSpPr>
          <p:nvPr/>
        </p:nvCxnSpPr>
        <p:spPr>
          <a:xfrm rot="16200000" flipV="1">
            <a:off x="6512903" y="267563"/>
            <a:ext cx="343487" cy="330817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810917" y="-30451"/>
            <a:ext cx="343487" cy="3904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3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864" descr="j02551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32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3D16A776-B9B2-7B76-91E1-0E677E2A4D27}"/>
              </a:ext>
            </a:extLst>
          </p:cNvPr>
          <p:cNvSpPr/>
          <p:nvPr/>
        </p:nvSpPr>
        <p:spPr>
          <a:xfrm>
            <a:off x="8701304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97260" y="-316794"/>
            <a:ext cx="343487" cy="447688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428B43-48C0-330F-58DF-A58897517C69}"/>
              </a:ext>
            </a:extLst>
          </p:cNvPr>
          <p:cNvSpPr/>
          <p:nvPr/>
        </p:nvSpPr>
        <p:spPr>
          <a:xfrm>
            <a:off x="4578550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클린신고센터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Picture 864" descr="j0255117">
            <a:extLst>
              <a:ext uri="{FF2B5EF4-FFF2-40B4-BE49-F238E27FC236}">
                <a16:creationId xmlns:a16="http://schemas.microsoft.com/office/drawing/2014/main" id="{9F0D5482-974C-8E59-85DB-3BAD660D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57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45A0-8FA8-4E65-50B2-F6F1B395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60CE339-B14E-B8E0-4367-570D73224A49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D0F18D97-72BC-840A-45E9-677165F25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오산교육재단 홈페이지 회원 관리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회원 조회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회원정보 설정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74B4A4B8-A3E6-DB99-6D05-79625C278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11A44E54-9D60-59E0-0664-4BBADB6C9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01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77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3369-0A54-F282-0546-B8246628F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6D321081-DB45-9994-ED03-38440AEF00CF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사이트관리자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AAAEF0C3-44EB-BEDF-8758-3B698A1B9A4E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사이트관리자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F5506230-C1B5-D3A5-8749-09CEA2EFC4C4}"/>
              </a:ext>
            </a:extLst>
          </p:cNvPr>
          <p:cNvSpPr/>
          <p:nvPr/>
        </p:nvSpPr>
        <p:spPr>
          <a:xfrm>
            <a:off x="164468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ACA8F28E-A290-BC59-041D-AA0ECF058C55}"/>
              </a:ext>
            </a:extLst>
          </p:cNvPr>
          <p:cNvSpPr/>
          <p:nvPr/>
        </p:nvSpPr>
        <p:spPr>
          <a:xfrm>
            <a:off x="78384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093ADA9-F9F5-AD4E-B0E9-97812DCE6FFE}"/>
              </a:ext>
            </a:extLst>
          </p:cNvPr>
          <p:cNvSpPr/>
          <p:nvPr/>
        </p:nvSpPr>
        <p:spPr>
          <a:xfrm>
            <a:off x="1454576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디자인관리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43800A8D-E5B6-8756-ED30-B35EF4796DFD}"/>
              </a:ext>
            </a:extLst>
          </p:cNvPr>
          <p:cNvSpPr/>
          <p:nvPr/>
        </p:nvSpPr>
        <p:spPr>
          <a:xfrm>
            <a:off x="212531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A4FFB1B5-06E0-91CF-FC27-D0ADAF25C09B}"/>
              </a:ext>
            </a:extLst>
          </p:cNvPr>
          <p:cNvSpPr/>
          <p:nvPr/>
        </p:nvSpPr>
        <p:spPr>
          <a:xfrm>
            <a:off x="2744684" y="2093391"/>
            <a:ext cx="621457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0CF3BFF9-4384-6356-2071-CC4CF33BFDE0}"/>
              </a:ext>
            </a:extLst>
          </p:cNvPr>
          <p:cNvSpPr/>
          <p:nvPr/>
        </p:nvSpPr>
        <p:spPr>
          <a:xfrm>
            <a:off x="3471914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</a:p>
        </p:txBody>
      </p: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D773D546-CA4E-29F1-4DB5-D5FB04186EEC}"/>
              </a:ext>
            </a:extLst>
          </p:cNvPr>
          <p:cNvSpPr/>
          <p:nvPr/>
        </p:nvSpPr>
        <p:spPr>
          <a:xfrm>
            <a:off x="5685186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자동문자발송관리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F6BFBCB7-85A8-7A91-B913-0FE54EDBC66A}"/>
              </a:ext>
            </a:extLst>
          </p:cNvPr>
          <p:cNvSpPr/>
          <p:nvPr/>
        </p:nvSpPr>
        <p:spPr>
          <a:xfrm>
            <a:off x="6791822" y="2093391"/>
            <a:ext cx="56496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온라인설문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8B8277A-0352-CBBA-9712-85F379606B24}"/>
              </a:ext>
            </a:extLst>
          </p:cNvPr>
          <p:cNvSpPr/>
          <p:nvPr/>
        </p:nvSpPr>
        <p:spPr>
          <a:xfrm>
            <a:off x="7462556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sp>
        <p:nvSpPr>
          <p:cNvPr id="94" name="모서리가 둥근 직사각형 93">
            <a:extLst>
              <a:ext uri="{FF2B5EF4-FFF2-40B4-BE49-F238E27FC236}">
                <a16:creationId xmlns:a16="http://schemas.microsoft.com/office/drawing/2014/main" id="{4FE572D1-146F-DF83-E7D8-1113BF980A57}"/>
              </a:ext>
            </a:extLst>
          </p:cNvPr>
          <p:cNvSpPr/>
          <p:nvPr/>
        </p:nvSpPr>
        <p:spPr>
          <a:xfrm>
            <a:off x="8081930" y="2093391"/>
            <a:ext cx="5136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4229F30F-F547-5090-0165-5C2A72D8E702}"/>
              </a:ext>
            </a:extLst>
          </p:cNvPr>
          <p:cNvSpPr/>
          <p:nvPr/>
        </p:nvSpPr>
        <p:spPr>
          <a:xfrm>
            <a:off x="9273990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ED32AF82-08D4-F7E3-EB35-5700A8D432AF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554172" y="-382998"/>
            <a:ext cx="343487" cy="460929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FC5AC645-F6B4-EDEB-9414-19E79349C370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2876699" y="-60471"/>
            <a:ext cx="343487" cy="396423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81954E25-5658-1511-BE0E-73E7C85F8761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212066" y="274896"/>
            <a:ext cx="343487" cy="329350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E55505D4-4211-9197-6E10-2687755555A0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534593" y="597423"/>
            <a:ext cx="343487" cy="264845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45AEF406-A2C0-CEF8-F266-AA178F5429E3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3871244" y="934074"/>
            <a:ext cx="343487" cy="197514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5A874BD7-8A1F-DFAB-7977-434D711B979E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5400000" flipH="1" flipV="1">
            <a:off x="4329710" y="1392541"/>
            <a:ext cx="343487" cy="10582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6CD37510-8445-BB84-26DC-8215C02BC66B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4883029" y="1897437"/>
            <a:ext cx="343487" cy="484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>
            <a:extLst>
              <a:ext uri="{FF2B5EF4-FFF2-40B4-BE49-F238E27FC236}">
                <a16:creationId xmlns:a16="http://schemas.microsoft.com/office/drawing/2014/main" id="{3D2363D3-0215-308F-0D9C-AE2A2F03F27E}"/>
              </a:ext>
            </a:extLst>
          </p:cNvPr>
          <p:cNvCxnSpPr>
            <a:stCxn id="90" idx="0"/>
            <a:endCxn id="75" idx="2"/>
          </p:cNvCxnSpPr>
          <p:nvPr/>
        </p:nvCxnSpPr>
        <p:spPr>
          <a:xfrm rot="16200000" flipV="1">
            <a:off x="5436347" y="1344119"/>
            <a:ext cx="343487" cy="11550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>
            <a:extLst>
              <a:ext uri="{FF2B5EF4-FFF2-40B4-BE49-F238E27FC236}">
                <a16:creationId xmlns:a16="http://schemas.microsoft.com/office/drawing/2014/main" id="{5985C4F4-089E-A720-3ED0-9BBD1458D339}"/>
              </a:ext>
            </a:extLst>
          </p:cNvPr>
          <p:cNvCxnSpPr>
            <a:stCxn id="92" idx="0"/>
            <a:endCxn id="75" idx="2"/>
          </p:cNvCxnSpPr>
          <p:nvPr/>
        </p:nvCxnSpPr>
        <p:spPr>
          <a:xfrm rot="16200000" flipV="1">
            <a:off x="5880689" y="899777"/>
            <a:ext cx="343487" cy="20437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>
            <a:extLst>
              <a:ext uri="{FF2B5EF4-FFF2-40B4-BE49-F238E27FC236}">
                <a16:creationId xmlns:a16="http://schemas.microsoft.com/office/drawing/2014/main" id="{755BE66A-0FE4-305C-A698-3687391A5239}"/>
              </a:ext>
            </a:extLst>
          </p:cNvPr>
          <p:cNvCxnSpPr>
            <a:stCxn id="93" idx="0"/>
            <a:endCxn id="75" idx="2"/>
          </p:cNvCxnSpPr>
          <p:nvPr/>
        </p:nvCxnSpPr>
        <p:spPr>
          <a:xfrm rot="16200000" flipV="1">
            <a:off x="6203216" y="577250"/>
            <a:ext cx="343487" cy="268879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>
            <a:extLst>
              <a:ext uri="{FF2B5EF4-FFF2-40B4-BE49-F238E27FC236}">
                <a16:creationId xmlns:a16="http://schemas.microsoft.com/office/drawing/2014/main" id="{80DFB49E-D17C-403B-706B-7F71FBCB09C8}"/>
              </a:ext>
            </a:extLst>
          </p:cNvPr>
          <p:cNvCxnSpPr>
            <a:stCxn id="94" idx="0"/>
            <a:endCxn id="75" idx="2"/>
          </p:cNvCxnSpPr>
          <p:nvPr/>
        </p:nvCxnSpPr>
        <p:spPr>
          <a:xfrm rot="16200000" flipV="1">
            <a:off x="6512903" y="267563"/>
            <a:ext cx="343487" cy="330817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>
            <a:extLst>
              <a:ext uri="{FF2B5EF4-FFF2-40B4-BE49-F238E27FC236}">
                <a16:creationId xmlns:a16="http://schemas.microsoft.com/office/drawing/2014/main" id="{80912ADA-9173-CB3B-596F-43CF05B18DDC}"/>
              </a:ext>
            </a:extLst>
          </p:cNvPr>
          <p:cNvCxnSpPr>
            <a:cxnSpLocks/>
            <a:stCxn id="16" idx="0"/>
            <a:endCxn id="75" idx="2"/>
          </p:cNvCxnSpPr>
          <p:nvPr/>
        </p:nvCxnSpPr>
        <p:spPr>
          <a:xfrm rot="16200000" flipV="1">
            <a:off x="6810917" y="-30451"/>
            <a:ext cx="343487" cy="3904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Picture 864" descr="j0255117">
            <a:extLst>
              <a:ext uri="{FF2B5EF4-FFF2-40B4-BE49-F238E27FC236}">
                <a16:creationId xmlns:a16="http://schemas.microsoft.com/office/drawing/2014/main" id="{937B66D1-646F-9134-F947-57289077A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3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864" descr="j0255117">
            <a:extLst>
              <a:ext uri="{FF2B5EF4-FFF2-40B4-BE49-F238E27FC236}">
                <a16:creationId xmlns:a16="http://schemas.microsoft.com/office/drawing/2014/main" id="{03560504-5474-6B64-0463-6538F5F7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320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모서리가 둥근 직사각형 94">
            <a:extLst>
              <a:ext uri="{FF2B5EF4-FFF2-40B4-BE49-F238E27FC236}">
                <a16:creationId xmlns:a16="http://schemas.microsoft.com/office/drawing/2014/main" id="{9C68D65F-6690-7410-607B-1BC3A4D4A02F}"/>
              </a:ext>
            </a:extLst>
          </p:cNvPr>
          <p:cNvSpPr/>
          <p:nvPr/>
        </p:nvSpPr>
        <p:spPr>
          <a:xfrm>
            <a:off x="8701304" y="2093391"/>
            <a:ext cx="46691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</a:p>
        </p:txBody>
      </p: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727F76F3-F58A-C73A-5FFC-AA8507B0BDFB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97260" y="-316794"/>
            <a:ext cx="343487" cy="447688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9A920ADD-81D6-7F20-9149-904D67B8D648}"/>
              </a:ext>
            </a:extLst>
          </p:cNvPr>
          <p:cNvSpPr/>
          <p:nvPr/>
        </p:nvSpPr>
        <p:spPr>
          <a:xfrm>
            <a:off x="4578550" y="2093391"/>
            <a:ext cx="1000863" cy="18935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Picture 864" descr="j0255117">
            <a:extLst>
              <a:ext uri="{FF2B5EF4-FFF2-40B4-BE49-F238E27FC236}">
                <a16:creationId xmlns:a16="http://schemas.microsoft.com/office/drawing/2014/main" id="{58718178-5411-C01B-6CFC-A40A26732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57" y="1952836"/>
            <a:ext cx="188449" cy="177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모서리가 둥근 직사각형 83">
            <a:extLst>
              <a:ext uri="{FF2B5EF4-FFF2-40B4-BE49-F238E27FC236}">
                <a16:creationId xmlns:a16="http://schemas.microsoft.com/office/drawing/2014/main" id="{0E79147F-7AD5-4E7E-AB6E-82449F15F4BE}"/>
              </a:ext>
            </a:extLst>
          </p:cNvPr>
          <p:cNvSpPr/>
          <p:nvPr/>
        </p:nvSpPr>
        <p:spPr>
          <a:xfrm>
            <a:off x="7852629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cxnSp>
        <p:nvCxnSpPr>
          <p:cNvPr id="3" name="꺾인 연결선 111">
            <a:extLst>
              <a:ext uri="{FF2B5EF4-FFF2-40B4-BE49-F238E27FC236}">
                <a16:creationId xmlns:a16="http://schemas.microsoft.com/office/drawing/2014/main" id="{8D2F9B0B-30FA-275F-4E7C-EF7425DE447B}"/>
              </a:ext>
            </a:extLst>
          </p:cNvPr>
          <p:cNvCxnSpPr>
            <a:cxnSpLocks/>
            <a:stCxn id="2" idx="1"/>
            <a:endCxn id="93" idx="2"/>
          </p:cNvCxnSpPr>
          <p:nvPr/>
        </p:nvCxnSpPr>
        <p:spPr>
          <a:xfrm rot="10800000">
            <a:off x="7719357" y="2282743"/>
            <a:ext cx="133272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83">
            <a:extLst>
              <a:ext uri="{FF2B5EF4-FFF2-40B4-BE49-F238E27FC236}">
                <a16:creationId xmlns:a16="http://schemas.microsoft.com/office/drawing/2014/main" id="{8248EC54-C5BE-2E90-AAF5-E7E4B9046F34}"/>
              </a:ext>
            </a:extLst>
          </p:cNvPr>
          <p:cNvSpPr/>
          <p:nvPr/>
        </p:nvSpPr>
        <p:spPr>
          <a:xfrm>
            <a:off x="7852629" y="256239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설정</a:t>
            </a:r>
          </a:p>
        </p:txBody>
      </p:sp>
    </p:spTree>
    <p:extLst>
      <p:ext uri="{BB962C8B-B14F-4D97-AF65-F5344CB8AC3E}">
        <p14:creationId xmlns:p14="http://schemas.microsoft.com/office/powerpoint/2010/main" val="6955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8DB5-4C32-7B30-30E8-C51E4372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9137AA17-E4FD-76ED-550A-CC1DD76DE02F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BC9BA8-000C-2FEE-FCD9-FB6A7704B89A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61992-87C4-22E9-7D04-F1B77CD7767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AFF6B1-EF15-3996-D337-009CAAFDDEA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6A83C214-BAF3-ABB9-3110-0589F2600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825089"/>
              </p:ext>
            </p:extLst>
          </p:nvPr>
        </p:nvGraphicFramePr>
        <p:xfrm>
          <a:off x="6969418" y="2548005"/>
          <a:ext cx="2772114" cy="33370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 메뉴 중 회원정보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승인여부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미승인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승인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취소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탈퇴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정상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승인여부가 승인이며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탈퇴하지 않은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탈퇴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승인여부가 승인이며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회원탈퇴가 된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아이디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검색조건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조건에 맞는 검색어 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조건에 맞는 회원이 목록에 보인다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승인방식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자동승인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회원가입을 완료 하면 자동으로 즉시 승인 처리 되어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수동승인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대기 상태가 되며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이후 사이트관리자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회원관리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회원정보에서 관리자가 직접 승인여부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를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승인방식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승인방식 시스템에 적용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E913EC8-EDDE-1C23-D923-FA59F52CE95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B85CD89-05BF-03B3-1254-DE1E05FFFB82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57187C1-6BD3-205A-5668-4A07DE00D18D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9E91E3FC-B677-7ADD-B553-C54E9247A894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3C454D54-D797-CC18-9D49-488315D4D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D60F2D54-AD19-CC62-758A-A11A59B5758E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EBD19AA-4DE4-3D7E-2074-3EEB37E4342F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93868D8-4661-5CA0-1AE1-B280B0D0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2486E0F8-8569-2B54-695A-42206DAB4E74}"/>
              </a:ext>
            </a:extLst>
          </p:cNvPr>
          <p:cNvSpPr/>
          <p:nvPr/>
        </p:nvSpPr>
        <p:spPr>
          <a:xfrm>
            <a:off x="220357" y="1867077"/>
            <a:ext cx="750205" cy="26314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6E7DF315-2ED7-9EED-19CA-78812DD0B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56966"/>
              </p:ext>
            </p:extLst>
          </p:nvPr>
        </p:nvGraphicFramePr>
        <p:xfrm>
          <a:off x="1283522" y="2780928"/>
          <a:ext cx="5513633" cy="309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051">
                  <a:extLst>
                    <a:ext uri="{9D8B030D-6E8A-4147-A177-3AD203B41FA5}">
                      <a16:colId xmlns:a16="http://schemas.microsoft.com/office/drawing/2014/main" val="376333697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4249338070"/>
                    </a:ext>
                  </a:extLst>
                </a:gridCol>
                <a:gridCol w="10141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5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(ID)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1999.05.24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탈퇴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5E31B8FC-3815-8F7C-D892-9F735A6DD542}"/>
              </a:ext>
            </a:extLst>
          </p:cNvPr>
          <p:cNvSpPr/>
          <p:nvPr/>
        </p:nvSpPr>
        <p:spPr>
          <a:xfrm>
            <a:off x="6517074" y="3079673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1F861B2-B9EA-9A71-FFAE-7AF5C0223AE1}"/>
              </a:ext>
            </a:extLst>
          </p:cNvPr>
          <p:cNvSpPr/>
          <p:nvPr/>
        </p:nvSpPr>
        <p:spPr>
          <a:xfrm>
            <a:off x="6517074" y="336467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55E836A-7A9D-3B68-4F94-091B48534ACF}"/>
              </a:ext>
            </a:extLst>
          </p:cNvPr>
          <p:cNvSpPr/>
          <p:nvPr/>
        </p:nvSpPr>
        <p:spPr>
          <a:xfrm>
            <a:off x="6517074" y="366039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EF89B6C-B9B7-2F11-1DBA-1CBE9AB26E93}"/>
              </a:ext>
            </a:extLst>
          </p:cNvPr>
          <p:cNvSpPr/>
          <p:nvPr/>
        </p:nvSpPr>
        <p:spPr>
          <a:xfrm>
            <a:off x="6517074" y="394842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01E24AB-5B97-B296-2864-2CF57C0F5DF8}"/>
              </a:ext>
            </a:extLst>
          </p:cNvPr>
          <p:cNvSpPr/>
          <p:nvPr/>
        </p:nvSpPr>
        <p:spPr>
          <a:xfrm>
            <a:off x="6517074" y="422877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D1515B4-561F-3985-BAC1-8B4884022F2A}"/>
              </a:ext>
            </a:extLst>
          </p:cNvPr>
          <p:cNvSpPr/>
          <p:nvPr/>
        </p:nvSpPr>
        <p:spPr>
          <a:xfrm>
            <a:off x="6517074" y="4509120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3A90A20-816E-DEAB-91F0-D81446C9AF82}"/>
              </a:ext>
            </a:extLst>
          </p:cNvPr>
          <p:cNvSpPr/>
          <p:nvPr/>
        </p:nvSpPr>
        <p:spPr>
          <a:xfrm>
            <a:off x="6517074" y="479715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5E986FE-019E-4D7B-ECA3-D524880ACEDA}"/>
              </a:ext>
            </a:extLst>
          </p:cNvPr>
          <p:cNvSpPr/>
          <p:nvPr/>
        </p:nvSpPr>
        <p:spPr>
          <a:xfrm>
            <a:off x="6517074" y="508518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97E0E25-80E2-BF52-2B9C-35CAA9DC8073}"/>
              </a:ext>
            </a:extLst>
          </p:cNvPr>
          <p:cNvSpPr/>
          <p:nvPr/>
        </p:nvSpPr>
        <p:spPr>
          <a:xfrm>
            <a:off x="6517074" y="537321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1011D4C-47E0-BADD-510A-93E25AEADAA8}"/>
              </a:ext>
            </a:extLst>
          </p:cNvPr>
          <p:cNvSpPr/>
          <p:nvPr/>
        </p:nvSpPr>
        <p:spPr>
          <a:xfrm>
            <a:off x="6517074" y="5661248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9D8F954-301A-7D21-4ADE-4412E735FEB9}"/>
              </a:ext>
            </a:extLst>
          </p:cNvPr>
          <p:cNvSpPr/>
          <p:nvPr/>
        </p:nvSpPr>
        <p:spPr>
          <a:xfrm>
            <a:off x="3473589" y="5967967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</a:rPr>
              <a:t>마지막</a:t>
            </a:r>
          </a:p>
        </p:txBody>
      </p:sp>
      <p:graphicFrame>
        <p:nvGraphicFramePr>
          <p:cNvPr id="79" name="개체 78">
            <a:extLst>
              <a:ext uri="{FF2B5EF4-FFF2-40B4-BE49-F238E27FC236}">
                <a16:creationId xmlns:a16="http://schemas.microsoft.com/office/drawing/2014/main" id="{2E9679C8-E1C4-5BA8-1A75-CD7FA9081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995643"/>
              </p:ext>
            </p:extLst>
          </p:nvPr>
        </p:nvGraphicFramePr>
        <p:xfrm>
          <a:off x="1297120" y="283230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" name="개체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283230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개체 79">
            <a:extLst>
              <a:ext uri="{FF2B5EF4-FFF2-40B4-BE49-F238E27FC236}">
                <a16:creationId xmlns:a16="http://schemas.microsoft.com/office/drawing/2014/main" id="{A08EA780-8DC5-D8DD-C0E7-6F1E2D706B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218347"/>
              </p:ext>
            </p:extLst>
          </p:nvPr>
        </p:nvGraphicFramePr>
        <p:xfrm>
          <a:off x="1297120" y="308995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4" name="개체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08995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개체 80">
            <a:extLst>
              <a:ext uri="{FF2B5EF4-FFF2-40B4-BE49-F238E27FC236}">
                <a16:creationId xmlns:a16="http://schemas.microsoft.com/office/drawing/2014/main" id="{D4EF7A0E-0FCA-27B4-BF47-5DE490F606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529938"/>
              </p:ext>
            </p:extLst>
          </p:nvPr>
        </p:nvGraphicFramePr>
        <p:xfrm>
          <a:off x="1297120" y="3371913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5" name="개체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371913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개체 81">
            <a:extLst>
              <a:ext uri="{FF2B5EF4-FFF2-40B4-BE49-F238E27FC236}">
                <a16:creationId xmlns:a16="http://schemas.microsoft.com/office/drawing/2014/main" id="{F8374DEA-7379-01F1-3A33-6B502BA10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512912"/>
              </p:ext>
            </p:extLst>
          </p:nvPr>
        </p:nvGraphicFramePr>
        <p:xfrm>
          <a:off x="1297120" y="366039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6" name="개체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66039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개체 82">
            <a:extLst>
              <a:ext uri="{FF2B5EF4-FFF2-40B4-BE49-F238E27FC236}">
                <a16:creationId xmlns:a16="http://schemas.microsoft.com/office/drawing/2014/main" id="{6DEB521E-5971-2112-6FAB-ED1B7F956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864836"/>
              </p:ext>
            </p:extLst>
          </p:nvPr>
        </p:nvGraphicFramePr>
        <p:xfrm>
          <a:off x="1297120" y="3947977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7" name="개체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947977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개체 84">
            <a:extLst>
              <a:ext uri="{FF2B5EF4-FFF2-40B4-BE49-F238E27FC236}">
                <a16:creationId xmlns:a16="http://schemas.microsoft.com/office/drawing/2014/main" id="{FB95F7AF-1B4A-7E04-AF10-9488A3BEE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641773"/>
              </p:ext>
            </p:extLst>
          </p:nvPr>
        </p:nvGraphicFramePr>
        <p:xfrm>
          <a:off x="1297120" y="42360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8" name="개체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2360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개체 85">
            <a:extLst>
              <a:ext uri="{FF2B5EF4-FFF2-40B4-BE49-F238E27FC236}">
                <a16:creationId xmlns:a16="http://schemas.microsoft.com/office/drawing/2014/main" id="{E7229527-8549-EC7D-CADB-6A1F9AD1D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837027"/>
              </p:ext>
            </p:extLst>
          </p:nvPr>
        </p:nvGraphicFramePr>
        <p:xfrm>
          <a:off x="1297120" y="4514514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09" name="개체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514514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개체 86">
            <a:extLst>
              <a:ext uri="{FF2B5EF4-FFF2-40B4-BE49-F238E27FC236}">
                <a16:creationId xmlns:a16="http://schemas.microsoft.com/office/drawing/2014/main" id="{11C06FE0-5ABF-BAD9-51D0-A4ADE6536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205888"/>
              </p:ext>
            </p:extLst>
          </p:nvPr>
        </p:nvGraphicFramePr>
        <p:xfrm>
          <a:off x="1297120" y="480483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10" name="개체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80483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개체 87">
            <a:extLst>
              <a:ext uri="{FF2B5EF4-FFF2-40B4-BE49-F238E27FC236}">
                <a16:creationId xmlns:a16="http://schemas.microsoft.com/office/drawing/2014/main" id="{0F81688F-1678-E68C-DDE9-DDFDFFBBDC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239829"/>
              </p:ext>
            </p:extLst>
          </p:nvPr>
        </p:nvGraphicFramePr>
        <p:xfrm>
          <a:off x="1297120" y="508737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11" name="개체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08737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개체 88">
            <a:extLst>
              <a:ext uri="{FF2B5EF4-FFF2-40B4-BE49-F238E27FC236}">
                <a16:creationId xmlns:a16="http://schemas.microsoft.com/office/drawing/2014/main" id="{D00EF2E3-BB19-422A-4DE8-91A754D521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858746"/>
              </p:ext>
            </p:extLst>
          </p:nvPr>
        </p:nvGraphicFramePr>
        <p:xfrm>
          <a:off x="1297120" y="537321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12" name="개체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37321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개체 89">
            <a:extLst>
              <a:ext uri="{FF2B5EF4-FFF2-40B4-BE49-F238E27FC236}">
                <a16:creationId xmlns:a16="http://schemas.microsoft.com/office/drawing/2014/main" id="{D5A3471F-E612-7DD8-92B2-F0B3F321C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030910"/>
              </p:ext>
            </p:extLst>
          </p:nvPr>
        </p:nvGraphicFramePr>
        <p:xfrm>
          <a:off x="1297120" y="5658481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213" name="개체 2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658481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직사각형 90">
            <a:extLst>
              <a:ext uri="{FF2B5EF4-FFF2-40B4-BE49-F238E27FC236}">
                <a16:creationId xmlns:a16="http://schemas.microsoft.com/office/drawing/2014/main" id="{FD08F786-F047-EDE9-D189-8FFFA17ABEF6}"/>
              </a:ext>
            </a:extLst>
          </p:cNvPr>
          <p:cNvSpPr/>
          <p:nvPr/>
        </p:nvSpPr>
        <p:spPr>
          <a:xfrm>
            <a:off x="1283522" y="6144399"/>
            <a:ext cx="486828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</a:rPr>
              <a:t>선택삭제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92" name="Rectangle 191">
            <a:extLst>
              <a:ext uri="{FF2B5EF4-FFF2-40B4-BE49-F238E27FC236}">
                <a16:creationId xmlns:a16="http://schemas.microsoft.com/office/drawing/2014/main" id="{BA440CF3-3631-31B7-D40A-88E5DECC0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964" y="2589202"/>
            <a:ext cx="658835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일괄 승인처리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4" name="Picture 13">
            <a:extLst>
              <a:ext uri="{FF2B5EF4-FFF2-40B4-BE49-F238E27FC236}">
                <a16:creationId xmlns:a16="http://schemas.microsoft.com/office/drawing/2014/main" id="{D4452D60-B3A8-1D6E-775C-5EDCF0A0B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103" y="25725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6D98522F-6E71-648A-7306-3314ECAC8EFC}"/>
              </a:ext>
            </a:extLst>
          </p:cNvPr>
          <p:cNvSpPr/>
          <p:nvPr/>
        </p:nvSpPr>
        <p:spPr>
          <a:xfrm>
            <a:off x="5297873" y="2574159"/>
            <a:ext cx="35765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선택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BA1F854-C004-A91F-63BA-FD3651B66A96}"/>
              </a:ext>
            </a:extLst>
          </p:cNvPr>
          <p:cNvSpPr/>
          <p:nvPr/>
        </p:nvSpPr>
        <p:spPr>
          <a:xfrm>
            <a:off x="5839720" y="2574151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일괄처리</a:t>
            </a:r>
          </a:p>
        </p:txBody>
      </p:sp>
      <p:sp>
        <p:nvSpPr>
          <p:cNvPr id="97" name="Rectangle 191">
            <a:extLst>
              <a:ext uri="{FF2B5EF4-FFF2-40B4-BE49-F238E27FC236}">
                <a16:creationId xmlns:a16="http://schemas.microsoft.com/office/drawing/2014/main" id="{5F91F1E1-B4D3-94A0-B39B-799CF1682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434" y="2589202"/>
            <a:ext cx="44723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승인방식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0091CA5-9819-8B9B-EFD1-D23268AF7DA8}"/>
              </a:ext>
            </a:extLst>
          </p:cNvPr>
          <p:cNvSpPr/>
          <p:nvPr/>
        </p:nvSpPr>
        <p:spPr>
          <a:xfrm>
            <a:off x="2792760" y="2574151"/>
            <a:ext cx="24015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63957E2-6AF6-3CF3-0442-C066BB17B79D}"/>
              </a:ext>
            </a:extLst>
          </p:cNvPr>
          <p:cNvGrpSpPr/>
          <p:nvPr/>
        </p:nvGrpSpPr>
        <p:grpSpPr>
          <a:xfrm>
            <a:off x="1739711" y="2585540"/>
            <a:ext cx="504905" cy="144463"/>
            <a:chOff x="2297086" y="2060848"/>
            <a:chExt cx="504905" cy="144463"/>
          </a:xfrm>
        </p:grpSpPr>
        <p:sp>
          <p:nvSpPr>
            <p:cNvPr id="109" name="Rectangle 191">
              <a:extLst>
                <a:ext uri="{FF2B5EF4-FFF2-40B4-BE49-F238E27FC236}">
                  <a16:creationId xmlns:a16="http://schemas.microsoft.com/office/drawing/2014/main" id="{58176468-37F9-DAD1-179F-20ECAFBD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918" y="207660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자동승인</a:t>
              </a:r>
            </a:p>
          </p:txBody>
        </p:sp>
        <p:graphicFrame>
          <p:nvGraphicFramePr>
            <p:cNvPr id="111" name="개체 110">
              <a:extLst>
                <a:ext uri="{FF2B5EF4-FFF2-40B4-BE49-F238E27FC236}">
                  <a16:creationId xmlns:a16="http://schemas.microsoft.com/office/drawing/2014/main" id="{CD52A7BB-8C19-C461-1446-AACD7E0D18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063008"/>
                </p:ext>
              </p:extLst>
            </p:nvPr>
          </p:nvGraphicFramePr>
          <p:xfrm>
            <a:off x="2297086" y="2060848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7" imgW="145435" imgH="145435" progId="Visio.Drawing.11">
                    <p:embed/>
                  </p:oleObj>
                </mc:Choice>
                <mc:Fallback>
                  <p:oleObj name="Visio" r:id="rId7" imgW="145435" imgH="145435" progId="Visio.Drawing.11">
                    <p:embed/>
                    <p:pic>
                      <p:nvPicPr>
                        <p:cNvPr id="105" name="개체 104">
                          <a:extLst>
                            <a:ext uri="{FF2B5EF4-FFF2-40B4-BE49-F238E27FC236}">
                              <a16:creationId xmlns:a16="http://schemas.microsoft.com/office/drawing/2014/main" id="{B0877494-AE7C-B4D4-0CDF-F03E46C196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086" y="2060848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10FE8055-82C9-1101-F7DB-D8D1D96FAA94}"/>
              </a:ext>
            </a:extLst>
          </p:cNvPr>
          <p:cNvGrpSpPr/>
          <p:nvPr/>
        </p:nvGrpSpPr>
        <p:grpSpPr>
          <a:xfrm>
            <a:off x="2252700" y="2584184"/>
            <a:ext cx="497799" cy="144462"/>
            <a:chOff x="2716253" y="2405617"/>
            <a:chExt cx="497799" cy="144462"/>
          </a:xfrm>
        </p:grpSpPr>
        <p:sp>
          <p:nvSpPr>
            <p:cNvPr id="113" name="Rectangle 191">
              <a:extLst>
                <a:ext uri="{FF2B5EF4-FFF2-40B4-BE49-F238E27FC236}">
                  <a16:creationId xmlns:a16="http://schemas.microsoft.com/office/drawing/2014/main" id="{1E918A6B-9CD2-82AB-55EB-3A2E519D6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수동승인</a:t>
              </a:r>
            </a:p>
          </p:txBody>
        </p:sp>
        <p:graphicFrame>
          <p:nvGraphicFramePr>
            <p:cNvPr id="114" name="개체 113">
              <a:extLst>
                <a:ext uri="{FF2B5EF4-FFF2-40B4-BE49-F238E27FC236}">
                  <a16:creationId xmlns:a16="http://schemas.microsoft.com/office/drawing/2014/main" id="{77F72823-12C2-F56E-DECD-8B2799D52A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145435" imgH="145435" progId="Visio.Drawing.11">
                    <p:embed/>
                  </p:oleObj>
                </mc:Choice>
                <mc:Fallback>
                  <p:oleObj name="Visio" r:id="rId9" imgW="145435" imgH="145435" progId="Visio.Drawing.11">
                    <p:embed/>
                    <p:pic>
                      <p:nvPicPr>
                        <p:cNvPr id="107" name="개체 106">
                          <a:extLst>
                            <a:ext uri="{FF2B5EF4-FFF2-40B4-BE49-F238E27FC236}">
                              <a16:creationId xmlns:a16="http://schemas.microsoft.com/office/drawing/2014/main" id="{77F72823-12C2-F56E-DECD-8B2799D52A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15" name="Picture 13">
            <a:extLst>
              <a:ext uri="{FF2B5EF4-FFF2-40B4-BE49-F238E27FC236}">
                <a16:creationId xmlns:a16="http://schemas.microsoft.com/office/drawing/2014/main" id="{FF31FED1-FA3C-360D-FA76-20949E10E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590" y="25842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EF7DF9C-5B44-A90B-3B3E-A8606741DC19}"/>
              </a:ext>
            </a:extLst>
          </p:cNvPr>
          <p:cNvSpPr/>
          <p:nvPr/>
        </p:nvSpPr>
        <p:spPr>
          <a:xfrm>
            <a:off x="6330261" y="2585895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CD97020-9D94-98F6-0190-A64B7CAD7BA3}"/>
              </a:ext>
            </a:extLst>
          </p:cNvPr>
          <p:cNvSpPr>
            <a:spLocks noChangeAspect="1"/>
          </p:cNvSpPr>
          <p:nvPr/>
        </p:nvSpPr>
        <p:spPr>
          <a:xfrm>
            <a:off x="1110909" y="22450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539008-1FA8-9574-BB23-95EA8EEA3C6C}"/>
              </a:ext>
            </a:extLst>
          </p:cNvPr>
          <p:cNvSpPr>
            <a:spLocks noChangeAspect="1"/>
          </p:cNvSpPr>
          <p:nvPr/>
        </p:nvSpPr>
        <p:spPr>
          <a:xfrm>
            <a:off x="1143643" y="25793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3FFB274-642E-BB6C-E351-12014EE16E14}"/>
              </a:ext>
            </a:extLst>
          </p:cNvPr>
          <p:cNvSpPr>
            <a:spLocks noChangeAspect="1"/>
          </p:cNvSpPr>
          <p:nvPr/>
        </p:nvSpPr>
        <p:spPr>
          <a:xfrm>
            <a:off x="4449099" y="25793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AE0BA4E-DB84-A110-E301-B222054FF6F9}"/>
              </a:ext>
            </a:extLst>
          </p:cNvPr>
          <p:cNvSpPr>
            <a:spLocks noChangeAspect="1"/>
          </p:cNvSpPr>
          <p:nvPr/>
        </p:nvSpPr>
        <p:spPr>
          <a:xfrm>
            <a:off x="1214209" y="27310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3ED79CC-8F44-D46C-B846-A7A65D825B41}"/>
              </a:ext>
            </a:extLst>
          </p:cNvPr>
          <p:cNvSpPr>
            <a:spLocks noChangeAspect="1"/>
          </p:cNvSpPr>
          <p:nvPr/>
        </p:nvSpPr>
        <p:spPr>
          <a:xfrm>
            <a:off x="1803718" y="617877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F32625-FE89-DA77-A8B0-41D5752869B9}"/>
              </a:ext>
            </a:extLst>
          </p:cNvPr>
          <p:cNvSpPr/>
          <p:nvPr/>
        </p:nvSpPr>
        <p:spPr>
          <a:xfrm>
            <a:off x="272480" y="3479191"/>
            <a:ext cx="400751" cy="32829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회원그룹</a:t>
            </a:r>
            <a:endParaRPr lang="en-US" altLang="ko-KR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회원유형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27C039-2E32-ABE0-6090-03BDAE9D152C}"/>
              </a:ext>
            </a:extLst>
          </p:cNvPr>
          <p:cNvSpPr/>
          <p:nvPr/>
        </p:nvSpPr>
        <p:spPr>
          <a:xfrm>
            <a:off x="4688378" y="224251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7224D1-F3C0-5319-3858-AF85C03577F6}"/>
              </a:ext>
            </a:extLst>
          </p:cNvPr>
          <p:cNvSpPr/>
          <p:nvPr/>
        </p:nvSpPr>
        <p:spPr>
          <a:xfrm>
            <a:off x="3260834" y="2242518"/>
            <a:ext cx="141501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검색어를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입력하세요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65B521FC-B76F-1C50-8C0E-6D615FD75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861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C5FA8F-2ACB-8ED3-9CA7-97AA55DF7DE6}"/>
              </a:ext>
            </a:extLst>
          </p:cNvPr>
          <p:cNvSpPr/>
          <p:nvPr/>
        </p:nvSpPr>
        <p:spPr>
          <a:xfrm>
            <a:off x="1263678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승인여부</a:t>
            </a:r>
          </a:p>
        </p:txBody>
      </p:sp>
      <p:pic>
        <p:nvPicPr>
          <p:cNvPr id="25" name="Picture 13">
            <a:extLst>
              <a:ext uri="{FF2B5EF4-FFF2-40B4-BE49-F238E27FC236}">
                <a16:creationId xmlns:a16="http://schemas.microsoft.com/office/drawing/2014/main" id="{42129980-77C2-B7C9-1F21-7E612BD49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228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7F450E-E1E6-BA11-F055-41F2DDBF3386}"/>
              </a:ext>
            </a:extLst>
          </p:cNvPr>
          <p:cNvSpPr/>
          <p:nvPr/>
        </p:nvSpPr>
        <p:spPr>
          <a:xfrm>
            <a:off x="1928045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</a:p>
        </p:txBody>
      </p:sp>
      <p:pic>
        <p:nvPicPr>
          <p:cNvPr id="27" name="Picture 13">
            <a:extLst>
              <a:ext uri="{FF2B5EF4-FFF2-40B4-BE49-F238E27FC236}">
                <a16:creationId xmlns:a16="http://schemas.microsoft.com/office/drawing/2014/main" id="{33DBF822-3295-18C9-3550-2EFFCF252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193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95AFB10E-D913-9B6A-0D7E-D5D2C3139927}"/>
              </a:ext>
            </a:extLst>
          </p:cNvPr>
          <p:cNvSpPr/>
          <p:nvPr/>
        </p:nvSpPr>
        <p:spPr>
          <a:xfrm>
            <a:off x="2588010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95701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8ACE-9A5E-775D-8B68-09CEC11D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E77D6B1C-9603-10D8-7F5D-36D4AF789A49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D8BC966-E02E-B2E4-BD82-E6EC530E1ECA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095CD-A1F0-5405-A713-E0766786F29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B2A78B-C2B0-906D-0350-DC064D5FCA0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97FDF57A-75F3-9234-EF78-8E5B29291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568992"/>
              </p:ext>
            </p:extLst>
          </p:nvPr>
        </p:nvGraphicFramePr>
        <p:xfrm>
          <a:off x="6969418" y="2548005"/>
          <a:ext cx="2772114" cy="295324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일괄 승인처리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승인방식에서 수동승인으로 설정된 경우 활성화 됨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대기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취소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미승인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승인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취소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목록에서 해당 회원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일괄처리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일괄 승인처리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회원구분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미만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이상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미만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미만으로 가입된 회원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이상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 이상으로 가입된 회원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(ID)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등록된 회원의 회원정보 기반 이름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아이디를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생년월일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설정한 생년월일을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설정한 성별인 남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여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휴대폰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설정한 휴대폰번호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이메일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시 설정한 이메일 주소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778953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3E626715-6CED-5F4E-CC7B-E157FDCA3C2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73EA1D8-9979-F9DA-F61C-6F9B986EBF76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94DAA2E-C927-79DA-1A68-C8D26CB1D0F5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BACB755C-5763-9C21-219D-1CFA24659030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6A633E57-241E-AD04-8775-631D110F2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0290D5E-6BF1-43C7-1AA9-3C74BCEB11C2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CBD4C31-0F95-14D7-465B-F9482DA592F9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018BBC9-BAF0-5E1A-8A6C-82D385809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0491B564-5A9C-C287-58CF-70EF960E9B42}"/>
              </a:ext>
            </a:extLst>
          </p:cNvPr>
          <p:cNvSpPr/>
          <p:nvPr/>
        </p:nvSpPr>
        <p:spPr>
          <a:xfrm>
            <a:off x="220357" y="1867077"/>
            <a:ext cx="750205" cy="26314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72B4B28-6724-DDC5-84CC-5B24B6A882A5}"/>
              </a:ext>
            </a:extLst>
          </p:cNvPr>
          <p:cNvSpPr>
            <a:spLocks noChangeAspect="1"/>
          </p:cNvSpPr>
          <p:nvPr/>
        </p:nvSpPr>
        <p:spPr>
          <a:xfrm>
            <a:off x="1110909" y="22450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523786-6722-322C-EDDA-3FEFDBC9FCB2}"/>
              </a:ext>
            </a:extLst>
          </p:cNvPr>
          <p:cNvSpPr/>
          <p:nvPr/>
        </p:nvSpPr>
        <p:spPr>
          <a:xfrm>
            <a:off x="272480" y="3479191"/>
            <a:ext cx="400751" cy="32829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회원그룹</a:t>
            </a:r>
            <a:endParaRPr lang="en-US" altLang="ko-KR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회원유형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409D8E8D-9DB9-46BD-F123-0DC81E4BF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91226"/>
              </p:ext>
            </p:extLst>
          </p:nvPr>
        </p:nvGraphicFramePr>
        <p:xfrm>
          <a:off x="1283522" y="2780928"/>
          <a:ext cx="5513633" cy="309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051">
                  <a:extLst>
                    <a:ext uri="{9D8B030D-6E8A-4147-A177-3AD203B41FA5}">
                      <a16:colId xmlns:a16="http://schemas.microsoft.com/office/drawing/2014/main" val="376333697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4249338070"/>
                    </a:ext>
                  </a:extLst>
                </a:gridCol>
                <a:gridCol w="10141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5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(ID)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1999.05.24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탈퇴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5BD585F-8CCB-CBFA-6D4B-4E5D47F74472}"/>
              </a:ext>
            </a:extLst>
          </p:cNvPr>
          <p:cNvSpPr/>
          <p:nvPr/>
        </p:nvSpPr>
        <p:spPr>
          <a:xfrm>
            <a:off x="6517074" y="3079673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B4990EB-E31D-D012-E1F8-AD6A70A19AAA}"/>
              </a:ext>
            </a:extLst>
          </p:cNvPr>
          <p:cNvSpPr/>
          <p:nvPr/>
        </p:nvSpPr>
        <p:spPr>
          <a:xfrm>
            <a:off x="6517074" y="336467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8C529A6-F541-6288-34F0-5CBB648B6091}"/>
              </a:ext>
            </a:extLst>
          </p:cNvPr>
          <p:cNvSpPr/>
          <p:nvPr/>
        </p:nvSpPr>
        <p:spPr>
          <a:xfrm>
            <a:off x="6517074" y="366039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6415281-0638-3BE9-0EFB-6DA96E3A1E99}"/>
              </a:ext>
            </a:extLst>
          </p:cNvPr>
          <p:cNvSpPr/>
          <p:nvPr/>
        </p:nvSpPr>
        <p:spPr>
          <a:xfrm>
            <a:off x="6517074" y="394842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1C9C952-1F4F-24BA-11C2-B1FD68039595}"/>
              </a:ext>
            </a:extLst>
          </p:cNvPr>
          <p:cNvSpPr/>
          <p:nvPr/>
        </p:nvSpPr>
        <p:spPr>
          <a:xfrm>
            <a:off x="6517074" y="422877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D227DAB-EFE5-CA9A-1A2D-881FF209D9A8}"/>
              </a:ext>
            </a:extLst>
          </p:cNvPr>
          <p:cNvSpPr/>
          <p:nvPr/>
        </p:nvSpPr>
        <p:spPr>
          <a:xfrm>
            <a:off x="6517074" y="4509120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59CC3E33-B893-0B19-592A-3CCADF77D259}"/>
              </a:ext>
            </a:extLst>
          </p:cNvPr>
          <p:cNvSpPr/>
          <p:nvPr/>
        </p:nvSpPr>
        <p:spPr>
          <a:xfrm>
            <a:off x="6517074" y="479715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72EB248-AC39-EADE-271B-5A014D66ADCD}"/>
              </a:ext>
            </a:extLst>
          </p:cNvPr>
          <p:cNvSpPr/>
          <p:nvPr/>
        </p:nvSpPr>
        <p:spPr>
          <a:xfrm>
            <a:off x="6517074" y="508518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EB5D2BA-BFBA-75A7-BE04-90476689EA60}"/>
              </a:ext>
            </a:extLst>
          </p:cNvPr>
          <p:cNvSpPr/>
          <p:nvPr/>
        </p:nvSpPr>
        <p:spPr>
          <a:xfrm>
            <a:off x="6517074" y="537321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440B07E-BC7A-B196-1F0E-D9A6846EB554}"/>
              </a:ext>
            </a:extLst>
          </p:cNvPr>
          <p:cNvSpPr/>
          <p:nvPr/>
        </p:nvSpPr>
        <p:spPr>
          <a:xfrm>
            <a:off x="6517074" y="5661248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EDB9339-4122-7803-ED2B-F872C5128580}"/>
              </a:ext>
            </a:extLst>
          </p:cNvPr>
          <p:cNvSpPr/>
          <p:nvPr/>
        </p:nvSpPr>
        <p:spPr>
          <a:xfrm>
            <a:off x="3473589" y="5967967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</a:rPr>
              <a:t>마지막</a:t>
            </a:r>
          </a:p>
        </p:txBody>
      </p:sp>
      <p:graphicFrame>
        <p:nvGraphicFramePr>
          <p:cNvPr id="123" name="개체 122">
            <a:extLst>
              <a:ext uri="{FF2B5EF4-FFF2-40B4-BE49-F238E27FC236}">
                <a16:creationId xmlns:a16="http://schemas.microsoft.com/office/drawing/2014/main" id="{021CFBA4-B15F-2612-25C8-3D001B9E8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206878"/>
              </p:ext>
            </p:extLst>
          </p:nvPr>
        </p:nvGraphicFramePr>
        <p:xfrm>
          <a:off x="1297120" y="283230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79" name="개체 78">
                        <a:extLst>
                          <a:ext uri="{FF2B5EF4-FFF2-40B4-BE49-F238E27FC236}">
                            <a16:creationId xmlns:a16="http://schemas.microsoft.com/office/drawing/2014/main" id="{2E9679C8-E1C4-5BA8-1A75-CD7FA90813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283230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개체 123">
            <a:extLst>
              <a:ext uri="{FF2B5EF4-FFF2-40B4-BE49-F238E27FC236}">
                <a16:creationId xmlns:a16="http://schemas.microsoft.com/office/drawing/2014/main" id="{30C9D985-F465-83EF-430C-10DB275A8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918534"/>
              </p:ext>
            </p:extLst>
          </p:nvPr>
        </p:nvGraphicFramePr>
        <p:xfrm>
          <a:off x="1297120" y="308995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0" name="개체 79">
                        <a:extLst>
                          <a:ext uri="{FF2B5EF4-FFF2-40B4-BE49-F238E27FC236}">
                            <a16:creationId xmlns:a16="http://schemas.microsoft.com/office/drawing/2014/main" id="{A08EA780-8DC5-D8DD-C0E7-6F1E2D706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08995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개체 124">
            <a:extLst>
              <a:ext uri="{FF2B5EF4-FFF2-40B4-BE49-F238E27FC236}">
                <a16:creationId xmlns:a16="http://schemas.microsoft.com/office/drawing/2014/main" id="{EC1E1D44-1779-5F15-8BEA-48F6AB891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659357"/>
              </p:ext>
            </p:extLst>
          </p:nvPr>
        </p:nvGraphicFramePr>
        <p:xfrm>
          <a:off x="1297120" y="3371913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1" name="개체 80">
                        <a:extLst>
                          <a:ext uri="{FF2B5EF4-FFF2-40B4-BE49-F238E27FC236}">
                            <a16:creationId xmlns:a16="http://schemas.microsoft.com/office/drawing/2014/main" id="{D4EF7A0E-0FCA-27B4-BF47-5DE490F60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371913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개체 125">
            <a:extLst>
              <a:ext uri="{FF2B5EF4-FFF2-40B4-BE49-F238E27FC236}">
                <a16:creationId xmlns:a16="http://schemas.microsoft.com/office/drawing/2014/main" id="{CAAF089F-A7E3-2A07-A761-6E09065259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073438"/>
              </p:ext>
            </p:extLst>
          </p:nvPr>
        </p:nvGraphicFramePr>
        <p:xfrm>
          <a:off x="1297120" y="366039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2" name="개체 81">
                        <a:extLst>
                          <a:ext uri="{FF2B5EF4-FFF2-40B4-BE49-F238E27FC236}">
                            <a16:creationId xmlns:a16="http://schemas.microsoft.com/office/drawing/2014/main" id="{F8374DEA-7379-01F1-3A33-6B502BA10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66039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개체 126">
            <a:extLst>
              <a:ext uri="{FF2B5EF4-FFF2-40B4-BE49-F238E27FC236}">
                <a16:creationId xmlns:a16="http://schemas.microsoft.com/office/drawing/2014/main" id="{2927DF2C-9FAD-81C9-3BDA-CDCB251570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220764"/>
              </p:ext>
            </p:extLst>
          </p:nvPr>
        </p:nvGraphicFramePr>
        <p:xfrm>
          <a:off x="1297120" y="3947977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3" name="개체 82">
                        <a:extLst>
                          <a:ext uri="{FF2B5EF4-FFF2-40B4-BE49-F238E27FC236}">
                            <a16:creationId xmlns:a16="http://schemas.microsoft.com/office/drawing/2014/main" id="{6DEB521E-5971-2112-6FAB-ED1B7F956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947977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" name="개체 1023">
            <a:extLst>
              <a:ext uri="{FF2B5EF4-FFF2-40B4-BE49-F238E27FC236}">
                <a16:creationId xmlns:a16="http://schemas.microsoft.com/office/drawing/2014/main" id="{77AF9F18-D123-9879-916F-85D0512D3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306811"/>
              </p:ext>
            </p:extLst>
          </p:nvPr>
        </p:nvGraphicFramePr>
        <p:xfrm>
          <a:off x="1297120" y="42360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5" name="개체 84">
                        <a:extLst>
                          <a:ext uri="{FF2B5EF4-FFF2-40B4-BE49-F238E27FC236}">
                            <a16:creationId xmlns:a16="http://schemas.microsoft.com/office/drawing/2014/main" id="{FB95F7AF-1B4A-7E04-AF10-9488A3BEE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2360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" name="개체 1024">
            <a:extLst>
              <a:ext uri="{FF2B5EF4-FFF2-40B4-BE49-F238E27FC236}">
                <a16:creationId xmlns:a16="http://schemas.microsoft.com/office/drawing/2014/main" id="{34338AD0-B393-9649-D773-8FA393584C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299067"/>
              </p:ext>
            </p:extLst>
          </p:nvPr>
        </p:nvGraphicFramePr>
        <p:xfrm>
          <a:off x="1297120" y="4514514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6" name="개체 85">
                        <a:extLst>
                          <a:ext uri="{FF2B5EF4-FFF2-40B4-BE49-F238E27FC236}">
                            <a16:creationId xmlns:a16="http://schemas.microsoft.com/office/drawing/2014/main" id="{E7229527-8549-EC7D-CADB-6A1F9AD1D9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514514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" name="개체 1025">
            <a:extLst>
              <a:ext uri="{FF2B5EF4-FFF2-40B4-BE49-F238E27FC236}">
                <a16:creationId xmlns:a16="http://schemas.microsoft.com/office/drawing/2014/main" id="{12A9AF43-2E8A-C435-7844-8A82FF773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461065"/>
              </p:ext>
            </p:extLst>
          </p:nvPr>
        </p:nvGraphicFramePr>
        <p:xfrm>
          <a:off x="1297120" y="480483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7" name="개체 86">
                        <a:extLst>
                          <a:ext uri="{FF2B5EF4-FFF2-40B4-BE49-F238E27FC236}">
                            <a16:creationId xmlns:a16="http://schemas.microsoft.com/office/drawing/2014/main" id="{11C06FE0-5ABF-BAD9-51D0-A4ADE6536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80483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개체 1026">
            <a:extLst>
              <a:ext uri="{FF2B5EF4-FFF2-40B4-BE49-F238E27FC236}">
                <a16:creationId xmlns:a16="http://schemas.microsoft.com/office/drawing/2014/main" id="{003D0711-330F-0CF1-5140-ADBF09B72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101455"/>
              </p:ext>
            </p:extLst>
          </p:nvPr>
        </p:nvGraphicFramePr>
        <p:xfrm>
          <a:off x="1297120" y="508737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8" name="개체 87">
                        <a:extLst>
                          <a:ext uri="{FF2B5EF4-FFF2-40B4-BE49-F238E27FC236}">
                            <a16:creationId xmlns:a16="http://schemas.microsoft.com/office/drawing/2014/main" id="{0F81688F-1678-E68C-DDE9-DDFDFFBBD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08737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개체 1027">
            <a:extLst>
              <a:ext uri="{FF2B5EF4-FFF2-40B4-BE49-F238E27FC236}">
                <a16:creationId xmlns:a16="http://schemas.microsoft.com/office/drawing/2014/main" id="{25835D43-6D97-2922-D803-F030E27298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80823"/>
              </p:ext>
            </p:extLst>
          </p:nvPr>
        </p:nvGraphicFramePr>
        <p:xfrm>
          <a:off x="1297120" y="537321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9" name="개체 88">
                        <a:extLst>
                          <a:ext uri="{FF2B5EF4-FFF2-40B4-BE49-F238E27FC236}">
                            <a16:creationId xmlns:a16="http://schemas.microsoft.com/office/drawing/2014/main" id="{D00EF2E3-BB19-422A-4DE8-91A754D521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37321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개체 1029">
            <a:extLst>
              <a:ext uri="{FF2B5EF4-FFF2-40B4-BE49-F238E27FC236}">
                <a16:creationId xmlns:a16="http://schemas.microsoft.com/office/drawing/2014/main" id="{5BAE9FA8-987B-0D35-2552-5DCF3589E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672300"/>
              </p:ext>
            </p:extLst>
          </p:nvPr>
        </p:nvGraphicFramePr>
        <p:xfrm>
          <a:off x="1297120" y="5658481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90" name="개체 89">
                        <a:extLst>
                          <a:ext uri="{FF2B5EF4-FFF2-40B4-BE49-F238E27FC236}">
                            <a16:creationId xmlns:a16="http://schemas.microsoft.com/office/drawing/2014/main" id="{D5A3471F-E612-7DD8-92B2-F0B3F321C9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658481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EEDE628A-6CF3-459C-7D05-5107763CB72F}"/>
              </a:ext>
            </a:extLst>
          </p:cNvPr>
          <p:cNvSpPr/>
          <p:nvPr/>
        </p:nvSpPr>
        <p:spPr>
          <a:xfrm>
            <a:off x="1283522" y="6144399"/>
            <a:ext cx="486828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</a:rPr>
              <a:t>선택삭제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032" name="Rectangle 191">
            <a:extLst>
              <a:ext uri="{FF2B5EF4-FFF2-40B4-BE49-F238E27FC236}">
                <a16:creationId xmlns:a16="http://schemas.microsoft.com/office/drawing/2014/main" id="{FE47112E-5EFE-CEFD-D209-276992CB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964" y="2589202"/>
            <a:ext cx="658835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일괄 승인처리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EFA07E44-A826-D2D3-A021-B306BB26A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103" y="25725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214533C4-E0C4-B833-90B4-C4F0E5C9E790}"/>
              </a:ext>
            </a:extLst>
          </p:cNvPr>
          <p:cNvSpPr/>
          <p:nvPr/>
        </p:nvSpPr>
        <p:spPr>
          <a:xfrm>
            <a:off x="5297873" y="2574159"/>
            <a:ext cx="35765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선택</a:t>
            </a:r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CD4705B0-DE97-466A-FF66-18A0A6849160}"/>
              </a:ext>
            </a:extLst>
          </p:cNvPr>
          <p:cNvSpPr/>
          <p:nvPr/>
        </p:nvSpPr>
        <p:spPr>
          <a:xfrm>
            <a:off x="5839720" y="2574151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일괄처리</a:t>
            </a:r>
          </a:p>
        </p:txBody>
      </p:sp>
      <p:sp>
        <p:nvSpPr>
          <p:cNvPr id="1036" name="Rectangle 191">
            <a:extLst>
              <a:ext uri="{FF2B5EF4-FFF2-40B4-BE49-F238E27FC236}">
                <a16:creationId xmlns:a16="http://schemas.microsoft.com/office/drawing/2014/main" id="{C51B8BF0-93DC-0775-611F-FDC2030C3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434" y="2589202"/>
            <a:ext cx="44723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승인방식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6E4A7FE0-1550-9A17-4B81-0AA0A7608367}"/>
              </a:ext>
            </a:extLst>
          </p:cNvPr>
          <p:cNvSpPr/>
          <p:nvPr/>
        </p:nvSpPr>
        <p:spPr>
          <a:xfrm>
            <a:off x="2792760" y="2574151"/>
            <a:ext cx="24015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4602BE03-D406-C129-74BE-A31CBF91B616}"/>
              </a:ext>
            </a:extLst>
          </p:cNvPr>
          <p:cNvGrpSpPr/>
          <p:nvPr/>
        </p:nvGrpSpPr>
        <p:grpSpPr>
          <a:xfrm>
            <a:off x="1739711" y="2585540"/>
            <a:ext cx="504905" cy="144463"/>
            <a:chOff x="2297086" y="2060848"/>
            <a:chExt cx="504905" cy="144463"/>
          </a:xfrm>
        </p:grpSpPr>
        <p:sp>
          <p:nvSpPr>
            <p:cNvPr id="1039" name="Rectangle 191">
              <a:extLst>
                <a:ext uri="{FF2B5EF4-FFF2-40B4-BE49-F238E27FC236}">
                  <a16:creationId xmlns:a16="http://schemas.microsoft.com/office/drawing/2014/main" id="{67ECB8E4-7B0E-68FD-C79F-397E88071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918" y="207660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자동승인</a:t>
              </a:r>
            </a:p>
          </p:txBody>
        </p:sp>
        <p:graphicFrame>
          <p:nvGraphicFramePr>
            <p:cNvPr id="1040" name="개체 1039">
              <a:extLst>
                <a:ext uri="{FF2B5EF4-FFF2-40B4-BE49-F238E27FC236}">
                  <a16:creationId xmlns:a16="http://schemas.microsoft.com/office/drawing/2014/main" id="{373ED6E4-A282-A739-B7EC-FC4D1C0C4A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75976"/>
                </p:ext>
              </p:extLst>
            </p:nvPr>
          </p:nvGraphicFramePr>
          <p:xfrm>
            <a:off x="2297086" y="2060848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7" imgW="145435" imgH="145435" progId="Visio.Drawing.11">
                    <p:embed/>
                  </p:oleObj>
                </mc:Choice>
                <mc:Fallback>
                  <p:oleObj name="Visio" r:id="rId7" imgW="145435" imgH="145435" progId="Visio.Drawing.11">
                    <p:embed/>
                    <p:pic>
                      <p:nvPicPr>
                        <p:cNvPr id="111" name="개체 110">
                          <a:extLst>
                            <a:ext uri="{FF2B5EF4-FFF2-40B4-BE49-F238E27FC236}">
                              <a16:creationId xmlns:a16="http://schemas.microsoft.com/office/drawing/2014/main" id="{CD52A7BB-8C19-C461-1446-AACD7E0D18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086" y="2060848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1" name="그룹 1040">
            <a:extLst>
              <a:ext uri="{FF2B5EF4-FFF2-40B4-BE49-F238E27FC236}">
                <a16:creationId xmlns:a16="http://schemas.microsoft.com/office/drawing/2014/main" id="{960BB0DE-165F-536B-5F77-ECC8F6BAA820}"/>
              </a:ext>
            </a:extLst>
          </p:cNvPr>
          <p:cNvGrpSpPr/>
          <p:nvPr/>
        </p:nvGrpSpPr>
        <p:grpSpPr>
          <a:xfrm>
            <a:off x="2252700" y="2584184"/>
            <a:ext cx="497799" cy="144462"/>
            <a:chOff x="2716253" y="2405617"/>
            <a:chExt cx="497799" cy="144462"/>
          </a:xfrm>
        </p:grpSpPr>
        <p:sp>
          <p:nvSpPr>
            <p:cNvPr id="1042" name="Rectangle 191">
              <a:extLst>
                <a:ext uri="{FF2B5EF4-FFF2-40B4-BE49-F238E27FC236}">
                  <a16:creationId xmlns:a16="http://schemas.microsoft.com/office/drawing/2014/main" id="{3EAE3476-1B7D-C585-E044-D6BF3DF35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수동승인</a:t>
              </a:r>
            </a:p>
          </p:txBody>
        </p:sp>
        <p:graphicFrame>
          <p:nvGraphicFramePr>
            <p:cNvPr id="1043" name="개체 1042">
              <a:extLst>
                <a:ext uri="{FF2B5EF4-FFF2-40B4-BE49-F238E27FC236}">
                  <a16:creationId xmlns:a16="http://schemas.microsoft.com/office/drawing/2014/main" id="{B722D4A7-DAEF-0E47-6A74-5B72CA274C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145435" imgH="145435" progId="Visio.Drawing.11">
                    <p:embed/>
                  </p:oleObj>
                </mc:Choice>
                <mc:Fallback>
                  <p:oleObj name="Visio" r:id="rId9" imgW="145435" imgH="145435" progId="Visio.Drawing.11">
                    <p:embed/>
                    <p:pic>
                      <p:nvPicPr>
                        <p:cNvPr id="114" name="개체 113">
                          <a:extLst>
                            <a:ext uri="{FF2B5EF4-FFF2-40B4-BE49-F238E27FC236}">
                              <a16:creationId xmlns:a16="http://schemas.microsoft.com/office/drawing/2014/main" id="{77F72823-12C2-F56E-DECD-8B2799D52A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44" name="Picture 13">
            <a:extLst>
              <a:ext uri="{FF2B5EF4-FFF2-40B4-BE49-F238E27FC236}">
                <a16:creationId xmlns:a16="http://schemas.microsoft.com/office/drawing/2014/main" id="{F799F2A9-EC3A-DE97-36C9-7AEE6AC53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590" y="25842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A850892F-F13D-B720-D0CA-B5AA70E55DAC}"/>
              </a:ext>
            </a:extLst>
          </p:cNvPr>
          <p:cNvSpPr/>
          <p:nvPr/>
        </p:nvSpPr>
        <p:spPr>
          <a:xfrm>
            <a:off x="6330261" y="2585895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  <p:sp>
        <p:nvSpPr>
          <p:cNvPr id="1046" name="타원 1045">
            <a:extLst>
              <a:ext uri="{FF2B5EF4-FFF2-40B4-BE49-F238E27FC236}">
                <a16:creationId xmlns:a16="http://schemas.microsoft.com/office/drawing/2014/main" id="{BCAA8434-641A-D74B-C5B8-8AA6371779B6}"/>
              </a:ext>
            </a:extLst>
          </p:cNvPr>
          <p:cNvSpPr>
            <a:spLocks noChangeAspect="1"/>
          </p:cNvSpPr>
          <p:nvPr/>
        </p:nvSpPr>
        <p:spPr>
          <a:xfrm>
            <a:off x="1143643" y="25793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7" name="타원 1046">
            <a:extLst>
              <a:ext uri="{FF2B5EF4-FFF2-40B4-BE49-F238E27FC236}">
                <a16:creationId xmlns:a16="http://schemas.microsoft.com/office/drawing/2014/main" id="{A71EFD7B-3212-E7D8-5AE5-A0F5568F7A36}"/>
              </a:ext>
            </a:extLst>
          </p:cNvPr>
          <p:cNvSpPr>
            <a:spLocks noChangeAspect="1"/>
          </p:cNvSpPr>
          <p:nvPr/>
        </p:nvSpPr>
        <p:spPr>
          <a:xfrm>
            <a:off x="4449099" y="25793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8" name="타원 1047">
            <a:extLst>
              <a:ext uri="{FF2B5EF4-FFF2-40B4-BE49-F238E27FC236}">
                <a16:creationId xmlns:a16="http://schemas.microsoft.com/office/drawing/2014/main" id="{0AB9B2AA-047F-8146-85D4-7F016DAF8317}"/>
              </a:ext>
            </a:extLst>
          </p:cNvPr>
          <p:cNvSpPr>
            <a:spLocks noChangeAspect="1"/>
          </p:cNvSpPr>
          <p:nvPr/>
        </p:nvSpPr>
        <p:spPr>
          <a:xfrm>
            <a:off x="1214209" y="27310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9" name="타원 1048">
            <a:extLst>
              <a:ext uri="{FF2B5EF4-FFF2-40B4-BE49-F238E27FC236}">
                <a16:creationId xmlns:a16="http://schemas.microsoft.com/office/drawing/2014/main" id="{F517E957-1170-C268-5502-C434BD93C84F}"/>
              </a:ext>
            </a:extLst>
          </p:cNvPr>
          <p:cNvSpPr>
            <a:spLocks noChangeAspect="1"/>
          </p:cNvSpPr>
          <p:nvPr/>
        </p:nvSpPr>
        <p:spPr>
          <a:xfrm>
            <a:off x="1803718" y="617877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0" name="직사각형 1049">
            <a:extLst>
              <a:ext uri="{FF2B5EF4-FFF2-40B4-BE49-F238E27FC236}">
                <a16:creationId xmlns:a16="http://schemas.microsoft.com/office/drawing/2014/main" id="{58BB7AEE-40EA-DEF4-9597-0EEEEBA87431}"/>
              </a:ext>
            </a:extLst>
          </p:cNvPr>
          <p:cNvSpPr/>
          <p:nvPr/>
        </p:nvSpPr>
        <p:spPr>
          <a:xfrm>
            <a:off x="4688378" y="224251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F2997E73-42D0-7EEB-2021-C57A62D4017E}"/>
              </a:ext>
            </a:extLst>
          </p:cNvPr>
          <p:cNvSpPr/>
          <p:nvPr/>
        </p:nvSpPr>
        <p:spPr>
          <a:xfrm>
            <a:off x="3260834" y="2242518"/>
            <a:ext cx="141501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검색어를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입력하세요</a:t>
            </a:r>
          </a:p>
        </p:txBody>
      </p:sp>
      <p:pic>
        <p:nvPicPr>
          <p:cNvPr id="1052" name="Picture 13">
            <a:extLst>
              <a:ext uri="{FF2B5EF4-FFF2-40B4-BE49-F238E27FC236}">
                <a16:creationId xmlns:a16="http://schemas.microsoft.com/office/drawing/2014/main" id="{54ADBEDC-C4EF-C7BC-85C3-BDC09B0B7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861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4ECE9471-B5E7-CF6D-9771-951C136FC1F8}"/>
              </a:ext>
            </a:extLst>
          </p:cNvPr>
          <p:cNvSpPr/>
          <p:nvPr/>
        </p:nvSpPr>
        <p:spPr>
          <a:xfrm>
            <a:off x="1263678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승인여부</a:t>
            </a:r>
          </a:p>
        </p:txBody>
      </p:sp>
      <p:pic>
        <p:nvPicPr>
          <p:cNvPr id="1054" name="Picture 13">
            <a:extLst>
              <a:ext uri="{FF2B5EF4-FFF2-40B4-BE49-F238E27FC236}">
                <a16:creationId xmlns:a16="http://schemas.microsoft.com/office/drawing/2014/main" id="{99C07CC1-0F5E-E59B-5BC5-520CE308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228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8FF1A51F-6612-A5A5-7761-1D3694FD1516}"/>
              </a:ext>
            </a:extLst>
          </p:cNvPr>
          <p:cNvSpPr/>
          <p:nvPr/>
        </p:nvSpPr>
        <p:spPr>
          <a:xfrm>
            <a:off x="1928045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</a:p>
        </p:txBody>
      </p:sp>
      <p:pic>
        <p:nvPicPr>
          <p:cNvPr id="1056" name="Picture 13">
            <a:extLst>
              <a:ext uri="{FF2B5EF4-FFF2-40B4-BE49-F238E27FC236}">
                <a16:creationId xmlns:a16="http://schemas.microsoft.com/office/drawing/2014/main" id="{2A6EC104-73C3-C712-27AA-23149880A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193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FA924886-E4DD-B1CF-25DA-5A681332AFC4}"/>
              </a:ext>
            </a:extLst>
          </p:cNvPr>
          <p:cNvSpPr/>
          <p:nvPr/>
        </p:nvSpPr>
        <p:spPr>
          <a:xfrm>
            <a:off x="2588010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367593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A674-7CEE-0E05-4017-28E41D25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562084-5BB4-8110-1A0C-F012CEE43EEF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F4FAA2B-9D86-F2A7-615C-CE0F29D1EE1C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67F4F-6246-E46D-4938-E759840FCD1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A0CF7B-4733-EC2D-45F7-21124476F94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7C1A6ED0-DF59-3F3C-4FC0-D5A81A33B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694772"/>
              </p:ext>
            </p:extLst>
          </p:nvPr>
        </p:nvGraphicFramePr>
        <p:xfrm>
          <a:off x="6969418" y="2548005"/>
          <a:ext cx="2772114" cy="24503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미승인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승인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취소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탈퇴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‘-’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승인이 대기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취소일 경우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정상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승인여부가 승인이며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탈퇴하지 않은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탈퇴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승인여부가 승인이며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회원탈퇴가 된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가입일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회원가입을 등록한 일자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설정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해당 회원정보 설정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778953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목록에서 해당 회원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 삭제 팝업창에서 관리자 아이디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비밃번호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입력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일괄 삭제 처리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301813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6D1F1CA-A89B-89C9-95E4-4C9219B5A33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902C287-6832-D440-E37D-4AF188B2A127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7A690A0-8500-E98F-D1AF-A529072C281B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61D571D4-955D-8127-710F-253B21F7822D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A132D78E-CEAD-6168-1517-F2DBE70F8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13339A-AAF6-7CEB-667A-32C15C2C6F5B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19554F8-A5B6-E057-FB5D-9AD62A4A65D0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7BA1E1F3-2CCB-0B5C-E096-48A70EB72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80855899-776E-B171-CCDB-8E5229A7C5F9}"/>
              </a:ext>
            </a:extLst>
          </p:cNvPr>
          <p:cNvSpPr/>
          <p:nvPr/>
        </p:nvSpPr>
        <p:spPr>
          <a:xfrm>
            <a:off x="220357" y="1867077"/>
            <a:ext cx="750205" cy="26314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C37FA0A-9C62-695A-9938-DDB0689E86B0}"/>
              </a:ext>
            </a:extLst>
          </p:cNvPr>
          <p:cNvSpPr>
            <a:spLocks noChangeAspect="1"/>
          </p:cNvSpPr>
          <p:nvPr/>
        </p:nvSpPr>
        <p:spPr>
          <a:xfrm>
            <a:off x="1110909" y="22450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0572E0-4B49-FAAD-60A4-E6322AFA750E}"/>
              </a:ext>
            </a:extLst>
          </p:cNvPr>
          <p:cNvSpPr/>
          <p:nvPr/>
        </p:nvSpPr>
        <p:spPr>
          <a:xfrm>
            <a:off x="272480" y="3479191"/>
            <a:ext cx="400751" cy="32829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회원그룹</a:t>
            </a:r>
            <a:endParaRPr lang="en-US" altLang="ko-KR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회원유형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D8F691C7-7FEA-3526-2260-A7A8544C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91226"/>
              </p:ext>
            </p:extLst>
          </p:nvPr>
        </p:nvGraphicFramePr>
        <p:xfrm>
          <a:off x="1283522" y="2780928"/>
          <a:ext cx="5513633" cy="309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051">
                  <a:extLst>
                    <a:ext uri="{9D8B030D-6E8A-4147-A177-3AD203B41FA5}">
                      <a16:colId xmlns:a16="http://schemas.microsoft.com/office/drawing/2014/main" val="376333697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4249338070"/>
                    </a:ext>
                  </a:extLst>
                </a:gridCol>
                <a:gridCol w="10141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5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(ID)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1999.05.24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탈퇴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CFE7391-82AB-F56B-E452-1EB89837394D}"/>
              </a:ext>
            </a:extLst>
          </p:cNvPr>
          <p:cNvSpPr/>
          <p:nvPr/>
        </p:nvSpPr>
        <p:spPr>
          <a:xfrm>
            <a:off x="6517074" y="3079673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8A6E232-2D40-C365-1326-C8FD4C280EA6}"/>
              </a:ext>
            </a:extLst>
          </p:cNvPr>
          <p:cNvSpPr/>
          <p:nvPr/>
        </p:nvSpPr>
        <p:spPr>
          <a:xfrm>
            <a:off x="6517074" y="336467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87DE30F-D1F5-A20A-13F3-330C136A4164}"/>
              </a:ext>
            </a:extLst>
          </p:cNvPr>
          <p:cNvSpPr/>
          <p:nvPr/>
        </p:nvSpPr>
        <p:spPr>
          <a:xfrm>
            <a:off x="6517074" y="366039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F279D45-A268-CF59-E732-5CF28362F5B8}"/>
              </a:ext>
            </a:extLst>
          </p:cNvPr>
          <p:cNvSpPr/>
          <p:nvPr/>
        </p:nvSpPr>
        <p:spPr>
          <a:xfrm>
            <a:off x="6517074" y="394842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28C5CA2-7701-C6A0-D4AC-10CC5FCD67AA}"/>
              </a:ext>
            </a:extLst>
          </p:cNvPr>
          <p:cNvSpPr/>
          <p:nvPr/>
        </p:nvSpPr>
        <p:spPr>
          <a:xfrm>
            <a:off x="6517074" y="422877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367F3DE-A089-8885-0E14-46EDE1E20FC0}"/>
              </a:ext>
            </a:extLst>
          </p:cNvPr>
          <p:cNvSpPr/>
          <p:nvPr/>
        </p:nvSpPr>
        <p:spPr>
          <a:xfrm>
            <a:off x="6517074" y="4509120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AF7E460-9754-E501-8A4C-4BF1F2BBAC62}"/>
              </a:ext>
            </a:extLst>
          </p:cNvPr>
          <p:cNvSpPr/>
          <p:nvPr/>
        </p:nvSpPr>
        <p:spPr>
          <a:xfrm>
            <a:off x="6517074" y="479715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D43AEF7-88C5-089E-AB5E-FEDCCCA8E8D1}"/>
              </a:ext>
            </a:extLst>
          </p:cNvPr>
          <p:cNvSpPr/>
          <p:nvPr/>
        </p:nvSpPr>
        <p:spPr>
          <a:xfrm>
            <a:off x="6517074" y="508518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B42AD7A-B070-0E3B-C4C7-F231DA106E5F}"/>
              </a:ext>
            </a:extLst>
          </p:cNvPr>
          <p:cNvSpPr/>
          <p:nvPr/>
        </p:nvSpPr>
        <p:spPr>
          <a:xfrm>
            <a:off x="6517074" y="537321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A3C6EFCA-9436-E9A5-D370-989239B561FF}"/>
              </a:ext>
            </a:extLst>
          </p:cNvPr>
          <p:cNvSpPr/>
          <p:nvPr/>
        </p:nvSpPr>
        <p:spPr>
          <a:xfrm>
            <a:off x="6517074" y="5661248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DD50933-AEA8-105A-C6FB-ADEBEC163E83}"/>
              </a:ext>
            </a:extLst>
          </p:cNvPr>
          <p:cNvSpPr/>
          <p:nvPr/>
        </p:nvSpPr>
        <p:spPr>
          <a:xfrm>
            <a:off x="3473589" y="5967967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</a:rPr>
              <a:t>마지막</a:t>
            </a:r>
          </a:p>
        </p:txBody>
      </p:sp>
      <p:graphicFrame>
        <p:nvGraphicFramePr>
          <p:cNvPr id="123" name="개체 122">
            <a:extLst>
              <a:ext uri="{FF2B5EF4-FFF2-40B4-BE49-F238E27FC236}">
                <a16:creationId xmlns:a16="http://schemas.microsoft.com/office/drawing/2014/main" id="{59774555-395E-1EC3-1727-BA6F0BB6D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206878"/>
              </p:ext>
            </p:extLst>
          </p:nvPr>
        </p:nvGraphicFramePr>
        <p:xfrm>
          <a:off x="1297120" y="283230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79" name="개체 78">
                        <a:extLst>
                          <a:ext uri="{FF2B5EF4-FFF2-40B4-BE49-F238E27FC236}">
                            <a16:creationId xmlns:a16="http://schemas.microsoft.com/office/drawing/2014/main" id="{2E9679C8-E1C4-5BA8-1A75-CD7FA90813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283230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개체 123">
            <a:extLst>
              <a:ext uri="{FF2B5EF4-FFF2-40B4-BE49-F238E27FC236}">
                <a16:creationId xmlns:a16="http://schemas.microsoft.com/office/drawing/2014/main" id="{82641391-43FB-E404-51BB-10CB1C736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918534"/>
              </p:ext>
            </p:extLst>
          </p:nvPr>
        </p:nvGraphicFramePr>
        <p:xfrm>
          <a:off x="1297120" y="308995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0" name="개체 79">
                        <a:extLst>
                          <a:ext uri="{FF2B5EF4-FFF2-40B4-BE49-F238E27FC236}">
                            <a16:creationId xmlns:a16="http://schemas.microsoft.com/office/drawing/2014/main" id="{A08EA780-8DC5-D8DD-C0E7-6F1E2D706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08995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개체 124">
            <a:extLst>
              <a:ext uri="{FF2B5EF4-FFF2-40B4-BE49-F238E27FC236}">
                <a16:creationId xmlns:a16="http://schemas.microsoft.com/office/drawing/2014/main" id="{2FC58B47-E9AE-1D2B-93C7-AAA1AF7BA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659357"/>
              </p:ext>
            </p:extLst>
          </p:nvPr>
        </p:nvGraphicFramePr>
        <p:xfrm>
          <a:off x="1297120" y="3371913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1" name="개체 80">
                        <a:extLst>
                          <a:ext uri="{FF2B5EF4-FFF2-40B4-BE49-F238E27FC236}">
                            <a16:creationId xmlns:a16="http://schemas.microsoft.com/office/drawing/2014/main" id="{D4EF7A0E-0FCA-27B4-BF47-5DE490F60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371913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개체 125">
            <a:extLst>
              <a:ext uri="{FF2B5EF4-FFF2-40B4-BE49-F238E27FC236}">
                <a16:creationId xmlns:a16="http://schemas.microsoft.com/office/drawing/2014/main" id="{AE4D8F62-8D0F-B541-CE6D-25E0BE8F0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073438"/>
              </p:ext>
            </p:extLst>
          </p:nvPr>
        </p:nvGraphicFramePr>
        <p:xfrm>
          <a:off x="1297120" y="366039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2" name="개체 81">
                        <a:extLst>
                          <a:ext uri="{FF2B5EF4-FFF2-40B4-BE49-F238E27FC236}">
                            <a16:creationId xmlns:a16="http://schemas.microsoft.com/office/drawing/2014/main" id="{F8374DEA-7379-01F1-3A33-6B502BA10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66039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개체 126">
            <a:extLst>
              <a:ext uri="{FF2B5EF4-FFF2-40B4-BE49-F238E27FC236}">
                <a16:creationId xmlns:a16="http://schemas.microsoft.com/office/drawing/2014/main" id="{060E64E1-58B9-4C73-D610-FBC91101D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220764"/>
              </p:ext>
            </p:extLst>
          </p:nvPr>
        </p:nvGraphicFramePr>
        <p:xfrm>
          <a:off x="1297120" y="3947977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3" name="개체 82">
                        <a:extLst>
                          <a:ext uri="{FF2B5EF4-FFF2-40B4-BE49-F238E27FC236}">
                            <a16:creationId xmlns:a16="http://schemas.microsoft.com/office/drawing/2014/main" id="{6DEB521E-5971-2112-6FAB-ED1B7F956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947977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" name="개체 1023">
            <a:extLst>
              <a:ext uri="{FF2B5EF4-FFF2-40B4-BE49-F238E27FC236}">
                <a16:creationId xmlns:a16="http://schemas.microsoft.com/office/drawing/2014/main" id="{972385D8-AFFD-35AE-5D83-EFABC1A5B1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306811"/>
              </p:ext>
            </p:extLst>
          </p:nvPr>
        </p:nvGraphicFramePr>
        <p:xfrm>
          <a:off x="1297120" y="42360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5" name="개체 84">
                        <a:extLst>
                          <a:ext uri="{FF2B5EF4-FFF2-40B4-BE49-F238E27FC236}">
                            <a16:creationId xmlns:a16="http://schemas.microsoft.com/office/drawing/2014/main" id="{FB95F7AF-1B4A-7E04-AF10-9488A3BEE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2360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" name="개체 1024">
            <a:extLst>
              <a:ext uri="{FF2B5EF4-FFF2-40B4-BE49-F238E27FC236}">
                <a16:creationId xmlns:a16="http://schemas.microsoft.com/office/drawing/2014/main" id="{4E950463-D3EF-A577-333A-B4F5D3308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299067"/>
              </p:ext>
            </p:extLst>
          </p:nvPr>
        </p:nvGraphicFramePr>
        <p:xfrm>
          <a:off x="1297120" y="4514514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6" name="개체 85">
                        <a:extLst>
                          <a:ext uri="{FF2B5EF4-FFF2-40B4-BE49-F238E27FC236}">
                            <a16:creationId xmlns:a16="http://schemas.microsoft.com/office/drawing/2014/main" id="{E7229527-8549-EC7D-CADB-6A1F9AD1D9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514514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" name="개체 1025">
            <a:extLst>
              <a:ext uri="{FF2B5EF4-FFF2-40B4-BE49-F238E27FC236}">
                <a16:creationId xmlns:a16="http://schemas.microsoft.com/office/drawing/2014/main" id="{0186BBA8-5E26-0AC0-4D69-55E25CB3D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461065"/>
              </p:ext>
            </p:extLst>
          </p:nvPr>
        </p:nvGraphicFramePr>
        <p:xfrm>
          <a:off x="1297120" y="480483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7" name="개체 86">
                        <a:extLst>
                          <a:ext uri="{FF2B5EF4-FFF2-40B4-BE49-F238E27FC236}">
                            <a16:creationId xmlns:a16="http://schemas.microsoft.com/office/drawing/2014/main" id="{11C06FE0-5ABF-BAD9-51D0-A4ADE6536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80483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개체 1026">
            <a:extLst>
              <a:ext uri="{FF2B5EF4-FFF2-40B4-BE49-F238E27FC236}">
                <a16:creationId xmlns:a16="http://schemas.microsoft.com/office/drawing/2014/main" id="{89E979E4-DE0A-E743-ACB7-09778496A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101455"/>
              </p:ext>
            </p:extLst>
          </p:nvPr>
        </p:nvGraphicFramePr>
        <p:xfrm>
          <a:off x="1297120" y="508737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8" name="개체 87">
                        <a:extLst>
                          <a:ext uri="{FF2B5EF4-FFF2-40B4-BE49-F238E27FC236}">
                            <a16:creationId xmlns:a16="http://schemas.microsoft.com/office/drawing/2014/main" id="{0F81688F-1678-E68C-DDE9-DDFDFFBBD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08737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개체 1027">
            <a:extLst>
              <a:ext uri="{FF2B5EF4-FFF2-40B4-BE49-F238E27FC236}">
                <a16:creationId xmlns:a16="http://schemas.microsoft.com/office/drawing/2014/main" id="{A28AB12E-643A-B15A-2A48-81EF643D4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80823"/>
              </p:ext>
            </p:extLst>
          </p:nvPr>
        </p:nvGraphicFramePr>
        <p:xfrm>
          <a:off x="1297120" y="537321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89" name="개체 88">
                        <a:extLst>
                          <a:ext uri="{FF2B5EF4-FFF2-40B4-BE49-F238E27FC236}">
                            <a16:creationId xmlns:a16="http://schemas.microsoft.com/office/drawing/2014/main" id="{D00EF2E3-BB19-422A-4DE8-91A754D521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37321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개체 1029">
            <a:extLst>
              <a:ext uri="{FF2B5EF4-FFF2-40B4-BE49-F238E27FC236}">
                <a16:creationId xmlns:a16="http://schemas.microsoft.com/office/drawing/2014/main" id="{7928209D-0425-656D-AECD-7BFFE661B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672300"/>
              </p:ext>
            </p:extLst>
          </p:nvPr>
        </p:nvGraphicFramePr>
        <p:xfrm>
          <a:off x="1297120" y="5658481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5435" imgH="145435" progId="Visio.Drawing.11">
                  <p:embed/>
                </p:oleObj>
              </mc:Choice>
              <mc:Fallback>
                <p:oleObj name="Visio" r:id="rId4" imgW="145435" imgH="145435" progId="Visio.Drawing.11">
                  <p:embed/>
                  <p:pic>
                    <p:nvPicPr>
                      <p:cNvPr id="90" name="개체 89">
                        <a:extLst>
                          <a:ext uri="{FF2B5EF4-FFF2-40B4-BE49-F238E27FC236}">
                            <a16:creationId xmlns:a16="http://schemas.microsoft.com/office/drawing/2014/main" id="{D5A3471F-E612-7DD8-92B2-F0B3F321C9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658481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2091E0FB-348B-BCEB-0E40-FDF7A2B8C33D}"/>
              </a:ext>
            </a:extLst>
          </p:cNvPr>
          <p:cNvSpPr/>
          <p:nvPr/>
        </p:nvSpPr>
        <p:spPr>
          <a:xfrm>
            <a:off x="1283522" y="6144399"/>
            <a:ext cx="486828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</a:rPr>
              <a:t>선택삭제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032" name="Rectangle 191">
            <a:extLst>
              <a:ext uri="{FF2B5EF4-FFF2-40B4-BE49-F238E27FC236}">
                <a16:creationId xmlns:a16="http://schemas.microsoft.com/office/drawing/2014/main" id="{7450BA75-BB10-13D3-94FC-EBA091789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964" y="2589202"/>
            <a:ext cx="658835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일괄 승인처리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41FBC4A4-A06D-E018-8DF0-D9670C996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103" y="25725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0F186B55-3F2B-B505-67BE-DD46FA76B57E}"/>
              </a:ext>
            </a:extLst>
          </p:cNvPr>
          <p:cNvSpPr/>
          <p:nvPr/>
        </p:nvSpPr>
        <p:spPr>
          <a:xfrm>
            <a:off x="5297873" y="2574159"/>
            <a:ext cx="35765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선택</a:t>
            </a:r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E77B8067-46B8-C8D3-84F3-169E0C5D6C59}"/>
              </a:ext>
            </a:extLst>
          </p:cNvPr>
          <p:cNvSpPr/>
          <p:nvPr/>
        </p:nvSpPr>
        <p:spPr>
          <a:xfrm>
            <a:off x="5839720" y="2574151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일괄처리</a:t>
            </a:r>
          </a:p>
        </p:txBody>
      </p:sp>
      <p:sp>
        <p:nvSpPr>
          <p:cNvPr id="1036" name="Rectangle 191">
            <a:extLst>
              <a:ext uri="{FF2B5EF4-FFF2-40B4-BE49-F238E27FC236}">
                <a16:creationId xmlns:a16="http://schemas.microsoft.com/office/drawing/2014/main" id="{41F787BC-03F3-A4C5-6F9F-4E0B2825E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434" y="2589202"/>
            <a:ext cx="44723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승인방식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8517DC50-B0C4-768D-549C-E78761B47C7A}"/>
              </a:ext>
            </a:extLst>
          </p:cNvPr>
          <p:cNvSpPr/>
          <p:nvPr/>
        </p:nvSpPr>
        <p:spPr>
          <a:xfrm>
            <a:off x="2792760" y="2574151"/>
            <a:ext cx="24015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009511A8-DD1C-A465-6D83-CB50EEBF5CF3}"/>
              </a:ext>
            </a:extLst>
          </p:cNvPr>
          <p:cNvGrpSpPr/>
          <p:nvPr/>
        </p:nvGrpSpPr>
        <p:grpSpPr>
          <a:xfrm>
            <a:off x="1739711" y="2585540"/>
            <a:ext cx="504905" cy="144463"/>
            <a:chOff x="2297086" y="2060848"/>
            <a:chExt cx="504905" cy="144463"/>
          </a:xfrm>
        </p:grpSpPr>
        <p:sp>
          <p:nvSpPr>
            <p:cNvPr id="1039" name="Rectangle 191">
              <a:extLst>
                <a:ext uri="{FF2B5EF4-FFF2-40B4-BE49-F238E27FC236}">
                  <a16:creationId xmlns:a16="http://schemas.microsoft.com/office/drawing/2014/main" id="{1214EE0E-8CDF-8E71-1884-71B7E1DF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918" y="207660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자동승인</a:t>
              </a:r>
            </a:p>
          </p:txBody>
        </p:sp>
        <p:graphicFrame>
          <p:nvGraphicFramePr>
            <p:cNvPr id="1040" name="개체 1039">
              <a:extLst>
                <a:ext uri="{FF2B5EF4-FFF2-40B4-BE49-F238E27FC236}">
                  <a16:creationId xmlns:a16="http://schemas.microsoft.com/office/drawing/2014/main" id="{B01061EC-0D6A-D394-BB38-E15162B80F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75976"/>
                </p:ext>
              </p:extLst>
            </p:nvPr>
          </p:nvGraphicFramePr>
          <p:xfrm>
            <a:off x="2297086" y="2060848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7" imgW="145435" imgH="145435" progId="Visio.Drawing.11">
                    <p:embed/>
                  </p:oleObj>
                </mc:Choice>
                <mc:Fallback>
                  <p:oleObj name="Visio" r:id="rId7" imgW="145435" imgH="145435" progId="Visio.Drawing.11">
                    <p:embed/>
                    <p:pic>
                      <p:nvPicPr>
                        <p:cNvPr id="111" name="개체 110">
                          <a:extLst>
                            <a:ext uri="{FF2B5EF4-FFF2-40B4-BE49-F238E27FC236}">
                              <a16:creationId xmlns:a16="http://schemas.microsoft.com/office/drawing/2014/main" id="{CD52A7BB-8C19-C461-1446-AACD7E0D18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086" y="2060848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1" name="그룹 1040">
            <a:extLst>
              <a:ext uri="{FF2B5EF4-FFF2-40B4-BE49-F238E27FC236}">
                <a16:creationId xmlns:a16="http://schemas.microsoft.com/office/drawing/2014/main" id="{C1685D24-8706-5E54-113A-2F1FC13C4375}"/>
              </a:ext>
            </a:extLst>
          </p:cNvPr>
          <p:cNvGrpSpPr/>
          <p:nvPr/>
        </p:nvGrpSpPr>
        <p:grpSpPr>
          <a:xfrm>
            <a:off x="2252700" y="2584184"/>
            <a:ext cx="497799" cy="144462"/>
            <a:chOff x="2716253" y="2405617"/>
            <a:chExt cx="497799" cy="144462"/>
          </a:xfrm>
        </p:grpSpPr>
        <p:sp>
          <p:nvSpPr>
            <p:cNvPr id="1042" name="Rectangle 191">
              <a:extLst>
                <a:ext uri="{FF2B5EF4-FFF2-40B4-BE49-F238E27FC236}">
                  <a16:creationId xmlns:a16="http://schemas.microsoft.com/office/drawing/2014/main" id="{1925C4A1-0088-6052-8A92-9272BB516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수동승인</a:t>
              </a:r>
            </a:p>
          </p:txBody>
        </p:sp>
        <p:graphicFrame>
          <p:nvGraphicFramePr>
            <p:cNvPr id="1043" name="개체 1042">
              <a:extLst>
                <a:ext uri="{FF2B5EF4-FFF2-40B4-BE49-F238E27FC236}">
                  <a16:creationId xmlns:a16="http://schemas.microsoft.com/office/drawing/2014/main" id="{DDD2F402-D475-7D1A-FBB0-53DA30F5F4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145435" imgH="145435" progId="Visio.Drawing.11">
                    <p:embed/>
                  </p:oleObj>
                </mc:Choice>
                <mc:Fallback>
                  <p:oleObj name="Visio" r:id="rId9" imgW="145435" imgH="145435" progId="Visio.Drawing.11">
                    <p:embed/>
                    <p:pic>
                      <p:nvPicPr>
                        <p:cNvPr id="114" name="개체 113">
                          <a:extLst>
                            <a:ext uri="{FF2B5EF4-FFF2-40B4-BE49-F238E27FC236}">
                              <a16:creationId xmlns:a16="http://schemas.microsoft.com/office/drawing/2014/main" id="{77F72823-12C2-F56E-DECD-8B2799D52A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44" name="Picture 13">
            <a:extLst>
              <a:ext uri="{FF2B5EF4-FFF2-40B4-BE49-F238E27FC236}">
                <a16:creationId xmlns:a16="http://schemas.microsoft.com/office/drawing/2014/main" id="{0430BDB9-6D1E-88AB-78D4-36B325A48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590" y="25842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D9B22DA0-C002-C2BC-63CF-7AB9EB6C0C4F}"/>
              </a:ext>
            </a:extLst>
          </p:cNvPr>
          <p:cNvSpPr/>
          <p:nvPr/>
        </p:nvSpPr>
        <p:spPr>
          <a:xfrm>
            <a:off x="6330261" y="2585895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  <p:sp>
        <p:nvSpPr>
          <p:cNvPr id="1046" name="타원 1045">
            <a:extLst>
              <a:ext uri="{FF2B5EF4-FFF2-40B4-BE49-F238E27FC236}">
                <a16:creationId xmlns:a16="http://schemas.microsoft.com/office/drawing/2014/main" id="{AA181C02-B454-E7DF-746A-B95B31FA14A6}"/>
              </a:ext>
            </a:extLst>
          </p:cNvPr>
          <p:cNvSpPr>
            <a:spLocks noChangeAspect="1"/>
          </p:cNvSpPr>
          <p:nvPr/>
        </p:nvSpPr>
        <p:spPr>
          <a:xfrm>
            <a:off x="1143643" y="25793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7" name="타원 1046">
            <a:extLst>
              <a:ext uri="{FF2B5EF4-FFF2-40B4-BE49-F238E27FC236}">
                <a16:creationId xmlns:a16="http://schemas.microsoft.com/office/drawing/2014/main" id="{58CF13E3-65F8-A3D0-7D71-FB4871A82961}"/>
              </a:ext>
            </a:extLst>
          </p:cNvPr>
          <p:cNvSpPr>
            <a:spLocks noChangeAspect="1"/>
          </p:cNvSpPr>
          <p:nvPr/>
        </p:nvSpPr>
        <p:spPr>
          <a:xfrm>
            <a:off x="4449099" y="25793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8" name="타원 1047">
            <a:extLst>
              <a:ext uri="{FF2B5EF4-FFF2-40B4-BE49-F238E27FC236}">
                <a16:creationId xmlns:a16="http://schemas.microsoft.com/office/drawing/2014/main" id="{6789F91C-AD89-B1D2-D8CF-5A7F4C6FFEA5}"/>
              </a:ext>
            </a:extLst>
          </p:cNvPr>
          <p:cNvSpPr>
            <a:spLocks noChangeAspect="1"/>
          </p:cNvSpPr>
          <p:nvPr/>
        </p:nvSpPr>
        <p:spPr>
          <a:xfrm>
            <a:off x="1214209" y="273108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9" name="타원 1048">
            <a:extLst>
              <a:ext uri="{FF2B5EF4-FFF2-40B4-BE49-F238E27FC236}">
                <a16:creationId xmlns:a16="http://schemas.microsoft.com/office/drawing/2014/main" id="{DE5764B6-60C3-CD8A-3D82-0F6C0B66BAA0}"/>
              </a:ext>
            </a:extLst>
          </p:cNvPr>
          <p:cNvSpPr>
            <a:spLocks noChangeAspect="1"/>
          </p:cNvSpPr>
          <p:nvPr/>
        </p:nvSpPr>
        <p:spPr>
          <a:xfrm>
            <a:off x="1803718" y="617877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0" name="직사각형 1049">
            <a:extLst>
              <a:ext uri="{FF2B5EF4-FFF2-40B4-BE49-F238E27FC236}">
                <a16:creationId xmlns:a16="http://schemas.microsoft.com/office/drawing/2014/main" id="{093FBB61-3120-6034-A88F-FAFACBF68784}"/>
              </a:ext>
            </a:extLst>
          </p:cNvPr>
          <p:cNvSpPr/>
          <p:nvPr/>
        </p:nvSpPr>
        <p:spPr>
          <a:xfrm>
            <a:off x="4688378" y="224251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8380203E-EA81-8B17-205E-86F18D96A50A}"/>
              </a:ext>
            </a:extLst>
          </p:cNvPr>
          <p:cNvSpPr/>
          <p:nvPr/>
        </p:nvSpPr>
        <p:spPr>
          <a:xfrm>
            <a:off x="3260834" y="2242518"/>
            <a:ext cx="141501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검색어를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입력하세요</a:t>
            </a:r>
          </a:p>
        </p:txBody>
      </p:sp>
      <p:pic>
        <p:nvPicPr>
          <p:cNvPr id="1052" name="Picture 13">
            <a:extLst>
              <a:ext uri="{FF2B5EF4-FFF2-40B4-BE49-F238E27FC236}">
                <a16:creationId xmlns:a16="http://schemas.microsoft.com/office/drawing/2014/main" id="{667625BC-2DF5-753B-9988-8FE9317B1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861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60C4BF73-5E24-D4C2-4BAA-E01F99BC48F6}"/>
              </a:ext>
            </a:extLst>
          </p:cNvPr>
          <p:cNvSpPr/>
          <p:nvPr/>
        </p:nvSpPr>
        <p:spPr>
          <a:xfrm>
            <a:off x="1263678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승인여부</a:t>
            </a:r>
          </a:p>
        </p:txBody>
      </p:sp>
      <p:pic>
        <p:nvPicPr>
          <p:cNvPr id="1054" name="Picture 13">
            <a:extLst>
              <a:ext uri="{FF2B5EF4-FFF2-40B4-BE49-F238E27FC236}">
                <a16:creationId xmlns:a16="http://schemas.microsoft.com/office/drawing/2014/main" id="{C2588827-B2E7-8152-5C0F-A959B404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228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14E13F03-C9F1-FE22-A492-FA44AA79C8AD}"/>
              </a:ext>
            </a:extLst>
          </p:cNvPr>
          <p:cNvSpPr/>
          <p:nvPr/>
        </p:nvSpPr>
        <p:spPr>
          <a:xfrm>
            <a:off x="1928045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</a:p>
        </p:txBody>
      </p:sp>
      <p:pic>
        <p:nvPicPr>
          <p:cNvPr id="1056" name="Picture 13">
            <a:extLst>
              <a:ext uri="{FF2B5EF4-FFF2-40B4-BE49-F238E27FC236}">
                <a16:creationId xmlns:a16="http://schemas.microsoft.com/office/drawing/2014/main" id="{FAD91E01-4F42-BD67-DFD0-3267F213A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193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19E7D9A3-29AB-B4DC-5AF4-BA11308A90F8}"/>
              </a:ext>
            </a:extLst>
          </p:cNvPr>
          <p:cNvSpPr/>
          <p:nvPr/>
        </p:nvSpPr>
        <p:spPr>
          <a:xfrm>
            <a:off x="2588010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306382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C50E-399F-4CFF-6290-DC889C72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2B4F56-F525-46A8-7BFF-A449C4EA73B1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2952335-A19B-4E5C-51DC-6DEE2FB7D330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A1B6A-9EBB-34B1-651C-B79FF6FDBC0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383968-A91F-41DF-72A4-FEE4960ABA8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75A366A2-1C7E-4A57-4DF4-4828AD112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302984"/>
              </p:ext>
            </p:extLst>
          </p:nvPr>
        </p:nvGraphicFramePr>
        <p:xfrm>
          <a:off x="6969418" y="2548005"/>
          <a:ext cx="2772114" cy="3237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 메뉴 중 회원정보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승인방식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수동승인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E483EF2-88A7-68C2-E190-FB5824A20B6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304194D-9217-1C44-EF2B-164C540A4455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7F40CC0-F284-AE8D-4C49-AB1F41E50FFE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1A4C9D2C-BA9A-D104-AD4F-CEB8AC349CD1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F9E1DAB8-EBE8-5566-FB89-1211BD616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A04B41B-4415-8BA6-CB77-C2C803453D18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2FDEF11-EE86-36A0-832D-CACC16DD0905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39C8EA5-3BCC-D627-765F-995A19A9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EA274C00-A9B5-A24E-EBDD-E54B20900A2E}"/>
              </a:ext>
            </a:extLst>
          </p:cNvPr>
          <p:cNvSpPr/>
          <p:nvPr/>
        </p:nvSpPr>
        <p:spPr>
          <a:xfrm>
            <a:off x="220357" y="1867077"/>
            <a:ext cx="750205" cy="26314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F726CB-58F0-53DA-AE8D-82F2F11D4286}"/>
              </a:ext>
            </a:extLst>
          </p:cNvPr>
          <p:cNvSpPr/>
          <p:nvPr/>
        </p:nvSpPr>
        <p:spPr>
          <a:xfrm>
            <a:off x="4688378" y="224251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lang="ko-KR" altLang="en-US" sz="7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1E884-6293-4227-2B6C-71A49713D113}"/>
              </a:ext>
            </a:extLst>
          </p:cNvPr>
          <p:cNvSpPr/>
          <p:nvPr/>
        </p:nvSpPr>
        <p:spPr>
          <a:xfrm>
            <a:off x="3260834" y="2242518"/>
            <a:ext cx="141501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검색어를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입력하세요</a:t>
            </a:r>
          </a:p>
        </p:txBody>
      </p:sp>
      <p:pic>
        <p:nvPicPr>
          <p:cNvPr id="10" name="Picture 13">
            <a:extLst>
              <a:ext uri="{FF2B5EF4-FFF2-40B4-BE49-F238E27FC236}">
                <a16:creationId xmlns:a16="http://schemas.microsoft.com/office/drawing/2014/main" id="{CFB84E7B-CE82-7549-2F2D-FFB30AFB2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861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285807-B51A-D516-1DC2-47623038024E}"/>
              </a:ext>
            </a:extLst>
          </p:cNvPr>
          <p:cNvSpPr/>
          <p:nvPr/>
        </p:nvSpPr>
        <p:spPr>
          <a:xfrm>
            <a:off x="1263678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승인여부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B4BF56FD-BD22-A916-5215-16419106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228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0EF32B-0654-73CC-519F-6C047FEAC68A}"/>
              </a:ext>
            </a:extLst>
          </p:cNvPr>
          <p:cNvSpPr/>
          <p:nvPr/>
        </p:nvSpPr>
        <p:spPr>
          <a:xfrm>
            <a:off x="1928045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</a:p>
        </p:txBody>
      </p:sp>
      <p:pic>
        <p:nvPicPr>
          <p:cNvPr id="16" name="Picture 13">
            <a:extLst>
              <a:ext uri="{FF2B5EF4-FFF2-40B4-BE49-F238E27FC236}">
                <a16:creationId xmlns:a16="http://schemas.microsoft.com/office/drawing/2014/main" id="{A7781EFE-84C4-B9EF-AFC6-C8A94DD8F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193" y="224086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64634C-09B8-6D88-7BDF-19450AFF5155}"/>
              </a:ext>
            </a:extLst>
          </p:cNvPr>
          <p:cNvSpPr/>
          <p:nvPr/>
        </p:nvSpPr>
        <p:spPr>
          <a:xfrm>
            <a:off x="2588010" y="2242518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34584C19-CC50-7C13-A8F0-2E5809AE4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601" y="573160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5EB7EB72-DE1E-7418-EB58-8694A991309E}"/>
              </a:ext>
            </a:extLst>
          </p:cNvPr>
          <p:cNvSpPr/>
          <p:nvPr/>
        </p:nvSpPr>
        <p:spPr>
          <a:xfrm>
            <a:off x="6969418" y="5733256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회원구분</a:t>
            </a:r>
          </a:p>
        </p:txBody>
      </p:sp>
      <p:pic>
        <p:nvPicPr>
          <p:cNvPr id="52" name="Picture 13">
            <a:extLst>
              <a:ext uri="{FF2B5EF4-FFF2-40B4-BE49-F238E27FC236}">
                <a16:creationId xmlns:a16="http://schemas.microsoft.com/office/drawing/2014/main" id="{3EBB2260-4A17-D8F5-05D3-AB22F99D9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503" y="573160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C2C57797-EC20-4B66-54A0-94E422214551}"/>
              </a:ext>
            </a:extLst>
          </p:cNvPr>
          <p:cNvSpPr/>
          <p:nvPr/>
        </p:nvSpPr>
        <p:spPr>
          <a:xfrm>
            <a:off x="7639320" y="5733256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승인여부</a:t>
            </a:r>
          </a:p>
        </p:txBody>
      </p:sp>
      <p:pic>
        <p:nvPicPr>
          <p:cNvPr id="54" name="Picture 13">
            <a:extLst>
              <a:ext uri="{FF2B5EF4-FFF2-40B4-BE49-F238E27FC236}">
                <a16:creationId xmlns:a16="http://schemas.microsoft.com/office/drawing/2014/main" id="{1C78D33D-00E8-5F0A-67FC-290662F7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870" y="573160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42271320-176A-F3C6-E8D2-8E547485551E}"/>
              </a:ext>
            </a:extLst>
          </p:cNvPr>
          <p:cNvSpPr/>
          <p:nvPr/>
        </p:nvSpPr>
        <p:spPr>
          <a:xfrm>
            <a:off x="8303687" y="5733256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</a:p>
        </p:txBody>
      </p:sp>
      <p:pic>
        <p:nvPicPr>
          <p:cNvPr id="56" name="Picture 13">
            <a:extLst>
              <a:ext uri="{FF2B5EF4-FFF2-40B4-BE49-F238E27FC236}">
                <a16:creationId xmlns:a16="http://schemas.microsoft.com/office/drawing/2014/main" id="{8B8159AE-692E-EA39-C92D-518CD602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835" y="573160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FE5EB0-5C0D-484A-79B5-FB99986A823F}"/>
              </a:ext>
            </a:extLst>
          </p:cNvPr>
          <p:cNvSpPr/>
          <p:nvPr/>
        </p:nvSpPr>
        <p:spPr>
          <a:xfrm>
            <a:off x="8963652" y="5733256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3BA3A74-1D89-7E39-CB5B-19C8F2C98799}"/>
              </a:ext>
            </a:extLst>
          </p:cNvPr>
          <p:cNvSpPr/>
          <p:nvPr/>
        </p:nvSpPr>
        <p:spPr>
          <a:xfrm>
            <a:off x="6969418" y="5301208"/>
            <a:ext cx="476033" cy="43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회원구분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세미만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세이상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F34DEB9-CE03-2CD1-D5CE-58DA70BB33F9}"/>
              </a:ext>
            </a:extLst>
          </p:cNvPr>
          <p:cNvSpPr/>
          <p:nvPr/>
        </p:nvSpPr>
        <p:spPr>
          <a:xfrm>
            <a:off x="7639320" y="5229200"/>
            <a:ext cx="476033" cy="5024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승인여부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대기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F968FF1-DDDE-C1E6-CF90-4590920D491B}"/>
              </a:ext>
            </a:extLst>
          </p:cNvPr>
          <p:cNvSpPr/>
          <p:nvPr/>
        </p:nvSpPr>
        <p:spPr>
          <a:xfrm>
            <a:off x="8303687" y="5301208"/>
            <a:ext cx="476033" cy="43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탈퇴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1616A49-20FD-2119-B7D0-D3B2A426CF82}"/>
              </a:ext>
            </a:extLst>
          </p:cNvPr>
          <p:cNvSpPr/>
          <p:nvPr/>
        </p:nvSpPr>
        <p:spPr>
          <a:xfrm>
            <a:off x="8963652" y="5301208"/>
            <a:ext cx="476033" cy="43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endParaRPr lang="en-US" altLang="ko-KR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0AF3782-E31D-3FE0-95B4-770930FDA2FB}"/>
              </a:ext>
            </a:extLst>
          </p:cNvPr>
          <p:cNvSpPr/>
          <p:nvPr/>
        </p:nvSpPr>
        <p:spPr>
          <a:xfrm>
            <a:off x="272480" y="3479191"/>
            <a:ext cx="400751" cy="32829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회원그룹</a:t>
            </a:r>
            <a:endParaRPr lang="en-US" altLang="ko-KR" sz="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회원유형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8" name="표 117">
            <a:extLst>
              <a:ext uri="{FF2B5EF4-FFF2-40B4-BE49-F238E27FC236}">
                <a16:creationId xmlns:a16="http://schemas.microsoft.com/office/drawing/2014/main" id="{CFF5CE05-FB84-E200-BFE4-E7DFFDE1B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91226"/>
              </p:ext>
            </p:extLst>
          </p:nvPr>
        </p:nvGraphicFramePr>
        <p:xfrm>
          <a:off x="1283522" y="2780928"/>
          <a:ext cx="5513633" cy="309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051">
                  <a:extLst>
                    <a:ext uri="{9D8B030D-6E8A-4147-A177-3AD203B41FA5}">
                      <a16:colId xmlns:a16="http://schemas.microsoft.com/office/drawing/2014/main" val="376333697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1314">
                  <a:extLst>
                    <a:ext uri="{9D8B030D-6E8A-4147-A177-3AD203B41FA5}">
                      <a16:colId xmlns:a16="http://schemas.microsoft.com/office/drawing/2014/main" val="4249338070"/>
                    </a:ext>
                  </a:extLst>
                </a:gridCol>
                <a:gridCol w="10141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7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5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(ID)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1999.05.24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+mn-ea"/>
                        </a:rPr>
                        <a:t>탈퇴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2015.05.24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36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endParaRPr lang="en-US" altLang="ko-KR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(honggil123)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2008.05.24</a:t>
                      </a:r>
                      <a:endParaRPr lang="ko-KR" altLang="en-US" sz="7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hong@naver.com</a:t>
                      </a:r>
                      <a:endParaRPr lang="ko-KR" altLang="en-US" sz="700" b="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647E585-CCC6-65F6-CD70-4C260A796D75}"/>
              </a:ext>
            </a:extLst>
          </p:cNvPr>
          <p:cNvSpPr/>
          <p:nvPr/>
        </p:nvSpPr>
        <p:spPr>
          <a:xfrm>
            <a:off x="6517074" y="3079673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9F091AE2-FB1D-9DB9-AEC4-DE6A5C7597FB}"/>
              </a:ext>
            </a:extLst>
          </p:cNvPr>
          <p:cNvSpPr/>
          <p:nvPr/>
        </p:nvSpPr>
        <p:spPr>
          <a:xfrm>
            <a:off x="6517074" y="336467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0280F421-F6D9-8C05-EFEF-A913CA4188CF}"/>
              </a:ext>
            </a:extLst>
          </p:cNvPr>
          <p:cNvSpPr/>
          <p:nvPr/>
        </p:nvSpPr>
        <p:spPr>
          <a:xfrm>
            <a:off x="6517074" y="366039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FE1EE9E-D8A0-E21A-C44E-9061589C589C}"/>
              </a:ext>
            </a:extLst>
          </p:cNvPr>
          <p:cNvSpPr/>
          <p:nvPr/>
        </p:nvSpPr>
        <p:spPr>
          <a:xfrm>
            <a:off x="6517074" y="394842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7590E6B-3E66-022F-FFE3-3537B0F57080}"/>
              </a:ext>
            </a:extLst>
          </p:cNvPr>
          <p:cNvSpPr/>
          <p:nvPr/>
        </p:nvSpPr>
        <p:spPr>
          <a:xfrm>
            <a:off x="6517074" y="422877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9B4E02A-6864-3CA7-09BF-BE171503A72C}"/>
              </a:ext>
            </a:extLst>
          </p:cNvPr>
          <p:cNvSpPr/>
          <p:nvPr/>
        </p:nvSpPr>
        <p:spPr>
          <a:xfrm>
            <a:off x="6517074" y="4509120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1E70F700-34AC-36BD-8F80-E503E70903B9}"/>
              </a:ext>
            </a:extLst>
          </p:cNvPr>
          <p:cNvSpPr/>
          <p:nvPr/>
        </p:nvSpPr>
        <p:spPr>
          <a:xfrm>
            <a:off x="6517074" y="4797152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81DB26E3-7E77-AC2B-DD3B-C409A8203554}"/>
              </a:ext>
            </a:extLst>
          </p:cNvPr>
          <p:cNvSpPr/>
          <p:nvPr/>
        </p:nvSpPr>
        <p:spPr>
          <a:xfrm>
            <a:off x="6517074" y="5085184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42BCF032-4C41-F5CB-0EC0-3109102421A3}"/>
              </a:ext>
            </a:extLst>
          </p:cNvPr>
          <p:cNvSpPr/>
          <p:nvPr/>
        </p:nvSpPr>
        <p:spPr>
          <a:xfrm>
            <a:off x="6517074" y="5373216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5DEC5D49-0EC5-6BFC-D542-DA453397D8C7}"/>
              </a:ext>
            </a:extLst>
          </p:cNvPr>
          <p:cNvSpPr/>
          <p:nvPr/>
        </p:nvSpPr>
        <p:spPr>
          <a:xfrm>
            <a:off x="6517074" y="5661248"/>
            <a:ext cx="21832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6EE1ECAA-589D-23BB-068A-C067A9412DE2}"/>
              </a:ext>
            </a:extLst>
          </p:cNvPr>
          <p:cNvSpPr/>
          <p:nvPr/>
        </p:nvSpPr>
        <p:spPr>
          <a:xfrm>
            <a:off x="3473589" y="5967967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</a:rPr>
              <a:t>마지막</a:t>
            </a:r>
          </a:p>
        </p:txBody>
      </p:sp>
      <p:graphicFrame>
        <p:nvGraphicFramePr>
          <p:cNvPr id="1026" name="개체 1025">
            <a:extLst>
              <a:ext uri="{FF2B5EF4-FFF2-40B4-BE49-F238E27FC236}">
                <a16:creationId xmlns:a16="http://schemas.microsoft.com/office/drawing/2014/main" id="{0E55A6AD-2D2A-972F-E31C-3C1DC0CB2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206878"/>
              </p:ext>
            </p:extLst>
          </p:nvPr>
        </p:nvGraphicFramePr>
        <p:xfrm>
          <a:off x="1297120" y="2832300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79" name="개체 78">
                        <a:extLst>
                          <a:ext uri="{FF2B5EF4-FFF2-40B4-BE49-F238E27FC236}">
                            <a16:creationId xmlns:a16="http://schemas.microsoft.com/office/drawing/2014/main" id="{2E9679C8-E1C4-5BA8-1A75-CD7FA90813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2832300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개체 1026">
            <a:extLst>
              <a:ext uri="{FF2B5EF4-FFF2-40B4-BE49-F238E27FC236}">
                <a16:creationId xmlns:a16="http://schemas.microsoft.com/office/drawing/2014/main" id="{3E0E683D-147F-04AC-0059-E5115EAE3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918534"/>
              </p:ext>
            </p:extLst>
          </p:nvPr>
        </p:nvGraphicFramePr>
        <p:xfrm>
          <a:off x="1297120" y="308995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0" name="개체 79">
                        <a:extLst>
                          <a:ext uri="{FF2B5EF4-FFF2-40B4-BE49-F238E27FC236}">
                            <a16:creationId xmlns:a16="http://schemas.microsoft.com/office/drawing/2014/main" id="{A08EA780-8DC5-D8DD-C0E7-6F1E2D706B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08995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개체 1027">
            <a:extLst>
              <a:ext uri="{FF2B5EF4-FFF2-40B4-BE49-F238E27FC236}">
                <a16:creationId xmlns:a16="http://schemas.microsoft.com/office/drawing/2014/main" id="{BB6BB3D0-F3DC-D49E-360B-ECE96CCC8E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659357"/>
              </p:ext>
            </p:extLst>
          </p:nvPr>
        </p:nvGraphicFramePr>
        <p:xfrm>
          <a:off x="1297120" y="3371913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1" name="개체 80">
                        <a:extLst>
                          <a:ext uri="{FF2B5EF4-FFF2-40B4-BE49-F238E27FC236}">
                            <a16:creationId xmlns:a16="http://schemas.microsoft.com/office/drawing/2014/main" id="{D4EF7A0E-0FCA-27B4-BF47-5DE490F606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371913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개체 1029">
            <a:extLst>
              <a:ext uri="{FF2B5EF4-FFF2-40B4-BE49-F238E27FC236}">
                <a16:creationId xmlns:a16="http://schemas.microsoft.com/office/drawing/2014/main" id="{32EB8D71-C6FD-809B-3C4B-6AF166BD3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073438"/>
              </p:ext>
            </p:extLst>
          </p:nvPr>
        </p:nvGraphicFramePr>
        <p:xfrm>
          <a:off x="1297120" y="3660392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2" name="개체 81">
                        <a:extLst>
                          <a:ext uri="{FF2B5EF4-FFF2-40B4-BE49-F238E27FC236}">
                            <a16:creationId xmlns:a16="http://schemas.microsoft.com/office/drawing/2014/main" id="{F8374DEA-7379-01F1-3A33-6B502BA10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660392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개체 1030">
            <a:extLst>
              <a:ext uri="{FF2B5EF4-FFF2-40B4-BE49-F238E27FC236}">
                <a16:creationId xmlns:a16="http://schemas.microsoft.com/office/drawing/2014/main" id="{E395B5C0-C4A5-A914-1B73-C924E26CCE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220764"/>
              </p:ext>
            </p:extLst>
          </p:nvPr>
        </p:nvGraphicFramePr>
        <p:xfrm>
          <a:off x="1297120" y="3947977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3" name="개체 82">
                        <a:extLst>
                          <a:ext uri="{FF2B5EF4-FFF2-40B4-BE49-F238E27FC236}">
                            <a16:creationId xmlns:a16="http://schemas.microsoft.com/office/drawing/2014/main" id="{6DEB521E-5971-2112-6FAB-ED1B7F9560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3947977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개체 1031">
            <a:extLst>
              <a:ext uri="{FF2B5EF4-FFF2-40B4-BE49-F238E27FC236}">
                <a16:creationId xmlns:a16="http://schemas.microsoft.com/office/drawing/2014/main" id="{20C05C51-0BDF-8861-4816-789A6F3CED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306811"/>
              </p:ext>
            </p:extLst>
          </p:nvPr>
        </p:nvGraphicFramePr>
        <p:xfrm>
          <a:off x="1297120" y="42360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5" name="개체 84">
                        <a:extLst>
                          <a:ext uri="{FF2B5EF4-FFF2-40B4-BE49-F238E27FC236}">
                            <a16:creationId xmlns:a16="http://schemas.microsoft.com/office/drawing/2014/main" id="{FB95F7AF-1B4A-7E04-AF10-9488A3BEE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2360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개체 1032">
            <a:extLst>
              <a:ext uri="{FF2B5EF4-FFF2-40B4-BE49-F238E27FC236}">
                <a16:creationId xmlns:a16="http://schemas.microsoft.com/office/drawing/2014/main" id="{5BEDD718-EC9F-9E5D-36A8-3F4E0CDB6A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299067"/>
              </p:ext>
            </p:extLst>
          </p:nvPr>
        </p:nvGraphicFramePr>
        <p:xfrm>
          <a:off x="1297120" y="4514514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6" name="개체 85">
                        <a:extLst>
                          <a:ext uri="{FF2B5EF4-FFF2-40B4-BE49-F238E27FC236}">
                            <a16:creationId xmlns:a16="http://schemas.microsoft.com/office/drawing/2014/main" id="{E7229527-8549-EC7D-CADB-6A1F9AD1D9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514514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개체 1033">
            <a:extLst>
              <a:ext uri="{FF2B5EF4-FFF2-40B4-BE49-F238E27FC236}">
                <a16:creationId xmlns:a16="http://schemas.microsoft.com/office/drawing/2014/main" id="{62E01189-54B9-BC3F-C80B-5493DA4C3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461065"/>
              </p:ext>
            </p:extLst>
          </p:nvPr>
        </p:nvGraphicFramePr>
        <p:xfrm>
          <a:off x="1297120" y="480483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7" name="개체 86">
                        <a:extLst>
                          <a:ext uri="{FF2B5EF4-FFF2-40B4-BE49-F238E27FC236}">
                            <a16:creationId xmlns:a16="http://schemas.microsoft.com/office/drawing/2014/main" id="{11C06FE0-5ABF-BAD9-51D0-A4ADE6536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480483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개체 1034">
            <a:extLst>
              <a:ext uri="{FF2B5EF4-FFF2-40B4-BE49-F238E27FC236}">
                <a16:creationId xmlns:a16="http://schemas.microsoft.com/office/drawing/2014/main" id="{7328A2E9-A700-B1C8-FC61-A24DCF929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101455"/>
              </p:ext>
            </p:extLst>
          </p:nvPr>
        </p:nvGraphicFramePr>
        <p:xfrm>
          <a:off x="1297120" y="508737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8" name="개체 87">
                        <a:extLst>
                          <a:ext uri="{FF2B5EF4-FFF2-40B4-BE49-F238E27FC236}">
                            <a16:creationId xmlns:a16="http://schemas.microsoft.com/office/drawing/2014/main" id="{0F81688F-1678-E68C-DDE9-DDFDFFBBD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08737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개체 1035">
            <a:extLst>
              <a:ext uri="{FF2B5EF4-FFF2-40B4-BE49-F238E27FC236}">
                <a16:creationId xmlns:a16="http://schemas.microsoft.com/office/drawing/2014/main" id="{0FAAD8BA-5CA1-3E39-C008-4CB2D794E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80823"/>
              </p:ext>
            </p:extLst>
          </p:nvPr>
        </p:nvGraphicFramePr>
        <p:xfrm>
          <a:off x="1297120" y="537321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89" name="개체 88">
                        <a:extLst>
                          <a:ext uri="{FF2B5EF4-FFF2-40B4-BE49-F238E27FC236}">
                            <a16:creationId xmlns:a16="http://schemas.microsoft.com/office/drawing/2014/main" id="{D00EF2E3-BB19-422A-4DE8-91A754D521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37321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개체 1036">
            <a:extLst>
              <a:ext uri="{FF2B5EF4-FFF2-40B4-BE49-F238E27FC236}">
                <a16:creationId xmlns:a16="http://schemas.microsoft.com/office/drawing/2014/main" id="{5FC0EF12-1A44-EAA8-3A59-06D0BCE7E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672300"/>
              </p:ext>
            </p:extLst>
          </p:nvPr>
        </p:nvGraphicFramePr>
        <p:xfrm>
          <a:off x="1297120" y="5658481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90" name="개체 89">
                        <a:extLst>
                          <a:ext uri="{FF2B5EF4-FFF2-40B4-BE49-F238E27FC236}">
                            <a16:creationId xmlns:a16="http://schemas.microsoft.com/office/drawing/2014/main" id="{D5A3471F-E612-7DD8-92B2-F0B3F321C9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120" y="5658481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42CF3F19-775B-CCFF-AFA6-D08E5087E575}"/>
              </a:ext>
            </a:extLst>
          </p:cNvPr>
          <p:cNvSpPr/>
          <p:nvPr/>
        </p:nvSpPr>
        <p:spPr>
          <a:xfrm>
            <a:off x="1283522" y="6144399"/>
            <a:ext cx="486828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</a:rPr>
              <a:t>선택삭제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039" name="Rectangle 191">
            <a:extLst>
              <a:ext uri="{FF2B5EF4-FFF2-40B4-BE49-F238E27FC236}">
                <a16:creationId xmlns:a16="http://schemas.microsoft.com/office/drawing/2014/main" id="{4B9D1B6C-0639-E044-6568-859D633B1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964" y="2589202"/>
            <a:ext cx="658835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일괄 승인처리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40" name="Picture 13">
            <a:extLst>
              <a:ext uri="{FF2B5EF4-FFF2-40B4-BE49-F238E27FC236}">
                <a16:creationId xmlns:a16="http://schemas.microsoft.com/office/drawing/2014/main" id="{72C4ACDD-0D3C-3E69-D5F2-4975616FD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103" y="25725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3BC5CC51-AAF6-962A-F561-47C804C77AA5}"/>
              </a:ext>
            </a:extLst>
          </p:cNvPr>
          <p:cNvSpPr/>
          <p:nvPr/>
        </p:nvSpPr>
        <p:spPr>
          <a:xfrm>
            <a:off x="5297873" y="2574159"/>
            <a:ext cx="35765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선택</a:t>
            </a:r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B95C3CF9-AFE0-3436-849D-A3B2E0B27DFE}"/>
              </a:ext>
            </a:extLst>
          </p:cNvPr>
          <p:cNvSpPr/>
          <p:nvPr/>
        </p:nvSpPr>
        <p:spPr>
          <a:xfrm>
            <a:off x="5839720" y="2574151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일괄처리</a:t>
            </a:r>
          </a:p>
        </p:txBody>
      </p:sp>
      <p:sp>
        <p:nvSpPr>
          <p:cNvPr id="1043" name="Rectangle 191">
            <a:extLst>
              <a:ext uri="{FF2B5EF4-FFF2-40B4-BE49-F238E27FC236}">
                <a16:creationId xmlns:a16="http://schemas.microsoft.com/office/drawing/2014/main" id="{2DE0C818-D140-F91A-FBAA-A7042940A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434" y="2589202"/>
            <a:ext cx="44723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승인방식 </a:t>
            </a: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709B6D8D-60D7-99CA-2231-273AC34D60C1}"/>
              </a:ext>
            </a:extLst>
          </p:cNvPr>
          <p:cNvSpPr/>
          <p:nvPr/>
        </p:nvSpPr>
        <p:spPr>
          <a:xfrm>
            <a:off x="2792760" y="2574151"/>
            <a:ext cx="24015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2D73E80B-A2D7-90BA-065A-88F7203FCBC7}"/>
              </a:ext>
            </a:extLst>
          </p:cNvPr>
          <p:cNvGrpSpPr/>
          <p:nvPr/>
        </p:nvGrpSpPr>
        <p:grpSpPr>
          <a:xfrm>
            <a:off x="1739711" y="2585540"/>
            <a:ext cx="504905" cy="144463"/>
            <a:chOff x="2297086" y="2060848"/>
            <a:chExt cx="504905" cy="144463"/>
          </a:xfrm>
        </p:grpSpPr>
        <p:sp>
          <p:nvSpPr>
            <p:cNvPr id="1046" name="Rectangle 191">
              <a:extLst>
                <a:ext uri="{FF2B5EF4-FFF2-40B4-BE49-F238E27FC236}">
                  <a16:creationId xmlns:a16="http://schemas.microsoft.com/office/drawing/2014/main" id="{E40F1621-B473-CAEA-C5A3-7116645B3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918" y="207660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자동승인</a:t>
              </a:r>
            </a:p>
          </p:txBody>
        </p:sp>
        <p:graphicFrame>
          <p:nvGraphicFramePr>
            <p:cNvPr id="1047" name="개체 1046">
              <a:extLst>
                <a:ext uri="{FF2B5EF4-FFF2-40B4-BE49-F238E27FC236}">
                  <a16:creationId xmlns:a16="http://schemas.microsoft.com/office/drawing/2014/main" id="{1ABEAA9B-CB93-D28B-BDF6-E7A7383D07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75976"/>
                </p:ext>
              </p:extLst>
            </p:nvPr>
          </p:nvGraphicFramePr>
          <p:xfrm>
            <a:off x="2297086" y="2060848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7" imgW="145435" imgH="145435" progId="Visio.Drawing.11">
                    <p:embed/>
                  </p:oleObj>
                </mc:Choice>
                <mc:Fallback>
                  <p:oleObj name="Visio" r:id="rId7" imgW="145435" imgH="145435" progId="Visio.Drawing.11">
                    <p:embed/>
                    <p:pic>
                      <p:nvPicPr>
                        <p:cNvPr id="111" name="개체 110">
                          <a:extLst>
                            <a:ext uri="{FF2B5EF4-FFF2-40B4-BE49-F238E27FC236}">
                              <a16:creationId xmlns:a16="http://schemas.microsoft.com/office/drawing/2014/main" id="{CD52A7BB-8C19-C461-1446-AACD7E0D18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086" y="2060848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91210931-A0E4-AF8A-575F-A5FB30DAB212}"/>
              </a:ext>
            </a:extLst>
          </p:cNvPr>
          <p:cNvGrpSpPr/>
          <p:nvPr/>
        </p:nvGrpSpPr>
        <p:grpSpPr>
          <a:xfrm>
            <a:off x="2252700" y="2584184"/>
            <a:ext cx="497799" cy="144462"/>
            <a:chOff x="2716253" y="2405617"/>
            <a:chExt cx="497799" cy="144462"/>
          </a:xfrm>
        </p:grpSpPr>
        <p:sp>
          <p:nvSpPr>
            <p:cNvPr id="1049" name="Rectangle 191">
              <a:extLst>
                <a:ext uri="{FF2B5EF4-FFF2-40B4-BE49-F238E27FC236}">
                  <a16:creationId xmlns:a16="http://schemas.microsoft.com/office/drawing/2014/main" id="{EAEF0332-593B-1508-47F6-A5414186A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수동승인</a:t>
              </a:r>
            </a:p>
          </p:txBody>
        </p:sp>
        <p:graphicFrame>
          <p:nvGraphicFramePr>
            <p:cNvPr id="1050" name="개체 1049">
              <a:extLst>
                <a:ext uri="{FF2B5EF4-FFF2-40B4-BE49-F238E27FC236}">
                  <a16:creationId xmlns:a16="http://schemas.microsoft.com/office/drawing/2014/main" id="{7C86857E-506A-5932-4497-6CC1B06157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145435" imgH="145435" progId="Visio.Drawing.11">
                    <p:embed/>
                  </p:oleObj>
                </mc:Choice>
                <mc:Fallback>
                  <p:oleObj name="Visio" r:id="rId9" imgW="145435" imgH="145435" progId="Visio.Drawing.11">
                    <p:embed/>
                    <p:pic>
                      <p:nvPicPr>
                        <p:cNvPr id="114" name="개체 113">
                          <a:extLst>
                            <a:ext uri="{FF2B5EF4-FFF2-40B4-BE49-F238E27FC236}">
                              <a16:creationId xmlns:a16="http://schemas.microsoft.com/office/drawing/2014/main" id="{77F72823-12C2-F56E-DECD-8B2799D52A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51" name="Picture 13">
            <a:extLst>
              <a:ext uri="{FF2B5EF4-FFF2-40B4-BE49-F238E27FC236}">
                <a16:creationId xmlns:a16="http://schemas.microsoft.com/office/drawing/2014/main" id="{D8B98EB9-B5DC-4B93-30B7-1352556A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590" y="25842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A178AE11-8152-BDD4-4524-8A49F8AA1CAF}"/>
              </a:ext>
            </a:extLst>
          </p:cNvPr>
          <p:cNvSpPr/>
          <p:nvPr/>
        </p:nvSpPr>
        <p:spPr>
          <a:xfrm>
            <a:off x="6330261" y="2585895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43531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14A4-D5F6-B75F-73CC-A3D400D8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B7AF7BA0-2A4B-08AA-6DE5-04EF78648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340768"/>
            <a:ext cx="6864691" cy="5243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3DFBD-C02D-7DF2-3244-AE90815E737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선택삭제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7C7CCC-1526-9EA3-29B5-9408071CC06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선택삭제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CE1113E-A051-1600-D674-A3249816D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916308"/>
              </p:ext>
            </p:extLst>
          </p:nvPr>
        </p:nvGraphicFramePr>
        <p:xfrm>
          <a:off x="6969418" y="2548005"/>
          <a:ext cx="2772114" cy="12653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해당 회원 선택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일괄 삭제를 위해서 관리자 아이디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비밃번호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설정이 필요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 처리를 하는 관리자의 아이디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비밀번호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 처리를 하는 관리자의 비밀번호를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아이디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비밀번호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선택삭제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클릭 하면 목록에서 선택한 회원이 일괄 삭제 처리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닫기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선택삭제가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팝업창이 닫힌다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33CC152A-07C5-3DDE-FB49-8782C1DB6DD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32" name="꺾인 연결선 111">
            <a:extLst>
              <a:ext uri="{FF2B5EF4-FFF2-40B4-BE49-F238E27FC236}">
                <a16:creationId xmlns:a16="http://schemas.microsoft.com/office/drawing/2014/main" id="{11410B98-34A5-0C27-D598-8BC5B33A27AD}"/>
              </a:ext>
            </a:extLst>
          </p:cNvPr>
          <p:cNvCxnSpPr>
            <a:stCxn id="1041" idx="0"/>
            <a:endCxn id="1034" idx="0"/>
          </p:cNvCxnSpPr>
          <p:nvPr/>
        </p:nvCxnSpPr>
        <p:spPr>
          <a:xfrm rot="5400000" flipH="1" flipV="1">
            <a:off x="1677402" y="3515546"/>
            <a:ext cx="2435358" cy="2740826"/>
          </a:xfrm>
          <a:prstGeom prst="bentConnector3">
            <a:avLst>
              <a:gd name="adj1" fmla="val 109387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5C4432D3-AF48-0B2A-853A-F15C973B3CD7}"/>
              </a:ext>
            </a:extLst>
          </p:cNvPr>
          <p:cNvSpPr/>
          <p:nvPr/>
        </p:nvSpPr>
        <p:spPr>
          <a:xfrm>
            <a:off x="2895808" y="3660682"/>
            <a:ext cx="2724881" cy="164234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A380BBE8-9FC2-0EE2-4311-1862130D29C9}"/>
              </a:ext>
            </a:extLst>
          </p:cNvPr>
          <p:cNvSpPr/>
          <p:nvPr/>
        </p:nvSpPr>
        <p:spPr>
          <a:xfrm>
            <a:off x="2909662" y="3668280"/>
            <a:ext cx="2711664" cy="20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선택 삭제</a:t>
            </a:r>
          </a:p>
        </p:txBody>
      </p:sp>
      <p:graphicFrame>
        <p:nvGraphicFramePr>
          <p:cNvPr id="1035" name="표 1034">
            <a:extLst>
              <a:ext uri="{FF2B5EF4-FFF2-40B4-BE49-F238E27FC236}">
                <a16:creationId xmlns:a16="http://schemas.microsoft.com/office/drawing/2014/main" id="{58F5D76A-6732-B008-B2BB-00E6805BF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530067"/>
              </p:ext>
            </p:extLst>
          </p:nvPr>
        </p:nvGraphicFramePr>
        <p:xfrm>
          <a:off x="2967816" y="3954597"/>
          <a:ext cx="2561705" cy="49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7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CEF728C6-AD6B-C0EF-9E3B-17DC35CB7D8E}"/>
              </a:ext>
            </a:extLst>
          </p:cNvPr>
          <p:cNvSpPr/>
          <p:nvPr/>
        </p:nvSpPr>
        <p:spPr>
          <a:xfrm>
            <a:off x="3693317" y="4010852"/>
            <a:ext cx="17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아이디를 입력하세요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" name="Rectangle 191">
            <a:extLst>
              <a:ext uri="{FF2B5EF4-FFF2-40B4-BE49-F238E27FC236}">
                <a16:creationId xmlns:a16="http://schemas.microsoft.com/office/drawing/2014/main" id="{E645BD68-83DE-6556-EA19-C6D33B7F6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346" y="4539147"/>
            <a:ext cx="2580561" cy="30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latinLnBrk="0">
              <a:spcAft>
                <a:spcPts val="200"/>
              </a:spcAft>
              <a:defRPr/>
            </a:pPr>
            <a:r>
              <a:rPr lang="en-US" altLang="ko-KR" sz="600" kern="0" dirty="0">
                <a:solidFill>
                  <a:srgbClr val="FF0000"/>
                </a:solidFill>
              </a:rPr>
              <a:t>※ </a:t>
            </a:r>
            <a:r>
              <a:rPr lang="ko-KR" altLang="en-US" sz="600" kern="0" dirty="0">
                <a:solidFill>
                  <a:srgbClr val="FF0000"/>
                </a:solidFill>
              </a:rPr>
              <a:t>선택삭제를 </a:t>
            </a:r>
            <a:r>
              <a:rPr lang="ko-KR" altLang="en-US" sz="600" kern="0" dirty="0" err="1">
                <a:solidFill>
                  <a:srgbClr val="FF0000"/>
                </a:solidFill>
              </a:rPr>
              <a:t>하기위해서는</a:t>
            </a:r>
            <a:r>
              <a:rPr lang="ko-KR" altLang="en-US" sz="600" kern="0" dirty="0">
                <a:solidFill>
                  <a:srgbClr val="FF0000"/>
                </a:solidFill>
              </a:rPr>
              <a:t> 관리자 계정 정보가 필요 합니다</a:t>
            </a:r>
            <a:r>
              <a:rPr lang="en-US" altLang="ko-KR" sz="600" kern="0" dirty="0">
                <a:solidFill>
                  <a:srgbClr val="FF0000"/>
                </a:solidFill>
              </a:rPr>
              <a:t>.</a:t>
            </a:r>
          </a:p>
          <a:p>
            <a:pPr lvl="0" latinLnBrk="0">
              <a:spcAft>
                <a:spcPts val="200"/>
              </a:spcAft>
              <a:defRPr/>
            </a:pPr>
            <a:r>
              <a:rPr lang="en-US" altLang="ko-KR" sz="600" kern="0" dirty="0">
                <a:solidFill>
                  <a:srgbClr val="FF0000"/>
                </a:solidFill>
              </a:rPr>
              <a:t>※ </a:t>
            </a:r>
            <a:r>
              <a:rPr lang="ko-KR" altLang="en-US" sz="600" kern="0" dirty="0">
                <a:solidFill>
                  <a:srgbClr val="FF0000"/>
                </a:solidFill>
              </a:rPr>
              <a:t>아이디</a:t>
            </a:r>
            <a:r>
              <a:rPr lang="en-US" altLang="ko-KR" sz="600" kern="0" dirty="0">
                <a:solidFill>
                  <a:srgbClr val="FF0000"/>
                </a:solidFill>
              </a:rPr>
              <a:t>, </a:t>
            </a:r>
            <a:r>
              <a:rPr lang="ko-KR" altLang="en-US" sz="600" kern="0" dirty="0">
                <a:solidFill>
                  <a:srgbClr val="FF0000"/>
                </a:solidFill>
              </a:rPr>
              <a:t>비밀번호 입력 후 </a:t>
            </a:r>
            <a:r>
              <a:rPr lang="en-US" altLang="ko-KR" sz="600" kern="0" dirty="0">
                <a:solidFill>
                  <a:srgbClr val="FF0000"/>
                </a:solidFill>
              </a:rPr>
              <a:t>[</a:t>
            </a:r>
            <a:r>
              <a:rPr lang="ko-KR" altLang="en-US" sz="600" kern="0" dirty="0">
                <a:solidFill>
                  <a:srgbClr val="FF0000"/>
                </a:solidFill>
              </a:rPr>
              <a:t>선택삭제</a:t>
            </a:r>
            <a:r>
              <a:rPr lang="en-US" altLang="ko-KR" sz="600" kern="0" dirty="0">
                <a:solidFill>
                  <a:srgbClr val="FF0000"/>
                </a:solidFill>
              </a:rPr>
              <a:t>]</a:t>
            </a:r>
            <a:r>
              <a:rPr lang="ko-KR" altLang="en-US" sz="600" kern="0" dirty="0">
                <a:solidFill>
                  <a:srgbClr val="FF0000"/>
                </a:solidFill>
              </a:rPr>
              <a:t>를 클릭하시면 해당 일괄 삭제 되며</a:t>
            </a:r>
            <a:r>
              <a:rPr lang="en-US" altLang="ko-KR" sz="600" kern="0" dirty="0">
                <a:solidFill>
                  <a:srgbClr val="FF0000"/>
                </a:solidFill>
              </a:rPr>
              <a:t>, </a:t>
            </a:r>
            <a:r>
              <a:rPr lang="ko-KR" altLang="en-US" sz="600" kern="0" dirty="0">
                <a:solidFill>
                  <a:srgbClr val="FF0000"/>
                </a:solidFill>
              </a:rPr>
              <a:t>더 이상 조회가 불가능 합니다</a:t>
            </a:r>
            <a:r>
              <a:rPr lang="en-US" altLang="ko-KR" sz="600" kern="0" dirty="0">
                <a:solidFill>
                  <a:srgbClr val="FF0000"/>
                </a:solidFill>
              </a:rPr>
              <a:t>. </a:t>
            </a:r>
            <a:r>
              <a:rPr lang="ko-KR" altLang="en-US" sz="600" kern="0" dirty="0">
                <a:solidFill>
                  <a:srgbClr val="FF0000"/>
                </a:solidFill>
              </a:rPr>
              <a:t>이점 주의 하시기 바랍니다</a:t>
            </a:r>
            <a:r>
              <a:rPr lang="en-US" altLang="ko-KR" sz="600" kern="0" dirty="0">
                <a:solidFill>
                  <a:srgbClr val="FF0000"/>
                </a:solidFill>
              </a:rPr>
              <a:t>.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BB25FA28-D8F8-A400-4AB1-E542FA2FB235}"/>
              </a:ext>
            </a:extLst>
          </p:cNvPr>
          <p:cNvSpPr/>
          <p:nvPr/>
        </p:nvSpPr>
        <p:spPr>
          <a:xfrm>
            <a:off x="3693317" y="4250359"/>
            <a:ext cx="17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비밀번호를 입력하세요</a:t>
            </a:r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4228E3C2-DB06-AFDB-AB63-FD8AEF1FB6B5}"/>
              </a:ext>
            </a:extLst>
          </p:cNvPr>
          <p:cNvSpPr/>
          <p:nvPr/>
        </p:nvSpPr>
        <p:spPr>
          <a:xfrm>
            <a:off x="4593204" y="4977452"/>
            <a:ext cx="486828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rgbClr val="FF0000"/>
                </a:solidFill>
              </a:rPr>
              <a:t>선택삭제</a:t>
            </a:r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BC71044F-3155-38E8-3794-A307D5FB4E65}"/>
              </a:ext>
            </a:extLst>
          </p:cNvPr>
          <p:cNvSpPr/>
          <p:nvPr/>
        </p:nvSpPr>
        <p:spPr>
          <a:xfrm>
            <a:off x="5136794" y="49774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1" name="타원 1040">
            <a:extLst>
              <a:ext uri="{FF2B5EF4-FFF2-40B4-BE49-F238E27FC236}">
                <a16:creationId xmlns:a16="http://schemas.microsoft.com/office/drawing/2014/main" id="{3CACC5E0-1851-D4FA-53CC-A0C5A9FF761C}"/>
              </a:ext>
            </a:extLst>
          </p:cNvPr>
          <p:cNvSpPr/>
          <p:nvPr/>
        </p:nvSpPr>
        <p:spPr>
          <a:xfrm>
            <a:off x="1488665" y="6103638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EC64841-822A-FDA4-D354-7B074F0D68C7}"/>
              </a:ext>
            </a:extLst>
          </p:cNvPr>
          <p:cNvSpPr>
            <a:spLocks noChangeAspect="1"/>
          </p:cNvSpPr>
          <p:nvPr/>
        </p:nvSpPr>
        <p:spPr>
          <a:xfrm>
            <a:off x="2895977" y="389054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9386AB7-3812-8A5D-A93F-F7A9DF236D94}"/>
              </a:ext>
            </a:extLst>
          </p:cNvPr>
          <p:cNvSpPr>
            <a:spLocks noChangeAspect="1"/>
          </p:cNvSpPr>
          <p:nvPr/>
        </p:nvSpPr>
        <p:spPr>
          <a:xfrm>
            <a:off x="4426722" y="500320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915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7105-94AC-9E6C-D09B-6AC00E79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BB2F23A9-9587-2572-90EA-98991A48BD6A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69B87F-5783-0293-77EB-B129C1627420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BFEF8-8C16-2EC5-D366-C1E6C96E329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80C9B6-B37D-D9FA-0C42-F8DF62B4837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AF9BF1E0-061B-D88A-3398-CFD0DC273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029677"/>
              </p:ext>
            </p:extLst>
          </p:nvPr>
        </p:nvGraphicFramePr>
        <p:xfrm>
          <a:off x="6969418" y="2548005"/>
          <a:ext cx="2772114" cy="33748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등록된 회원의 정보 설정이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14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 이상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-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승인여부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대기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가입일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홈페이지에서 회원가입을 등록한 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‘-’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승인이 대기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취소일 경우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정상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승인여부가 승인이며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탈퇴하지 않은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탈퇴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승인여부가 승인이며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회원탈퇴가 된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승인여부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미승인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승인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홈페이지에서 회원가입 후 취소 처리된 상태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로그인 불가능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시 설정된 회원 이름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시 설정된 회원 아이디를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비밀번호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신규 비밀번호 입력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비밀번호 초기화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임시비밀번호가 자동 발급되어 표시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비밀번호 확인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비밀번호가 수정될 경우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비밀번호란에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설정한 수정된 비밀번호 재입력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F6D12B5-447E-FF59-7841-E5B72C69CD1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7460C8D-D5F7-7449-0D33-D0A878570A90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16AED1C-6496-1572-E782-B6CFF3113FF2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5A14C86A-85C3-4423-856D-E11DAAF00E96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66FC6003-7FC4-D4DD-331E-219B23DE6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5760CB6-1644-6189-1110-A5B4229DE848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F9C9C4A-CA6B-FDFE-001A-77ABB57AC75B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4557785-F45C-6FDB-B9AB-595EDB618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7AD9108D-CDFB-F867-51EC-2D8E3990CDC5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EF76C6-D516-2B7B-AAB1-F6D4294B65F9}"/>
              </a:ext>
            </a:extLst>
          </p:cNvPr>
          <p:cNvSpPr/>
          <p:nvPr/>
        </p:nvSpPr>
        <p:spPr>
          <a:xfrm>
            <a:off x="5798431" y="4831078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77ABC0-0D15-8EAB-3187-BBB17DD670AD}"/>
              </a:ext>
            </a:extLst>
          </p:cNvPr>
          <p:cNvSpPr/>
          <p:nvPr/>
        </p:nvSpPr>
        <p:spPr>
          <a:xfrm>
            <a:off x="6363898" y="482617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404EDC-C3BD-0F69-3E09-B780E4441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68161"/>
              </p:ext>
            </p:extLst>
          </p:nvPr>
        </p:nvGraphicFramePr>
        <p:xfrm>
          <a:off x="1285776" y="2241550"/>
          <a:ext cx="5539431" cy="240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승인여부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9692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BD32D5-AB3A-E9CD-8468-9CA57AB5F2AA}"/>
              </a:ext>
            </a:extLst>
          </p:cNvPr>
          <p:cNvSpPr/>
          <p:nvPr/>
        </p:nvSpPr>
        <p:spPr>
          <a:xfrm>
            <a:off x="2245814" y="324572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ECA42C-153D-14BA-5263-F4BCC99A33C8}"/>
              </a:ext>
            </a:extLst>
          </p:cNvPr>
          <p:cNvSpPr/>
          <p:nvPr/>
        </p:nvSpPr>
        <p:spPr>
          <a:xfrm>
            <a:off x="3426262" y="3245710"/>
            <a:ext cx="75372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초기화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3E2021-4E8A-5D43-538A-627D035896A3}"/>
              </a:ext>
            </a:extLst>
          </p:cNvPr>
          <p:cNvSpPr/>
          <p:nvPr/>
        </p:nvSpPr>
        <p:spPr>
          <a:xfrm>
            <a:off x="4248822" y="3274727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DA7553-1A3B-A12F-E0E4-1E5B008025D8}"/>
              </a:ext>
            </a:extLst>
          </p:cNvPr>
          <p:cNvSpPr/>
          <p:nvPr/>
        </p:nvSpPr>
        <p:spPr>
          <a:xfrm>
            <a:off x="2245814" y="3487654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65E78093-B72C-9CDA-96DF-EF74F4D4A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22" y="372646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92AFEB-3B91-69B8-A59F-3B886B345FC5}"/>
              </a:ext>
            </a:extLst>
          </p:cNvPr>
          <p:cNvSpPr/>
          <p:nvPr/>
        </p:nvSpPr>
        <p:spPr>
          <a:xfrm>
            <a:off x="2245814" y="372673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E76D968-FD0E-905C-1F23-A19732928AA6}"/>
              </a:ext>
            </a:extLst>
          </p:cNvPr>
          <p:cNvSpPr/>
          <p:nvPr/>
        </p:nvSpPr>
        <p:spPr>
          <a:xfrm>
            <a:off x="29169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4DB830-9663-A0E8-0954-DE2489ACDA58}"/>
              </a:ext>
            </a:extLst>
          </p:cNvPr>
          <p:cNvSpPr/>
          <p:nvPr/>
        </p:nvSpPr>
        <p:spPr>
          <a:xfrm>
            <a:off x="28329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E79372-3DD6-CAED-D0B7-366D4C1090A3}"/>
              </a:ext>
            </a:extLst>
          </p:cNvPr>
          <p:cNvSpPr/>
          <p:nvPr/>
        </p:nvSpPr>
        <p:spPr>
          <a:xfrm>
            <a:off x="35693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DE800B-D737-EB25-73B3-74F827820BE8}"/>
              </a:ext>
            </a:extLst>
          </p:cNvPr>
          <p:cNvSpPr/>
          <p:nvPr/>
        </p:nvSpPr>
        <p:spPr>
          <a:xfrm>
            <a:off x="34853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6C0956-8B9F-0BBA-D741-5A21A6BE52F2}"/>
              </a:ext>
            </a:extLst>
          </p:cNvPr>
          <p:cNvSpPr/>
          <p:nvPr/>
        </p:nvSpPr>
        <p:spPr>
          <a:xfrm>
            <a:off x="2245814" y="3966436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670070D8-DF91-56A2-E09B-1A7D99D4D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06" y="3984575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F0489B-B6BC-CC7C-727E-1BE0F4EAB8E7}"/>
              </a:ext>
            </a:extLst>
          </p:cNvPr>
          <p:cNvSpPr/>
          <p:nvPr/>
        </p:nvSpPr>
        <p:spPr>
          <a:xfrm>
            <a:off x="4279139" y="3966533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D737E00A-EECE-4252-86D5-3031983AE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11" y="396778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1223D4-D6C6-00A8-D61B-C11C83585BA7}"/>
              </a:ext>
            </a:extLst>
          </p:cNvPr>
          <p:cNvSpPr/>
          <p:nvPr/>
        </p:nvSpPr>
        <p:spPr>
          <a:xfrm>
            <a:off x="2974591" y="3966436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Picture 13">
            <a:extLst>
              <a:ext uri="{FF2B5EF4-FFF2-40B4-BE49-F238E27FC236}">
                <a16:creationId xmlns:a16="http://schemas.microsoft.com/office/drawing/2014/main" id="{099EDAA5-A69D-CC04-6362-BEDF31157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2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C9185B90-B826-8257-3A22-58C90C793091}"/>
              </a:ext>
            </a:extLst>
          </p:cNvPr>
          <p:cNvSpPr/>
          <p:nvPr/>
        </p:nvSpPr>
        <p:spPr>
          <a:xfrm>
            <a:off x="22458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1" name="Picture 13">
            <a:extLst>
              <a:ext uri="{FF2B5EF4-FFF2-40B4-BE49-F238E27FC236}">
                <a16:creationId xmlns:a16="http://schemas.microsoft.com/office/drawing/2014/main" id="{212C334A-5692-57A3-D05F-A806C416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373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644056AC-BC57-41C3-AED6-B31336F9C1BC}"/>
              </a:ext>
            </a:extLst>
          </p:cNvPr>
          <p:cNvSpPr/>
          <p:nvPr/>
        </p:nvSpPr>
        <p:spPr>
          <a:xfrm>
            <a:off x="2896969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671E5F5E-DD7C-2276-C05B-F999C0F67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AD4189FB-5332-DC1D-E83E-B4DDA6A56C54}"/>
              </a:ext>
            </a:extLst>
          </p:cNvPr>
          <p:cNvSpPr/>
          <p:nvPr/>
        </p:nvSpPr>
        <p:spPr>
          <a:xfrm>
            <a:off x="35359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47" name="Rectangle 191">
            <a:extLst>
              <a:ext uri="{FF2B5EF4-FFF2-40B4-BE49-F238E27FC236}">
                <a16:creationId xmlns:a16="http://schemas.microsoft.com/office/drawing/2014/main" id="{92C55E73-D8CF-42F8-6701-A2F4F4ED9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81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191">
            <a:extLst>
              <a:ext uri="{FF2B5EF4-FFF2-40B4-BE49-F238E27FC236}">
                <a16:creationId xmlns:a16="http://schemas.microsoft.com/office/drawing/2014/main" id="{B7D6D255-7115-064E-5594-2FAD7CD9B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5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개체 48">
            <a:extLst>
              <a:ext uri="{FF2B5EF4-FFF2-40B4-BE49-F238E27FC236}">
                <a16:creationId xmlns:a16="http://schemas.microsoft.com/office/drawing/2014/main" id="{385EF092-7AAF-37FE-182A-A3650651B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699438"/>
              </p:ext>
            </p:extLst>
          </p:nvPr>
        </p:nvGraphicFramePr>
        <p:xfrm>
          <a:off x="2618174" y="4452991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135" name="개체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74" y="4452991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개체 97">
            <a:extLst>
              <a:ext uri="{FF2B5EF4-FFF2-40B4-BE49-F238E27FC236}">
                <a16:creationId xmlns:a16="http://schemas.microsoft.com/office/drawing/2014/main" id="{1028599B-5BC1-F76E-007A-E05456C17B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501871"/>
              </p:ext>
            </p:extLst>
          </p:nvPr>
        </p:nvGraphicFramePr>
        <p:xfrm>
          <a:off x="2260209" y="4452991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136" name="개체 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09" y="4452991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63844F9F-EED7-E016-69AD-3CEE0FE29351}"/>
              </a:ext>
            </a:extLst>
          </p:cNvPr>
          <p:cNvSpPr>
            <a:spLocks noChangeAspect="1"/>
          </p:cNvSpPr>
          <p:nvPr/>
        </p:nvSpPr>
        <p:spPr>
          <a:xfrm>
            <a:off x="1222969" y="215702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A986D03-E237-53D9-758E-08E8B31891FF}"/>
              </a:ext>
            </a:extLst>
          </p:cNvPr>
          <p:cNvSpPr>
            <a:spLocks noChangeAspect="1"/>
          </p:cNvSpPr>
          <p:nvPr/>
        </p:nvSpPr>
        <p:spPr>
          <a:xfrm>
            <a:off x="5636139" y="486427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98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73D6-216F-8029-E496-F3600A25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5257F584-9B70-2ABD-3B49-78F38CC861C5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14C924A-91B3-C1E1-28E5-A470C72908ED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6CB8B-CF5E-5D1D-7E71-5C90D65D8E9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</a:t>
            </a:r>
            <a:r>
              <a:rPr lang="ko-KR" altLang="en-US" sz="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964AD9-B70E-319D-2ADA-B93DBC9A900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A9E416DD-A704-0713-F5FF-F4523BD2E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31729"/>
              </p:ext>
            </p:extLst>
          </p:nvPr>
        </p:nvGraphicFramePr>
        <p:xfrm>
          <a:off x="6969418" y="2548005"/>
          <a:ext cx="2772114" cy="15257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휴대폰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시 설정된 휴대폰번호가 표시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시 설정된 이메일 주소가 표시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시 설정된 생년월일이 표시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성별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 시 설정된 성별이 표시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을 클릭 하면 정보 수정이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회원 정보 설정이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42798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2EBDA7E9-B742-67A4-A2E7-69D5EA75BFD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F0D9A175-2411-8717-3752-639890A920E8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FBC254F-9F2B-4A86-3200-5992AF9DC947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155D6FB3-0F1E-349D-2536-57D8414F1F9E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E593CC3E-B764-77B4-DC87-A27D04CF0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D10A071-D592-D871-AFE9-A404F0472094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A4D8BFB-0DD7-5C5B-8A11-B6777621F84D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E27DB96-112B-E7E3-E969-5A4614F4F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8E75486B-1E14-47B0-F60C-A58661A94343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CFF9C3-04E3-D450-2B16-7AFD75779E74}"/>
              </a:ext>
            </a:extLst>
          </p:cNvPr>
          <p:cNvSpPr/>
          <p:nvPr/>
        </p:nvSpPr>
        <p:spPr>
          <a:xfrm>
            <a:off x="5798431" y="4831078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F7F8A9-7977-494F-9A06-8CB53F121644}"/>
              </a:ext>
            </a:extLst>
          </p:cNvPr>
          <p:cNvSpPr/>
          <p:nvPr/>
        </p:nvSpPr>
        <p:spPr>
          <a:xfrm>
            <a:off x="6363898" y="482617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DA034FF-1626-F63D-83A0-448E4C677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639813"/>
              </p:ext>
            </p:extLst>
          </p:nvPr>
        </p:nvGraphicFramePr>
        <p:xfrm>
          <a:off x="1285776" y="2241550"/>
          <a:ext cx="5539431" cy="240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승인여부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9692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2E5C41-CB9B-BC37-625F-2B9A63FC8585}"/>
              </a:ext>
            </a:extLst>
          </p:cNvPr>
          <p:cNvSpPr/>
          <p:nvPr/>
        </p:nvSpPr>
        <p:spPr>
          <a:xfrm>
            <a:off x="2245814" y="324572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2F443F-FFE7-FB32-4034-2B8167B97CB3}"/>
              </a:ext>
            </a:extLst>
          </p:cNvPr>
          <p:cNvSpPr/>
          <p:nvPr/>
        </p:nvSpPr>
        <p:spPr>
          <a:xfrm>
            <a:off x="3426262" y="3245710"/>
            <a:ext cx="75372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초기화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B58A8F-A689-733B-2323-94D6FC77FF27}"/>
              </a:ext>
            </a:extLst>
          </p:cNvPr>
          <p:cNvSpPr/>
          <p:nvPr/>
        </p:nvSpPr>
        <p:spPr>
          <a:xfrm>
            <a:off x="4248822" y="3274727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4EBC07-CDC2-1F66-F84A-BF8AE9DE28C8}"/>
              </a:ext>
            </a:extLst>
          </p:cNvPr>
          <p:cNvSpPr/>
          <p:nvPr/>
        </p:nvSpPr>
        <p:spPr>
          <a:xfrm>
            <a:off x="2245814" y="3487654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FBE5DB1B-86D5-30A7-6E00-A5B2EF9D5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22" y="372646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1D6B4F-8F8F-FCF5-A576-5AA92AB39420}"/>
              </a:ext>
            </a:extLst>
          </p:cNvPr>
          <p:cNvSpPr/>
          <p:nvPr/>
        </p:nvSpPr>
        <p:spPr>
          <a:xfrm>
            <a:off x="2245814" y="372673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642906D-CAB8-FE35-D287-EE985659B3A3}"/>
              </a:ext>
            </a:extLst>
          </p:cNvPr>
          <p:cNvSpPr/>
          <p:nvPr/>
        </p:nvSpPr>
        <p:spPr>
          <a:xfrm>
            <a:off x="29169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AE036B-5DCA-422D-C3D9-4CF472ACCE17}"/>
              </a:ext>
            </a:extLst>
          </p:cNvPr>
          <p:cNvSpPr/>
          <p:nvPr/>
        </p:nvSpPr>
        <p:spPr>
          <a:xfrm>
            <a:off x="28329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8E68B8-6487-6D09-F202-489E52700628}"/>
              </a:ext>
            </a:extLst>
          </p:cNvPr>
          <p:cNvSpPr/>
          <p:nvPr/>
        </p:nvSpPr>
        <p:spPr>
          <a:xfrm>
            <a:off x="35693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3076499-9B0D-470F-3F05-AA2E9D841A3A}"/>
              </a:ext>
            </a:extLst>
          </p:cNvPr>
          <p:cNvSpPr/>
          <p:nvPr/>
        </p:nvSpPr>
        <p:spPr>
          <a:xfrm>
            <a:off x="34853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62400A-BE02-2918-0B41-72670EF3FFBB}"/>
              </a:ext>
            </a:extLst>
          </p:cNvPr>
          <p:cNvSpPr/>
          <p:nvPr/>
        </p:nvSpPr>
        <p:spPr>
          <a:xfrm>
            <a:off x="2245814" y="3966436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34446737-5098-9441-B7DB-DE4509315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06" y="3984575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CB8D3D-527C-3273-3791-78ECB316D2C6}"/>
              </a:ext>
            </a:extLst>
          </p:cNvPr>
          <p:cNvSpPr/>
          <p:nvPr/>
        </p:nvSpPr>
        <p:spPr>
          <a:xfrm>
            <a:off x="4279139" y="3966533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3ABE0E21-CA73-9187-EB70-B6265A2EA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11" y="396778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37E1E8D-F3A8-87DB-C8B9-EC67E8F39A85}"/>
              </a:ext>
            </a:extLst>
          </p:cNvPr>
          <p:cNvSpPr/>
          <p:nvPr/>
        </p:nvSpPr>
        <p:spPr>
          <a:xfrm>
            <a:off x="2974591" y="3966436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Picture 13">
            <a:extLst>
              <a:ext uri="{FF2B5EF4-FFF2-40B4-BE49-F238E27FC236}">
                <a16:creationId xmlns:a16="http://schemas.microsoft.com/office/drawing/2014/main" id="{4BCA2B76-4DA7-C3E9-226D-4EA2774D7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2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131668F-1A6B-9D5D-96D8-5918B92F261F}"/>
              </a:ext>
            </a:extLst>
          </p:cNvPr>
          <p:cNvSpPr/>
          <p:nvPr/>
        </p:nvSpPr>
        <p:spPr>
          <a:xfrm>
            <a:off x="22458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1" name="Picture 13">
            <a:extLst>
              <a:ext uri="{FF2B5EF4-FFF2-40B4-BE49-F238E27FC236}">
                <a16:creationId xmlns:a16="http://schemas.microsoft.com/office/drawing/2014/main" id="{641B2EE1-132C-3CCD-65E1-A393EC5C9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373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DA936969-9DA1-EE6A-6A19-B648F4E8D9C9}"/>
              </a:ext>
            </a:extLst>
          </p:cNvPr>
          <p:cNvSpPr/>
          <p:nvPr/>
        </p:nvSpPr>
        <p:spPr>
          <a:xfrm>
            <a:off x="2896969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E1283268-6994-2B6C-6E25-814B1C1F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D6B6235D-AFF7-0401-A4EC-AF094EF2804D}"/>
              </a:ext>
            </a:extLst>
          </p:cNvPr>
          <p:cNvSpPr/>
          <p:nvPr/>
        </p:nvSpPr>
        <p:spPr>
          <a:xfrm>
            <a:off x="35359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47" name="Rectangle 191">
            <a:extLst>
              <a:ext uri="{FF2B5EF4-FFF2-40B4-BE49-F238E27FC236}">
                <a16:creationId xmlns:a16="http://schemas.microsoft.com/office/drawing/2014/main" id="{2107EA30-F21D-859C-0DAE-4046807E5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81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191">
            <a:extLst>
              <a:ext uri="{FF2B5EF4-FFF2-40B4-BE49-F238E27FC236}">
                <a16:creationId xmlns:a16="http://schemas.microsoft.com/office/drawing/2014/main" id="{DE611FA1-0F12-2EB5-9A0D-C50FEB93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5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개체 48">
            <a:extLst>
              <a:ext uri="{FF2B5EF4-FFF2-40B4-BE49-F238E27FC236}">
                <a16:creationId xmlns:a16="http://schemas.microsoft.com/office/drawing/2014/main" id="{27261605-9EFD-8309-0AA1-1329E81C7B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8174" y="4452991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9" name="개체 48">
                        <a:extLst>
                          <a:ext uri="{FF2B5EF4-FFF2-40B4-BE49-F238E27FC236}">
                            <a16:creationId xmlns:a16="http://schemas.microsoft.com/office/drawing/2014/main" id="{385EF092-7AAF-37FE-182A-A3650651B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74" y="4452991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개체 97">
            <a:extLst>
              <a:ext uri="{FF2B5EF4-FFF2-40B4-BE49-F238E27FC236}">
                <a16:creationId xmlns:a16="http://schemas.microsoft.com/office/drawing/2014/main" id="{95851000-B864-00CC-31BC-8929F138BB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209" y="4452991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98" name="개체 97">
                        <a:extLst>
                          <a:ext uri="{FF2B5EF4-FFF2-40B4-BE49-F238E27FC236}">
                            <a16:creationId xmlns:a16="http://schemas.microsoft.com/office/drawing/2014/main" id="{1028599B-5BC1-F76E-007A-E05456C17B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09" y="4452991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E764B17D-4243-7134-CA9E-E69F0CD9ED74}"/>
              </a:ext>
            </a:extLst>
          </p:cNvPr>
          <p:cNvSpPr>
            <a:spLocks noChangeAspect="1"/>
          </p:cNvSpPr>
          <p:nvPr/>
        </p:nvSpPr>
        <p:spPr>
          <a:xfrm>
            <a:off x="1222969" y="215702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96C1303-890A-0005-6747-1304B525F5FD}"/>
              </a:ext>
            </a:extLst>
          </p:cNvPr>
          <p:cNvSpPr>
            <a:spLocks noChangeAspect="1"/>
          </p:cNvSpPr>
          <p:nvPr/>
        </p:nvSpPr>
        <p:spPr>
          <a:xfrm>
            <a:off x="5636139" y="486427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405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AA2C4-E55A-A0D1-C70A-A6C86F0E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24A4B16F-26D9-4FDB-FB0A-D79D8DB8E369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94C71EB-7109-8C29-E608-FE3EB5415FA1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43462-3153-FD7A-51D7-3FC5F7AB9AE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E36292-AF22-EB1B-D22E-926DCE9940D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DA26437-9A7C-87CC-08C1-460FD63D1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254149"/>
              </p:ext>
            </p:extLst>
          </p:nvPr>
        </p:nvGraphicFramePr>
        <p:xfrm>
          <a:off x="6969418" y="2548005"/>
          <a:ext cx="2772114" cy="549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-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승인여부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취소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957C854-FD1D-E142-58D2-79DC12065EDF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2505178-BF2C-FD02-EB5F-47458E93CFB0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9AC0E2B-0E61-8DA7-A576-C52E30988DEC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8EC6F8E2-2457-DBC1-5304-15A706AED71D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FE375BC2-EFC4-41B9-9DD9-20AE7A49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61EB151-E89F-A52D-879A-E50039A8A4DE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0990C30-AE65-3493-8F71-5213F5FB9258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219E921A-C047-F000-6986-35AC45690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244758BA-033C-5CAB-F3DB-DB404BCBDBD9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4C84E7-E28A-6AB6-7B76-35B4B9C26CF0}"/>
              </a:ext>
            </a:extLst>
          </p:cNvPr>
          <p:cNvSpPr/>
          <p:nvPr/>
        </p:nvSpPr>
        <p:spPr>
          <a:xfrm>
            <a:off x="5798431" y="4831078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D7BF06-CE7B-A4DC-8F95-E2885C8E87AB}"/>
              </a:ext>
            </a:extLst>
          </p:cNvPr>
          <p:cNvSpPr/>
          <p:nvPr/>
        </p:nvSpPr>
        <p:spPr>
          <a:xfrm>
            <a:off x="6363898" y="482617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9BF3412-8D9E-311E-A7B3-8FD4EFD77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9730"/>
              </p:ext>
            </p:extLst>
          </p:nvPr>
        </p:nvGraphicFramePr>
        <p:xfrm>
          <a:off x="1285776" y="2241550"/>
          <a:ext cx="5539431" cy="240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승인여부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9692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B1A111-8DC3-BE19-E747-DBAA19577E2B}"/>
              </a:ext>
            </a:extLst>
          </p:cNvPr>
          <p:cNvSpPr/>
          <p:nvPr/>
        </p:nvSpPr>
        <p:spPr>
          <a:xfrm>
            <a:off x="2245814" y="324572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9AB634-CB5E-DED7-9EF6-0F513266AF9B}"/>
              </a:ext>
            </a:extLst>
          </p:cNvPr>
          <p:cNvSpPr/>
          <p:nvPr/>
        </p:nvSpPr>
        <p:spPr>
          <a:xfrm>
            <a:off x="3426262" y="3245710"/>
            <a:ext cx="75372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초기화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A546D2-9F9B-5FFF-0012-538B4C8CB2CA}"/>
              </a:ext>
            </a:extLst>
          </p:cNvPr>
          <p:cNvSpPr/>
          <p:nvPr/>
        </p:nvSpPr>
        <p:spPr>
          <a:xfrm>
            <a:off x="4248822" y="3274727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DC6C70-8754-BDB2-C08A-6FB08618558F}"/>
              </a:ext>
            </a:extLst>
          </p:cNvPr>
          <p:cNvSpPr/>
          <p:nvPr/>
        </p:nvSpPr>
        <p:spPr>
          <a:xfrm>
            <a:off x="2245814" y="3487654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9FB1D8D2-8654-1D20-4466-095F98977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22" y="372646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DB6142-91C6-EF3D-B0B0-5A61938ABFB6}"/>
              </a:ext>
            </a:extLst>
          </p:cNvPr>
          <p:cNvSpPr/>
          <p:nvPr/>
        </p:nvSpPr>
        <p:spPr>
          <a:xfrm>
            <a:off x="2245814" y="372673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45CE41-C021-C622-AD38-8AF9231CAFE8}"/>
              </a:ext>
            </a:extLst>
          </p:cNvPr>
          <p:cNvSpPr/>
          <p:nvPr/>
        </p:nvSpPr>
        <p:spPr>
          <a:xfrm>
            <a:off x="29169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78C910-90FD-FC96-AC57-91A0575D4CA3}"/>
              </a:ext>
            </a:extLst>
          </p:cNvPr>
          <p:cNvSpPr/>
          <p:nvPr/>
        </p:nvSpPr>
        <p:spPr>
          <a:xfrm>
            <a:off x="28329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12C9A5-1841-A8B7-26B1-103A632F48C8}"/>
              </a:ext>
            </a:extLst>
          </p:cNvPr>
          <p:cNvSpPr/>
          <p:nvPr/>
        </p:nvSpPr>
        <p:spPr>
          <a:xfrm>
            <a:off x="35693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AEDC51-960A-CCAB-1C77-1DC3A0BE2AB2}"/>
              </a:ext>
            </a:extLst>
          </p:cNvPr>
          <p:cNvSpPr/>
          <p:nvPr/>
        </p:nvSpPr>
        <p:spPr>
          <a:xfrm>
            <a:off x="34853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C1E8CE-6D29-349A-0265-1A1CEAE767F5}"/>
              </a:ext>
            </a:extLst>
          </p:cNvPr>
          <p:cNvSpPr/>
          <p:nvPr/>
        </p:nvSpPr>
        <p:spPr>
          <a:xfrm>
            <a:off x="2245814" y="3966436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50B5C8FC-31AB-1954-C88F-448E31A51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06" y="3984575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D75EEA-D0B6-87B3-1B4B-FBB418529F15}"/>
              </a:ext>
            </a:extLst>
          </p:cNvPr>
          <p:cNvSpPr/>
          <p:nvPr/>
        </p:nvSpPr>
        <p:spPr>
          <a:xfrm>
            <a:off x="4279139" y="3966533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5D5FCED3-DBAB-FEC8-1A65-122E9281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11" y="396778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D1C152-8E3F-F0CC-7BA4-83886B8AE425}"/>
              </a:ext>
            </a:extLst>
          </p:cNvPr>
          <p:cNvSpPr/>
          <p:nvPr/>
        </p:nvSpPr>
        <p:spPr>
          <a:xfrm>
            <a:off x="2974591" y="3966436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Picture 13">
            <a:extLst>
              <a:ext uri="{FF2B5EF4-FFF2-40B4-BE49-F238E27FC236}">
                <a16:creationId xmlns:a16="http://schemas.microsoft.com/office/drawing/2014/main" id="{46FEA759-6FA1-A9D5-33A5-FEDF3641C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2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084C57-EA7C-078D-5324-2617E4B4F33F}"/>
              </a:ext>
            </a:extLst>
          </p:cNvPr>
          <p:cNvSpPr/>
          <p:nvPr/>
        </p:nvSpPr>
        <p:spPr>
          <a:xfrm>
            <a:off x="22458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1" name="Picture 13">
            <a:extLst>
              <a:ext uri="{FF2B5EF4-FFF2-40B4-BE49-F238E27FC236}">
                <a16:creationId xmlns:a16="http://schemas.microsoft.com/office/drawing/2014/main" id="{B85B8A53-BD24-9CC6-CA2D-21A51102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373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92D6AC-C005-7F70-B83D-1A2682A257B6}"/>
              </a:ext>
            </a:extLst>
          </p:cNvPr>
          <p:cNvSpPr/>
          <p:nvPr/>
        </p:nvSpPr>
        <p:spPr>
          <a:xfrm>
            <a:off x="2896969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A419A0AE-FD1C-39BC-9010-39080EC69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5BFB8F40-08C4-6784-A6C9-B40FF5408F33}"/>
              </a:ext>
            </a:extLst>
          </p:cNvPr>
          <p:cNvSpPr/>
          <p:nvPr/>
        </p:nvSpPr>
        <p:spPr>
          <a:xfrm>
            <a:off x="35359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47" name="Rectangle 191">
            <a:extLst>
              <a:ext uri="{FF2B5EF4-FFF2-40B4-BE49-F238E27FC236}">
                <a16:creationId xmlns:a16="http://schemas.microsoft.com/office/drawing/2014/main" id="{6AACF6BC-C733-4620-9B05-7782F1269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81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191">
            <a:extLst>
              <a:ext uri="{FF2B5EF4-FFF2-40B4-BE49-F238E27FC236}">
                <a16:creationId xmlns:a16="http://schemas.microsoft.com/office/drawing/2014/main" id="{562A67E2-541D-B9B7-F2C7-7C5BF9E71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5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개체 48">
            <a:extLst>
              <a:ext uri="{FF2B5EF4-FFF2-40B4-BE49-F238E27FC236}">
                <a16:creationId xmlns:a16="http://schemas.microsoft.com/office/drawing/2014/main" id="{8FCDD164-15AD-DD2D-AF9A-F09D3283EB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8174" y="4452991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9" name="개체 48">
                        <a:extLst>
                          <a:ext uri="{FF2B5EF4-FFF2-40B4-BE49-F238E27FC236}">
                            <a16:creationId xmlns:a16="http://schemas.microsoft.com/office/drawing/2014/main" id="{6C5BD38D-BAA8-6E6D-13C3-33B0DB51E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74" y="4452991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개체 97">
            <a:extLst>
              <a:ext uri="{FF2B5EF4-FFF2-40B4-BE49-F238E27FC236}">
                <a16:creationId xmlns:a16="http://schemas.microsoft.com/office/drawing/2014/main" id="{6EBFC86A-33D9-582A-F618-0DCAA6FAB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209" y="4452991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98" name="개체 97">
                        <a:extLst>
                          <a:ext uri="{FF2B5EF4-FFF2-40B4-BE49-F238E27FC236}">
                            <a16:creationId xmlns:a16="http://schemas.microsoft.com/office/drawing/2014/main" id="{ED502203-8C85-C45E-FD87-470ABC7C95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09" y="4452991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610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F15C-088D-47BF-B41F-C6EE3BF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758D08DB-0FFE-20D9-DEC9-4576E26D0CF5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20B621-E9DA-8799-BA90-917930963BAC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758EB-F83C-751D-FA5B-76D1A093420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0EA8F5-3610-0BEB-6151-86025AB2FAE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36F3C7F-2526-6E72-7E37-D804946D9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272617"/>
              </p:ext>
            </p:extLst>
          </p:nvPr>
        </p:nvGraphicFramePr>
        <p:xfrm>
          <a:off x="6969418" y="2548005"/>
          <a:ext cx="2772114" cy="8732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정상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승인여부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회원탈퇴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 상태가 정상일 경우에 한해 보이며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회원탈퇴 처리가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D1A97A6-2486-5D97-AD18-34FF5160585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89D912-7A1A-84F6-6F7F-9C7E7CFF2DD0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272A320-9111-0965-7BFB-B2A988A45564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B74DB676-A2C9-E350-A800-60D917D128AD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9E91F5B9-F783-A36A-A172-62B260B03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6331323-FFE4-8610-EF44-FE573C06824A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72D4666-75B7-91B5-7490-D12A515422D4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193E834-1F63-F654-B6D5-DEC092040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A5A6C882-666E-64BD-9FE7-A52ECF6DC722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5A712C-2834-DA60-574C-2146B8C9E2B9}"/>
              </a:ext>
            </a:extLst>
          </p:cNvPr>
          <p:cNvSpPr/>
          <p:nvPr/>
        </p:nvSpPr>
        <p:spPr>
          <a:xfrm>
            <a:off x="5798431" y="4831078"/>
            <a:ext cx="522720" cy="19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CC2875-68E1-8D55-A00B-C469FFAF953A}"/>
              </a:ext>
            </a:extLst>
          </p:cNvPr>
          <p:cNvSpPr/>
          <p:nvPr/>
        </p:nvSpPr>
        <p:spPr>
          <a:xfrm>
            <a:off x="6363898" y="482617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346EF40-EA6F-BFAE-8650-F60F76CE7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014934"/>
              </p:ext>
            </p:extLst>
          </p:nvPr>
        </p:nvGraphicFramePr>
        <p:xfrm>
          <a:off x="1285776" y="2241550"/>
          <a:ext cx="5539431" cy="240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승인여부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9692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B6E90F-4FDD-B75E-D27E-D511D7E185BF}"/>
              </a:ext>
            </a:extLst>
          </p:cNvPr>
          <p:cNvSpPr/>
          <p:nvPr/>
        </p:nvSpPr>
        <p:spPr>
          <a:xfrm>
            <a:off x="2245814" y="3245726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CD2C1C-7F0F-DE2A-5D92-4267508C75BC}"/>
              </a:ext>
            </a:extLst>
          </p:cNvPr>
          <p:cNvSpPr/>
          <p:nvPr/>
        </p:nvSpPr>
        <p:spPr>
          <a:xfrm>
            <a:off x="3426262" y="3245710"/>
            <a:ext cx="75372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초기화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BE4FE9-4852-08BD-7A78-6B24714C6EFD}"/>
              </a:ext>
            </a:extLst>
          </p:cNvPr>
          <p:cNvSpPr/>
          <p:nvPr/>
        </p:nvSpPr>
        <p:spPr>
          <a:xfrm>
            <a:off x="4248822" y="3274727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3E086A-49C4-EEB0-E734-1F218C24E72B}"/>
              </a:ext>
            </a:extLst>
          </p:cNvPr>
          <p:cNvSpPr/>
          <p:nvPr/>
        </p:nvSpPr>
        <p:spPr>
          <a:xfrm>
            <a:off x="2245814" y="3487654"/>
            <a:ext cx="115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1770FB1C-00FE-D3C6-B5BB-ABE694FA3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22" y="372646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CC9510-3A3E-8132-F358-98CE6EB6F1BB}"/>
              </a:ext>
            </a:extLst>
          </p:cNvPr>
          <p:cNvSpPr/>
          <p:nvPr/>
        </p:nvSpPr>
        <p:spPr>
          <a:xfrm>
            <a:off x="2245814" y="372673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DEB1CA-FA1D-6E35-0712-FD0C9DE71B4D}"/>
              </a:ext>
            </a:extLst>
          </p:cNvPr>
          <p:cNvSpPr/>
          <p:nvPr/>
        </p:nvSpPr>
        <p:spPr>
          <a:xfrm>
            <a:off x="29169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1FF0C8-DF11-CBB8-0A32-44BE81935AD4}"/>
              </a:ext>
            </a:extLst>
          </p:cNvPr>
          <p:cNvSpPr/>
          <p:nvPr/>
        </p:nvSpPr>
        <p:spPr>
          <a:xfrm>
            <a:off x="28329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4FDF34-F573-FC53-CEBD-B39913E61D86}"/>
              </a:ext>
            </a:extLst>
          </p:cNvPr>
          <p:cNvSpPr/>
          <p:nvPr/>
        </p:nvSpPr>
        <p:spPr>
          <a:xfrm>
            <a:off x="3569338" y="3726730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3C83DD-A40C-BF17-5D62-DAC810E87C6C}"/>
              </a:ext>
            </a:extLst>
          </p:cNvPr>
          <p:cNvSpPr/>
          <p:nvPr/>
        </p:nvSpPr>
        <p:spPr>
          <a:xfrm>
            <a:off x="34853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312657-65E3-EF0E-9AC9-442A4E0DC97D}"/>
              </a:ext>
            </a:extLst>
          </p:cNvPr>
          <p:cNvSpPr/>
          <p:nvPr/>
        </p:nvSpPr>
        <p:spPr>
          <a:xfrm>
            <a:off x="2245814" y="3966436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CC667BB2-E037-B305-A72C-F1EC648DF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06" y="3984575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D3920A4-AFE4-2ED8-961F-7CF950103582}"/>
              </a:ext>
            </a:extLst>
          </p:cNvPr>
          <p:cNvSpPr/>
          <p:nvPr/>
        </p:nvSpPr>
        <p:spPr>
          <a:xfrm>
            <a:off x="4279139" y="3966533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C72D96E3-0C3A-DBF7-ADFA-404618EE3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11" y="396778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DC0AEDC-7036-E4A6-600B-ACB629D1F375}"/>
              </a:ext>
            </a:extLst>
          </p:cNvPr>
          <p:cNvSpPr/>
          <p:nvPr/>
        </p:nvSpPr>
        <p:spPr>
          <a:xfrm>
            <a:off x="2974591" y="3966436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Picture 13">
            <a:extLst>
              <a:ext uri="{FF2B5EF4-FFF2-40B4-BE49-F238E27FC236}">
                <a16:creationId xmlns:a16="http://schemas.microsoft.com/office/drawing/2014/main" id="{1CF5ADE0-27E4-1347-2074-4F31FEF76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2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EB585C-3447-A44D-E859-B5559FB99810}"/>
              </a:ext>
            </a:extLst>
          </p:cNvPr>
          <p:cNvSpPr/>
          <p:nvPr/>
        </p:nvSpPr>
        <p:spPr>
          <a:xfrm>
            <a:off x="22458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1" name="Picture 13">
            <a:extLst>
              <a:ext uri="{FF2B5EF4-FFF2-40B4-BE49-F238E27FC236}">
                <a16:creationId xmlns:a16="http://schemas.microsoft.com/office/drawing/2014/main" id="{3BDF239A-6B87-52DD-33C1-1A76AA4E3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373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842A0E-8AF0-5FE0-792E-33BAF2760FA9}"/>
              </a:ext>
            </a:extLst>
          </p:cNvPr>
          <p:cNvSpPr/>
          <p:nvPr/>
        </p:nvSpPr>
        <p:spPr>
          <a:xfrm>
            <a:off x="2896969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B6CFB1E1-20FD-29FC-C23E-5A7A2A0E0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B534D1C7-8B77-43EA-CD58-6CCCB3070CD6}"/>
              </a:ext>
            </a:extLst>
          </p:cNvPr>
          <p:cNvSpPr/>
          <p:nvPr/>
        </p:nvSpPr>
        <p:spPr>
          <a:xfrm>
            <a:off x="3535914" y="4205147"/>
            <a:ext cx="432757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47" name="Rectangle 191">
            <a:extLst>
              <a:ext uri="{FF2B5EF4-FFF2-40B4-BE49-F238E27FC236}">
                <a16:creationId xmlns:a16="http://schemas.microsoft.com/office/drawing/2014/main" id="{5975A376-31F1-F50D-6194-AC0690685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81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191">
            <a:extLst>
              <a:ext uri="{FF2B5EF4-FFF2-40B4-BE49-F238E27FC236}">
                <a16:creationId xmlns:a16="http://schemas.microsoft.com/office/drawing/2014/main" id="{E01DF3C1-1C83-FCC1-7DD5-B9BB624E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5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개체 48">
            <a:extLst>
              <a:ext uri="{FF2B5EF4-FFF2-40B4-BE49-F238E27FC236}">
                <a16:creationId xmlns:a16="http://schemas.microsoft.com/office/drawing/2014/main" id="{6C5BD38D-BAA8-6E6D-13C3-33B0DB51E5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8174" y="4452991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9" name="개체 48">
                        <a:extLst>
                          <a:ext uri="{FF2B5EF4-FFF2-40B4-BE49-F238E27FC236}">
                            <a16:creationId xmlns:a16="http://schemas.microsoft.com/office/drawing/2014/main" id="{385EF092-7AAF-37FE-182A-A3650651B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74" y="4452991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개체 97">
            <a:extLst>
              <a:ext uri="{FF2B5EF4-FFF2-40B4-BE49-F238E27FC236}">
                <a16:creationId xmlns:a16="http://schemas.microsoft.com/office/drawing/2014/main" id="{ED502203-8C85-C45E-FD87-470ABC7C95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209" y="4452991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98" name="개체 97">
                        <a:extLst>
                          <a:ext uri="{FF2B5EF4-FFF2-40B4-BE49-F238E27FC236}">
                            <a16:creationId xmlns:a16="http://schemas.microsoft.com/office/drawing/2014/main" id="{1028599B-5BC1-F76E-007A-E05456C17B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09" y="4452991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97F2B6D-95E7-D713-E8FC-38D790FC7B12}"/>
              </a:ext>
            </a:extLst>
          </p:cNvPr>
          <p:cNvSpPr/>
          <p:nvPr/>
        </p:nvSpPr>
        <p:spPr>
          <a:xfrm>
            <a:off x="1282772" y="482617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회원탈퇴</a:t>
            </a:r>
            <a:endParaRPr lang="ko-KR" altLang="en-US" sz="7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6B5B858-A10F-C862-6F8A-DA6A704BA4C7}"/>
              </a:ext>
            </a:extLst>
          </p:cNvPr>
          <p:cNvSpPr>
            <a:spLocks noChangeAspect="1"/>
          </p:cNvSpPr>
          <p:nvPr/>
        </p:nvSpPr>
        <p:spPr>
          <a:xfrm>
            <a:off x="1772497" y="485317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246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AD67C-B498-7C55-FE9D-1666CA8E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직사각형 83">
            <a:extLst>
              <a:ext uri="{FF2B5EF4-FFF2-40B4-BE49-F238E27FC236}">
                <a16:creationId xmlns:a16="http://schemas.microsoft.com/office/drawing/2014/main" id="{3BCD4699-2ECB-3C95-00CC-272506BE9978}"/>
              </a:ext>
            </a:extLst>
          </p:cNvPr>
          <p:cNvSpPr/>
          <p:nvPr/>
        </p:nvSpPr>
        <p:spPr>
          <a:xfrm>
            <a:off x="1205886" y="1781925"/>
            <a:ext cx="5691801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E72A1C0-6348-6FE3-3330-EA91929FA6BD}"/>
              </a:ext>
            </a:extLst>
          </p:cNvPr>
          <p:cNvSpPr/>
          <p:nvPr/>
        </p:nvSpPr>
        <p:spPr>
          <a:xfrm>
            <a:off x="164468" y="1781925"/>
            <a:ext cx="1008050" cy="4707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07E44-1486-1C59-EDC5-1741CB05BD3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설정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2E803E-2EBF-1DB4-D1AE-1D9AB019B6C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99B2595F-3E64-8375-47AB-4766394FE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82753"/>
              </p:ext>
            </p:extLst>
          </p:nvPr>
        </p:nvGraphicFramePr>
        <p:xfrm>
          <a:off x="6969418" y="2548005"/>
          <a:ext cx="2772114" cy="9669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회원정보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탈퇴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승인여부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탈퇴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 상태가 탈퇴일 경우에 한해 회원정보 설정이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839937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1FED5D35-F00A-E0E0-1FFE-9095742EA5A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5FBAE0E-0C27-9B52-9090-5EF0E2A96093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BFB72E2-5B4E-C92A-F63A-14997DF37956}"/>
              </a:ext>
            </a:extLst>
          </p:cNvPr>
          <p:cNvSpPr/>
          <p:nvPr/>
        </p:nvSpPr>
        <p:spPr>
          <a:xfrm>
            <a:off x="5797379" y="1512762"/>
            <a:ext cx="538610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250CC4CF-FF9A-4273-BAD1-263BD876A1EB}"/>
              </a:ext>
            </a:extLst>
          </p:cNvPr>
          <p:cNvSpPr/>
          <p:nvPr/>
        </p:nvSpPr>
        <p:spPr>
          <a:xfrm>
            <a:off x="6399091" y="1463605"/>
            <a:ext cx="426117" cy="196385"/>
          </a:xfrm>
          <a:prstGeom prst="roundRect">
            <a:avLst>
              <a:gd name="adj" fmla="val 9419"/>
            </a:avLst>
          </a:prstGeom>
          <a:solidFill>
            <a:schemeClr val="bg1">
              <a:alpha val="9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1029" name="Picture 5" descr="D:\05 문서\02 문서 디자인\아이콘\icon2\65097-200.png">
            <a:extLst>
              <a:ext uri="{FF2B5EF4-FFF2-40B4-BE49-F238E27FC236}">
                <a16:creationId xmlns:a16="http://schemas.microsoft.com/office/drawing/2014/main" id="{38C796CF-E182-3C22-7A44-9850663B7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55" y="1482540"/>
            <a:ext cx="145564" cy="14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4533A6C-88FD-3BA2-EBDB-81B0EF635CCF}"/>
              </a:ext>
            </a:extLst>
          </p:cNvPr>
          <p:cNvSpPr/>
          <p:nvPr/>
        </p:nvSpPr>
        <p:spPr>
          <a:xfrm>
            <a:off x="6068591" y="1899146"/>
            <a:ext cx="75661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5ED2E0D-BA05-6E8C-B6DC-9FCB3AF043B2}"/>
              </a:ext>
            </a:extLst>
          </p:cNvPr>
          <p:cNvSpPr/>
          <p:nvPr/>
        </p:nvSpPr>
        <p:spPr>
          <a:xfrm>
            <a:off x="1285777" y="1838274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91E2DCB-A317-FD5A-B883-230FE75AE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1F0CA1E3-C2F8-6A45-BE5F-36E8F1E729E9}"/>
              </a:ext>
            </a:extLst>
          </p:cNvPr>
          <p:cNvSpPr/>
          <p:nvPr/>
        </p:nvSpPr>
        <p:spPr>
          <a:xfrm>
            <a:off x="220357" y="1867077"/>
            <a:ext cx="750205" cy="22108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대시보드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사이트관리자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메뉴구성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서브페이지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설문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통계관리</a:t>
            </a:r>
            <a:endParaRPr kumimoji="0" lang="en-US" altLang="ko-KR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운영지원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826191-191B-B949-FB1E-95DCC7292903}"/>
              </a:ext>
            </a:extLst>
          </p:cNvPr>
          <p:cNvSpPr/>
          <p:nvPr/>
        </p:nvSpPr>
        <p:spPr>
          <a:xfrm>
            <a:off x="6363898" y="482617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9D80C4D-9A2F-0605-7466-87BA33D6D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409712"/>
              </p:ext>
            </p:extLst>
          </p:nvPr>
        </p:nvGraphicFramePr>
        <p:xfrm>
          <a:off x="1285776" y="2241550"/>
          <a:ext cx="5539431" cy="240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승인여부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96928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honggil@123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EA7DC7-D46A-9338-BE1D-3E8B3311E784}"/>
              </a:ext>
            </a:extLst>
          </p:cNvPr>
          <p:cNvSpPr/>
          <p:nvPr/>
        </p:nvSpPr>
        <p:spPr>
          <a:xfrm>
            <a:off x="2245814" y="3245726"/>
            <a:ext cx="1152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E4D58B-B115-9B0B-3082-79B2BE10C7A3}"/>
              </a:ext>
            </a:extLst>
          </p:cNvPr>
          <p:cNvSpPr/>
          <p:nvPr/>
        </p:nvSpPr>
        <p:spPr>
          <a:xfrm>
            <a:off x="3426262" y="3245710"/>
            <a:ext cx="753720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초기화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737D24-9A53-FAE9-A3AF-C77C0B6555E6}"/>
              </a:ext>
            </a:extLst>
          </p:cNvPr>
          <p:cNvSpPr/>
          <p:nvPr/>
        </p:nvSpPr>
        <p:spPr>
          <a:xfrm>
            <a:off x="4248822" y="3274727"/>
            <a:ext cx="225702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600" dirty="0">
                <a:solidFill>
                  <a:prstClr val="black"/>
                </a:solidFill>
              </a:rPr>
              <a:t>※ </a:t>
            </a:r>
            <a:r>
              <a:rPr lang="ko-KR" altLang="en-US" sz="600" dirty="0">
                <a:solidFill>
                  <a:prstClr val="black"/>
                </a:solidFill>
              </a:rPr>
              <a:t>비밀번호 생성은 문자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숫자</a:t>
            </a:r>
            <a:r>
              <a:rPr lang="en-US" altLang="ko-KR" sz="600" dirty="0">
                <a:solidFill>
                  <a:prstClr val="black"/>
                </a:solidFill>
              </a:rPr>
              <a:t>+</a:t>
            </a:r>
            <a:r>
              <a:rPr lang="ko-KR" altLang="en-US" sz="600" dirty="0">
                <a:solidFill>
                  <a:prstClr val="black"/>
                </a:solidFill>
              </a:rPr>
              <a:t>특수문자 조합 </a:t>
            </a:r>
            <a:r>
              <a:rPr lang="en-US" altLang="ko-KR" sz="600" dirty="0">
                <a:solidFill>
                  <a:prstClr val="black"/>
                </a:solidFill>
              </a:rPr>
              <a:t>9~16</a:t>
            </a:r>
            <a:r>
              <a:rPr lang="ko-KR" altLang="en-US" sz="600" dirty="0">
                <a:solidFill>
                  <a:prstClr val="black"/>
                </a:solidFill>
              </a:rPr>
              <a:t>자리로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D8E00E-9C4B-9043-5D70-154426A23245}"/>
              </a:ext>
            </a:extLst>
          </p:cNvPr>
          <p:cNvSpPr/>
          <p:nvPr/>
        </p:nvSpPr>
        <p:spPr>
          <a:xfrm>
            <a:off x="2245814" y="3487654"/>
            <a:ext cx="1152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Picture 13">
            <a:extLst>
              <a:ext uri="{FF2B5EF4-FFF2-40B4-BE49-F238E27FC236}">
                <a16:creationId xmlns:a16="http://schemas.microsoft.com/office/drawing/2014/main" id="{1B08B081-882B-2A09-6617-B5E1F4038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22" y="372646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450183-FE6D-8C13-DF61-6DFB89D2E662}"/>
              </a:ext>
            </a:extLst>
          </p:cNvPr>
          <p:cNvSpPr/>
          <p:nvPr/>
        </p:nvSpPr>
        <p:spPr>
          <a:xfrm>
            <a:off x="2245814" y="3726730"/>
            <a:ext cx="360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77A373-09C7-B2C0-4B41-FE9A4F4398C8}"/>
              </a:ext>
            </a:extLst>
          </p:cNvPr>
          <p:cNvSpPr/>
          <p:nvPr/>
        </p:nvSpPr>
        <p:spPr>
          <a:xfrm>
            <a:off x="2916938" y="3726730"/>
            <a:ext cx="523636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3854F3-791C-E96A-7CC1-75C0D87524E8}"/>
              </a:ext>
            </a:extLst>
          </p:cNvPr>
          <p:cNvSpPr/>
          <p:nvPr/>
        </p:nvSpPr>
        <p:spPr>
          <a:xfrm>
            <a:off x="28329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969C9D7-3837-B188-506A-6A11B747DC76}"/>
              </a:ext>
            </a:extLst>
          </p:cNvPr>
          <p:cNvSpPr/>
          <p:nvPr/>
        </p:nvSpPr>
        <p:spPr>
          <a:xfrm>
            <a:off x="3569338" y="3726730"/>
            <a:ext cx="523636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7B1BF9C-BA01-9BBE-A1AE-8D331A9AC93A}"/>
              </a:ext>
            </a:extLst>
          </p:cNvPr>
          <p:cNvSpPr/>
          <p:nvPr/>
        </p:nvSpPr>
        <p:spPr>
          <a:xfrm>
            <a:off x="3485318" y="3744869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0EF233-7478-130E-69E5-244B17FD8FFF}"/>
              </a:ext>
            </a:extLst>
          </p:cNvPr>
          <p:cNvSpPr/>
          <p:nvPr/>
        </p:nvSpPr>
        <p:spPr>
          <a:xfrm>
            <a:off x="2245814" y="3966436"/>
            <a:ext cx="595041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8415BFB7-9E13-203E-AEA6-0867D00E6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406" y="3984575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182210-A737-136E-CD57-699737A58089}"/>
              </a:ext>
            </a:extLst>
          </p:cNvPr>
          <p:cNvSpPr/>
          <p:nvPr/>
        </p:nvSpPr>
        <p:spPr>
          <a:xfrm>
            <a:off x="4279139" y="3966533"/>
            <a:ext cx="649136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31" name="Picture 13">
            <a:extLst>
              <a:ext uri="{FF2B5EF4-FFF2-40B4-BE49-F238E27FC236}">
                <a16:creationId xmlns:a16="http://schemas.microsoft.com/office/drawing/2014/main" id="{64536381-6E25-B747-5CD6-44CC7EE5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11" y="396778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B29DA4-2256-3E26-128C-728041467F81}"/>
              </a:ext>
            </a:extLst>
          </p:cNvPr>
          <p:cNvSpPr/>
          <p:nvPr/>
        </p:nvSpPr>
        <p:spPr>
          <a:xfrm>
            <a:off x="2974591" y="3966436"/>
            <a:ext cx="1278601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Picture 13">
            <a:extLst>
              <a:ext uri="{FF2B5EF4-FFF2-40B4-BE49-F238E27FC236}">
                <a16:creationId xmlns:a16="http://schemas.microsoft.com/office/drawing/2014/main" id="{8267676B-3E4D-081A-7598-507B5DFB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2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B5885921-BC1F-906E-5FE1-A496F08EF724}"/>
              </a:ext>
            </a:extLst>
          </p:cNvPr>
          <p:cNvSpPr/>
          <p:nvPr/>
        </p:nvSpPr>
        <p:spPr>
          <a:xfrm>
            <a:off x="2245814" y="4205147"/>
            <a:ext cx="432757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1" name="Picture 13">
            <a:extLst>
              <a:ext uri="{FF2B5EF4-FFF2-40B4-BE49-F238E27FC236}">
                <a16:creationId xmlns:a16="http://schemas.microsoft.com/office/drawing/2014/main" id="{2847A910-305B-C491-F0CA-08F13C40E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373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00C91127-3CD6-93C6-3F24-DEB1F5C40C4B}"/>
              </a:ext>
            </a:extLst>
          </p:cNvPr>
          <p:cNvSpPr/>
          <p:nvPr/>
        </p:nvSpPr>
        <p:spPr>
          <a:xfrm>
            <a:off x="2896969" y="4205147"/>
            <a:ext cx="432757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05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C14FBDAC-D295-4C73-78A9-64269998A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18" y="4204883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BCCF3FD7-EE74-7E08-4FAF-A5856DDB6020}"/>
              </a:ext>
            </a:extLst>
          </p:cNvPr>
          <p:cNvSpPr/>
          <p:nvPr/>
        </p:nvSpPr>
        <p:spPr>
          <a:xfrm>
            <a:off x="3535914" y="4205147"/>
            <a:ext cx="432757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47" name="Rectangle 191">
            <a:extLst>
              <a:ext uri="{FF2B5EF4-FFF2-40B4-BE49-F238E27FC236}">
                <a16:creationId xmlns:a16="http://schemas.microsoft.com/office/drawing/2014/main" id="{E98C1EB7-4BDB-0F42-AF6C-5D811B465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81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191">
            <a:extLst>
              <a:ext uri="{FF2B5EF4-FFF2-40B4-BE49-F238E27FC236}">
                <a16:creationId xmlns:a16="http://schemas.microsoft.com/office/drawing/2014/main" id="{E49E6F56-96F9-1579-D118-7624CC19F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4851" y="4471361"/>
            <a:ext cx="8976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</a:t>
            </a:r>
            <a:endParaRPr kumimoji="0" lang="ko-KR" altLang="en-US" sz="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개체 48">
            <a:extLst>
              <a:ext uri="{FF2B5EF4-FFF2-40B4-BE49-F238E27FC236}">
                <a16:creationId xmlns:a16="http://schemas.microsoft.com/office/drawing/2014/main" id="{25616670-861C-14BA-C1DF-9F5808550E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8174" y="4452991"/>
          <a:ext cx="144462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5435" imgH="145435" progId="Visio.Drawing.11">
                  <p:embed/>
                </p:oleObj>
              </mc:Choice>
              <mc:Fallback>
                <p:oleObj name="Visio" r:id="rId5" imgW="145435" imgH="145435" progId="Visio.Drawing.11">
                  <p:embed/>
                  <p:pic>
                    <p:nvPicPr>
                      <p:cNvPr id="49" name="개체 48">
                        <a:extLst>
                          <a:ext uri="{FF2B5EF4-FFF2-40B4-BE49-F238E27FC236}">
                            <a16:creationId xmlns:a16="http://schemas.microsoft.com/office/drawing/2014/main" id="{6C5BD38D-BAA8-6E6D-13C3-33B0DB51E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74" y="4452991"/>
                        <a:ext cx="144462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개체 97">
            <a:extLst>
              <a:ext uri="{FF2B5EF4-FFF2-40B4-BE49-F238E27FC236}">
                <a16:creationId xmlns:a16="http://schemas.microsoft.com/office/drawing/2014/main" id="{72E8934C-2D91-D03A-8AD1-18BA533359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209" y="4452991"/>
          <a:ext cx="144463" cy="14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435" imgH="145435" progId="Visio.Drawing.11">
                  <p:embed/>
                </p:oleObj>
              </mc:Choice>
              <mc:Fallback>
                <p:oleObj name="Visio" r:id="rId7" imgW="145435" imgH="145435" progId="Visio.Drawing.11">
                  <p:embed/>
                  <p:pic>
                    <p:nvPicPr>
                      <p:cNvPr id="98" name="개체 97">
                        <a:extLst>
                          <a:ext uri="{FF2B5EF4-FFF2-40B4-BE49-F238E27FC236}">
                            <a16:creationId xmlns:a16="http://schemas.microsoft.com/office/drawing/2014/main" id="{ED502203-8C85-C45E-FD87-470ABC7C95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209" y="4452991"/>
                        <a:ext cx="144463" cy="14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6EC71285-5B30-DE7A-4C7B-17B46E2BE6EB}"/>
              </a:ext>
            </a:extLst>
          </p:cNvPr>
          <p:cNvSpPr>
            <a:spLocks noChangeAspect="1"/>
          </p:cNvSpPr>
          <p:nvPr/>
        </p:nvSpPr>
        <p:spPr>
          <a:xfrm>
            <a:off x="1217744" y="216271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5045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109260</TotalTime>
  <Words>2475</Words>
  <Application>Microsoft Office PowerPoint</Application>
  <PresentationFormat>A4 용지(210x297mm)</PresentationFormat>
  <Paragraphs>1113</Paragraphs>
  <Slides>15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굴림체</vt:lpstr>
      <vt:lpstr>Arial</vt:lpstr>
      <vt:lpstr>Noto Sans</vt:lpstr>
      <vt:lpstr>나눔고딕</vt:lpstr>
      <vt:lpstr>맑은 고딕</vt:lpstr>
      <vt:lpstr>1_Office 테마</vt:lpstr>
      <vt:lpstr>9_Office 테마</vt:lpstr>
      <vt:lpstr>2_Office 테마</vt:lpstr>
      <vt:lpstr>Visio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3724</cp:revision>
  <cp:lastPrinted>2022-07-06T11:39:49Z</cp:lastPrinted>
  <dcterms:created xsi:type="dcterms:W3CDTF">2011-08-08T03:42:49Z</dcterms:created>
  <dcterms:modified xsi:type="dcterms:W3CDTF">2025-11-04T06:39:46Z</dcterms:modified>
</cp:coreProperties>
</file>